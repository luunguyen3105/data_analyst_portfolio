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Ex3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2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3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4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5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7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8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4.xml" ContentType="application/vnd.openxmlformats-officedocument.presentationml.notesSlide+xml"/>
  <Override PartName="/ppt/charts/chartEx4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notesSlides/notesSlide5.xml" ContentType="application/vnd.openxmlformats-officedocument.presentationml.notesSlide+xml"/>
  <Override PartName="/ppt/charts/chartEx5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charts/chartEx6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notesSlides/notesSlide6.xml" ContentType="application/vnd.openxmlformats-officedocument.presentationml.notesSlide+xml"/>
  <Override PartName="/ppt/charts/chartEx7.xml" ContentType="application/vnd.ms-office.chartex+xml"/>
  <Override PartName="/ppt/charts/style15.xml" ContentType="application/vnd.ms-office.chartstyle+xml"/>
  <Override PartName="/ppt/charts/colors15.xml" ContentType="application/vnd.ms-office.chartcolorstyle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1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2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300" r:id="rId5"/>
    <p:sldId id="305" r:id="rId6"/>
    <p:sldId id="309" r:id="rId7"/>
    <p:sldId id="307" r:id="rId8"/>
    <p:sldId id="311" r:id="rId9"/>
    <p:sldId id="312" r:id="rId10"/>
    <p:sldId id="3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ản lý khách hàng" id="{4BBB063A-C58C-4461-9710-717F5E1E5D64}">
          <p14:sldIdLst>
            <p14:sldId id="300"/>
            <p14:sldId id="305"/>
            <p14:sldId id="309"/>
          </p14:sldIdLst>
        </p14:section>
        <p14:section name="Quản lý khách hàng đồng bộ" id="{69DCAB13-C0FB-48BF-BE4C-D3E525F1F03F}">
          <p14:sldIdLst>
            <p14:sldId id="307"/>
            <p14:sldId id="311"/>
          </p14:sldIdLst>
        </p14:section>
        <p14:section name="Quản lý khách hàng đã đăng ký" id="{E536A7C3-1CC0-47BF-95E0-FF01BFB5D6B6}">
          <p14:sldIdLst>
            <p14:sldId id="312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EEE"/>
    <a:srgbClr val="58568E"/>
    <a:srgbClr val="4472C4"/>
    <a:srgbClr val="7D7D7D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Quốc Duy" userId="S::duypq@dagoras.io::5c89af55-49be-456b-b49e-5ddbda7fa1d8" providerId="AD" clId="Web-{7B047F83-361E-4693-BAB3-0EF9C21A897F}"/>
    <pc:docChg chg="modSection">
      <pc:chgData name="Phạm Quốc Duy" userId="S::duypq@dagoras.io::5c89af55-49be-456b-b49e-5ddbda7fa1d8" providerId="AD" clId="Web-{7B047F83-361E-4693-BAB3-0EF9C21A897F}" dt="2024-05-06T03:14:46.892" v="0"/>
      <pc:docMkLst>
        <pc:docMk/>
      </pc:docMkLst>
    </pc:docChg>
  </pc:docChgLst>
  <pc:docChgLst>
    <pc:chgData name="[TT] Nguyễn Khánh Quỳnh" userId="dfc16938-86d2-4dda-b085-9b2c959bd8bb" providerId="ADAL" clId="{4B932ACE-212B-4F91-8A6A-C7E3B40542F3}"/>
    <pc:docChg chg="undo custSel addSld modSld">
      <pc:chgData name="[TT] Nguyễn Khánh Quỳnh" userId="dfc16938-86d2-4dda-b085-9b2c959bd8bb" providerId="ADAL" clId="{4B932ACE-212B-4F91-8A6A-C7E3B40542F3}" dt="2024-05-06T00:04:26.263" v="261" actId="20577"/>
      <pc:docMkLst>
        <pc:docMk/>
      </pc:docMkLst>
      <pc:sldChg chg="addSp delSp modSp mod">
        <pc:chgData name="[TT] Nguyễn Khánh Quỳnh" userId="dfc16938-86d2-4dda-b085-9b2c959bd8bb" providerId="ADAL" clId="{4B932ACE-212B-4F91-8A6A-C7E3B40542F3}" dt="2024-05-05T23:55:43.964" v="167"/>
        <pc:sldMkLst>
          <pc:docMk/>
          <pc:sldMk cId="404036808" sldId="300"/>
        </pc:sldMkLst>
        <pc:spChg chg="mod">
          <ac:chgData name="[TT] Nguyễn Khánh Quỳnh" userId="dfc16938-86d2-4dda-b085-9b2c959bd8bb" providerId="ADAL" clId="{4B932ACE-212B-4F91-8A6A-C7E3B40542F3}" dt="2024-05-05T23:42:15.159" v="14"/>
          <ac:spMkLst>
            <pc:docMk/>
            <pc:sldMk cId="404036808" sldId="300"/>
            <ac:spMk id="4" creationId="{7A035BCB-9043-1C4F-78BD-082C8A0879B0}"/>
          </ac:spMkLst>
        </pc:spChg>
        <pc:spChg chg="mod">
          <ac:chgData name="[TT] Nguyễn Khánh Quỳnh" userId="dfc16938-86d2-4dda-b085-9b2c959bd8bb" providerId="ADAL" clId="{4B932ACE-212B-4F91-8A6A-C7E3B40542F3}" dt="2024-05-05T23:42:27.440" v="22" actId="20577"/>
          <ac:spMkLst>
            <pc:docMk/>
            <pc:sldMk cId="404036808" sldId="300"/>
            <ac:spMk id="6" creationId="{C8E5B0B3-678D-31EB-6B94-213C20B4FEB7}"/>
          </ac:spMkLst>
        </pc:spChg>
        <pc:spChg chg="mod">
          <ac:chgData name="[TT] Nguyễn Khánh Quỳnh" userId="dfc16938-86d2-4dda-b085-9b2c959bd8bb" providerId="ADAL" clId="{4B932ACE-212B-4F91-8A6A-C7E3B40542F3}" dt="2024-05-05T23:46:37.249" v="57"/>
          <ac:spMkLst>
            <pc:docMk/>
            <pc:sldMk cId="404036808" sldId="300"/>
            <ac:spMk id="32" creationId="{F058645C-FAC0-AAC1-69D3-6EAE51CCB3FB}"/>
          </ac:spMkLst>
        </pc:spChg>
        <pc:spChg chg="mod">
          <ac:chgData name="[TT] Nguyễn Khánh Quỳnh" userId="dfc16938-86d2-4dda-b085-9b2c959bd8bb" providerId="ADAL" clId="{4B932ACE-212B-4F91-8A6A-C7E3B40542F3}" dt="2024-05-05T23:55:43.964" v="167"/>
          <ac:spMkLst>
            <pc:docMk/>
            <pc:sldMk cId="404036808" sldId="300"/>
            <ac:spMk id="38" creationId="{5EC9E25E-2DDC-EC49-8ECA-FA5E52F3CF73}"/>
          </ac:spMkLst>
        </pc:spChg>
        <pc:spChg chg="add mod">
          <ac:chgData name="[TT] Nguyễn Khánh Quỳnh" userId="dfc16938-86d2-4dda-b085-9b2c959bd8bb" providerId="ADAL" clId="{4B932ACE-212B-4F91-8A6A-C7E3B40542F3}" dt="2024-05-05T23:50:18.028" v="108" actId="1076"/>
          <ac:spMkLst>
            <pc:docMk/>
            <pc:sldMk cId="404036808" sldId="300"/>
            <ac:spMk id="40" creationId="{984EADB5-36C7-B0DB-5D79-AFFE9C6A30AC}"/>
          </ac:spMkLst>
        </pc:spChg>
        <pc:spChg chg="mod">
          <ac:chgData name="[TT] Nguyễn Khánh Quỳnh" userId="dfc16938-86d2-4dda-b085-9b2c959bd8bb" providerId="ADAL" clId="{4B932ACE-212B-4F91-8A6A-C7E3B40542F3}" dt="2024-05-05T23:53:51.538" v="135"/>
          <ac:spMkLst>
            <pc:docMk/>
            <pc:sldMk cId="404036808" sldId="300"/>
            <ac:spMk id="42" creationId="{E2DD3A2A-195A-B215-B19F-F433492B33AB}"/>
          </ac:spMkLst>
        </pc:spChg>
        <pc:spChg chg="mod">
          <ac:chgData name="[TT] Nguyễn Khánh Quỳnh" userId="dfc16938-86d2-4dda-b085-9b2c959bd8bb" providerId="ADAL" clId="{4B932ACE-212B-4F91-8A6A-C7E3B40542F3}" dt="2024-05-05T23:53:51.538" v="135"/>
          <ac:spMkLst>
            <pc:docMk/>
            <pc:sldMk cId="404036808" sldId="300"/>
            <ac:spMk id="43" creationId="{28B89B9B-EDB6-00D2-5E1D-01E3816E3136}"/>
          </ac:spMkLst>
        </pc:spChg>
        <pc:spChg chg="mod">
          <ac:chgData name="[TT] Nguyễn Khánh Quỳnh" userId="dfc16938-86d2-4dda-b085-9b2c959bd8bb" providerId="ADAL" clId="{4B932ACE-212B-4F91-8A6A-C7E3B40542F3}" dt="2024-05-05T23:47:09.752" v="72" actId="1036"/>
          <ac:spMkLst>
            <pc:docMk/>
            <pc:sldMk cId="404036808" sldId="300"/>
            <ac:spMk id="65" creationId="{30023280-9DDD-2E91-A295-BF96B5F8A275}"/>
          </ac:spMkLst>
        </pc:spChg>
        <pc:spChg chg="del mod">
          <ac:chgData name="[TT] Nguyễn Khánh Quỳnh" userId="dfc16938-86d2-4dda-b085-9b2c959bd8bb" providerId="ADAL" clId="{4B932ACE-212B-4F91-8A6A-C7E3B40542F3}" dt="2024-05-05T23:53:49.441" v="133" actId="478"/>
          <ac:spMkLst>
            <pc:docMk/>
            <pc:sldMk cId="404036808" sldId="300"/>
            <ac:spMk id="78" creationId="{45CD0582-49E3-6822-C156-F08CFCF12AA9}"/>
          </ac:spMkLst>
        </pc:spChg>
        <pc:spChg chg="mod">
          <ac:chgData name="[TT] Nguyễn Khánh Quỳnh" userId="dfc16938-86d2-4dda-b085-9b2c959bd8bb" providerId="ADAL" clId="{4B932ACE-212B-4F91-8A6A-C7E3B40542F3}" dt="2024-05-05T23:55:35.355" v="166"/>
          <ac:spMkLst>
            <pc:docMk/>
            <pc:sldMk cId="404036808" sldId="300"/>
            <ac:spMk id="83" creationId="{E717AA9B-747A-12FE-5D1C-BB806FBC9DBF}"/>
          </ac:spMkLst>
        </pc:spChg>
        <pc:grpChg chg="add 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3" creationId="{E7020193-B737-A2D9-5ADE-FB9F255AFCF8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7" creationId="{9F8D59C6-55C5-379F-0C95-B82FBCE8173E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14" creationId="{B1DE3890-72D7-F820-A13A-69094BFE66CF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17" creationId="{0B148B3B-0B68-8804-380E-020C1E7ACD15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21" creationId="{D5DF4F6D-62D6-4764-A046-3BDBBED39954}"/>
          </ac:grpSpMkLst>
        </pc:grpChg>
        <pc:grpChg chg="add mod">
          <ac:chgData name="[TT] Nguyễn Khánh Quỳnh" userId="dfc16938-86d2-4dda-b085-9b2c959bd8bb" providerId="ADAL" clId="{4B932ACE-212B-4F91-8A6A-C7E3B40542F3}" dt="2024-05-05T23:47:53.405" v="76" actId="14100"/>
          <ac:grpSpMkLst>
            <pc:docMk/>
            <pc:sldMk cId="404036808" sldId="300"/>
            <ac:grpSpMk id="24" creationId="{8BAAC3D4-0B8A-8926-E080-473D4501934C}"/>
          </ac:grpSpMkLst>
        </pc:grpChg>
        <pc:grpChg chg="add mod">
          <ac:chgData name="[TT] Nguyễn Khánh Quỳnh" userId="dfc16938-86d2-4dda-b085-9b2c959bd8bb" providerId="ADAL" clId="{4B932ACE-212B-4F91-8A6A-C7E3B40542F3}" dt="2024-05-05T23:47:57.531" v="87" actId="1036"/>
          <ac:grpSpMkLst>
            <pc:docMk/>
            <pc:sldMk cId="404036808" sldId="300"/>
            <ac:grpSpMk id="25" creationId="{EE5C84B0-22DD-08A5-FB66-5C8394DC15A0}"/>
          </ac:grpSpMkLst>
        </pc:grpChg>
        <pc:grpChg chg="mod">
          <ac:chgData name="[TT] Nguyễn Khánh Quỳnh" userId="dfc16938-86d2-4dda-b085-9b2c959bd8bb" providerId="ADAL" clId="{4B932ACE-212B-4F91-8A6A-C7E3B40542F3}" dt="2024-05-05T23:46:37.249" v="57"/>
          <ac:grpSpMkLst>
            <pc:docMk/>
            <pc:sldMk cId="404036808" sldId="300"/>
            <ac:grpSpMk id="27" creationId="{37FB5F45-963A-362C-17EA-3381A3767E93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29" creationId="{AB1BE3CE-0371-A4E9-1408-F3C94A1558B9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34" creationId="{26B8E30A-E192-0938-4A38-7E0D4DC4A984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37" creationId="{B5FCB48E-4DF8-1EE2-B90A-F52F638C600D}"/>
          </ac:grpSpMkLst>
        </pc:grpChg>
        <pc:grpChg chg="add mod">
          <ac:chgData name="[TT] Nguyễn Khánh Quỳnh" userId="dfc16938-86d2-4dda-b085-9b2c959bd8bb" providerId="ADAL" clId="{4B932ACE-212B-4F91-8A6A-C7E3B40542F3}" dt="2024-05-05T23:54:10.224" v="143" actId="14100"/>
          <ac:grpSpMkLst>
            <pc:docMk/>
            <pc:sldMk cId="404036808" sldId="300"/>
            <ac:grpSpMk id="41" creationId="{5EC1770B-45B0-DE5A-8E9E-9772E539975D}"/>
          </ac:grpSpMkLst>
        </pc:grpChg>
        <pc:grpChg chg="mod">
          <ac:chgData name="[TT] Nguyễn Khánh Quỳnh" userId="dfc16938-86d2-4dda-b085-9b2c959bd8bb" providerId="ADAL" clId="{4B932ACE-212B-4F91-8A6A-C7E3B40542F3}" dt="2024-05-05T23:47:09.752" v="72" actId="1036"/>
          <ac:grpSpMkLst>
            <pc:docMk/>
            <pc:sldMk cId="404036808" sldId="300"/>
            <ac:grpSpMk id="57" creationId="{14FE9469-8E26-4BEA-2D2F-3F221097E213}"/>
          </ac:grpSpMkLst>
        </pc:grpChg>
        <pc:grpChg chg="mod">
          <ac:chgData name="[TT] Nguyễn Khánh Quỳnh" userId="dfc16938-86d2-4dda-b085-9b2c959bd8bb" providerId="ADAL" clId="{4B932ACE-212B-4F91-8A6A-C7E3B40542F3}" dt="2024-05-05T23:46:35.453" v="56" actId="164"/>
          <ac:grpSpMkLst>
            <pc:docMk/>
            <pc:sldMk cId="404036808" sldId="300"/>
            <ac:grpSpMk id="85" creationId="{C28A9DFD-596B-8AC5-AD9F-7B5AFCF044DA}"/>
          </ac:grpSpMkLst>
        </pc:grpChg>
        <pc:grpChg chg="del mod">
          <ac:chgData name="[TT] Nguyễn Khánh Quỳnh" userId="dfc16938-86d2-4dda-b085-9b2c959bd8bb" providerId="ADAL" clId="{4B932ACE-212B-4F91-8A6A-C7E3B40542F3}" dt="2024-05-05T23:53:51.055" v="134" actId="478"/>
          <ac:grpSpMkLst>
            <pc:docMk/>
            <pc:sldMk cId="404036808" sldId="300"/>
            <ac:grpSpMk id="96" creationId="{E813453A-AF5D-B900-323F-8340A418E188}"/>
          </ac:grpSpMkLst>
        </pc:grpChg>
        <pc:graphicFrameChg chg="add del mod">
          <ac:chgData name="[TT] Nguyễn Khánh Quỳnh" userId="dfc16938-86d2-4dda-b085-9b2c959bd8bb" providerId="ADAL" clId="{4B932ACE-212B-4F91-8A6A-C7E3B40542F3}" dt="2024-05-05T23:40:25.106" v="4" actId="478"/>
          <ac:graphicFrameMkLst>
            <pc:docMk/>
            <pc:sldMk cId="404036808" sldId="300"/>
            <ac:graphicFrameMk id="2" creationId="{61A14EA0-40ED-159F-1A0F-B7AD23F0DBA2}"/>
          </ac:graphicFrameMkLst>
        </pc:graphicFrameChg>
        <pc:graphicFrameChg chg="add mod modGraphic">
          <ac:chgData name="[TT] Nguyễn Khánh Quỳnh" userId="dfc16938-86d2-4dda-b085-9b2c959bd8bb" providerId="ADAL" clId="{4B932ACE-212B-4F91-8A6A-C7E3B40542F3}" dt="2024-05-05T23:46:35.453" v="56" actId="164"/>
          <ac:graphicFrameMkLst>
            <pc:docMk/>
            <pc:sldMk cId="404036808" sldId="300"/>
            <ac:graphicFrameMk id="8" creationId="{B04C7D6A-B92B-3869-91D6-AFA6F5B95C5B}"/>
          </ac:graphicFrameMkLst>
        </pc:graphicFrameChg>
        <pc:graphicFrameChg chg="add mod">
          <ac:chgData name="[TT] Nguyễn Khánh Quỳnh" userId="dfc16938-86d2-4dda-b085-9b2c959bd8bb" providerId="ADAL" clId="{4B932ACE-212B-4F91-8A6A-C7E3B40542F3}" dt="2024-05-05T23:46:23.092" v="53"/>
          <ac:graphicFrameMkLst>
            <pc:docMk/>
            <pc:sldMk cId="404036808" sldId="300"/>
            <ac:graphicFrameMk id="10" creationId="{B5B2E7AC-9A2B-270E-3842-08F790C298B3}"/>
          </ac:graphicFrameMkLst>
        </pc:graphicFrameChg>
        <pc:graphicFrameChg chg="add mod">
          <ac:chgData name="[TT] Nguyễn Khánh Quỳnh" userId="dfc16938-86d2-4dda-b085-9b2c959bd8bb" providerId="ADAL" clId="{4B932ACE-212B-4F91-8A6A-C7E3B40542F3}" dt="2024-05-05T23:46:25.048" v="55" actId="571"/>
          <ac:graphicFrameMkLst>
            <pc:docMk/>
            <pc:sldMk cId="404036808" sldId="300"/>
            <ac:graphicFrameMk id="12" creationId="{EFEBF798-830B-0777-C44F-94B1640196AA}"/>
          </ac:graphicFrameMkLst>
        </pc:graphicFrameChg>
        <pc:graphicFrameChg chg="mod">
          <ac:chgData name="[TT] Nguyễn Khánh Quỳnh" userId="dfc16938-86d2-4dda-b085-9b2c959bd8bb" providerId="ADAL" clId="{4B932ACE-212B-4F91-8A6A-C7E3B40542F3}" dt="2024-05-05T23:46:37.249" v="57"/>
          <ac:graphicFrameMkLst>
            <pc:docMk/>
            <pc:sldMk cId="404036808" sldId="300"/>
            <ac:graphicFrameMk id="31" creationId="{9B05C4AB-B8E0-B397-FDF0-2A4C6E0A3DC2}"/>
          </ac:graphicFrameMkLst>
        </pc:graphicFrameChg>
        <pc:graphicFrameChg chg="mod">
          <ac:chgData name="[TT] Nguyễn Khánh Quỳnh" userId="dfc16938-86d2-4dda-b085-9b2c959bd8bb" providerId="ADAL" clId="{4B932ACE-212B-4F91-8A6A-C7E3B40542F3}" dt="2024-05-05T23:53:51.538" v="135"/>
          <ac:graphicFrameMkLst>
            <pc:docMk/>
            <pc:sldMk cId="404036808" sldId="300"/>
            <ac:graphicFrameMk id="44" creationId="{3E5670EF-5431-B64F-98FB-F77B8494F8F4}"/>
          </ac:graphicFrameMkLst>
        </pc:graphicFrameChg>
        <pc:graphicFrameChg chg="mod">
          <ac:chgData name="[TT] Nguyễn Khánh Quỳnh" userId="dfc16938-86d2-4dda-b085-9b2c959bd8bb" providerId="ADAL" clId="{4B932ACE-212B-4F91-8A6A-C7E3B40542F3}" dt="2024-05-05T23:48:57.742" v="101" actId="14100"/>
          <ac:graphicFrameMkLst>
            <pc:docMk/>
            <pc:sldMk cId="404036808" sldId="300"/>
            <ac:graphicFrameMk id="79" creationId="{EF863B4E-282B-0D73-35C8-20EE8568C14A}"/>
          </ac:graphicFrameMkLst>
        </pc:graphicFrameChg>
        <pc:picChg chg="mod">
          <ac:chgData name="[TT] Nguyễn Khánh Quỳnh" userId="dfc16938-86d2-4dda-b085-9b2c959bd8bb" providerId="ADAL" clId="{4B932ACE-212B-4F91-8A6A-C7E3B40542F3}" dt="2024-05-05T23:46:50.205" v="60" actId="1076"/>
          <ac:picMkLst>
            <pc:docMk/>
            <pc:sldMk cId="404036808" sldId="300"/>
            <ac:picMk id="5" creationId="{4193CF2D-1A43-AAE6-D860-C2E89D6D8329}"/>
          </ac:picMkLst>
        </pc:picChg>
      </pc:sldChg>
      <pc:sldChg chg="modSp">
        <pc:chgData name="[TT] Nguyễn Khánh Quỳnh" userId="dfc16938-86d2-4dda-b085-9b2c959bd8bb" providerId="ADAL" clId="{4B932ACE-212B-4F91-8A6A-C7E3B40542F3}" dt="2024-05-05T23:45:33.883" v="51"/>
        <pc:sldMkLst>
          <pc:docMk/>
          <pc:sldMk cId="989089426" sldId="303"/>
        </pc:sldMkLst>
        <pc:graphicFrameChg chg="mod">
          <ac:chgData name="[TT] Nguyễn Khánh Quỳnh" userId="dfc16938-86d2-4dda-b085-9b2c959bd8bb" providerId="ADAL" clId="{4B932ACE-212B-4F91-8A6A-C7E3B40542F3}" dt="2024-05-05T23:45:33.883" v="51"/>
          <ac:graphicFrameMkLst>
            <pc:docMk/>
            <pc:sldMk cId="989089426" sldId="303"/>
            <ac:graphicFrameMk id="73" creationId="{5A57DEDD-B553-A9B6-806D-187153C08DF3}"/>
          </ac:graphicFrameMkLst>
        </pc:graphicFrameChg>
      </pc:sldChg>
      <pc:sldChg chg="addSp delSp modSp add mod">
        <pc:chgData name="[TT] Nguyễn Khánh Quỳnh" userId="dfc16938-86d2-4dda-b085-9b2c959bd8bb" providerId="ADAL" clId="{4B932ACE-212B-4F91-8A6A-C7E3B40542F3}" dt="2024-05-06T00:04:26.263" v="261" actId="20577"/>
        <pc:sldMkLst>
          <pc:docMk/>
          <pc:sldMk cId="3155841699" sldId="305"/>
        </pc:sldMkLst>
        <pc:spChg chg="mod">
          <ac:chgData name="[TT] Nguyễn Khánh Quỳnh" userId="dfc16938-86d2-4dda-b085-9b2c959bd8bb" providerId="ADAL" clId="{4B932ACE-212B-4F91-8A6A-C7E3B40542F3}" dt="2024-05-05T23:52:00.435" v="115"/>
          <ac:spMkLst>
            <pc:docMk/>
            <pc:sldMk cId="3155841699" sldId="305"/>
            <ac:spMk id="10" creationId="{040DA655-10F1-3F63-565B-8B792989A9AF}"/>
          </ac:spMkLst>
        </pc:spChg>
        <pc:spChg chg="mod">
          <ac:chgData name="[TT] Nguyễn Khánh Quỳnh" userId="dfc16938-86d2-4dda-b085-9b2c959bd8bb" providerId="ADAL" clId="{4B932ACE-212B-4F91-8A6A-C7E3B40542F3}" dt="2024-05-05T23:52:00.435" v="115"/>
          <ac:spMkLst>
            <pc:docMk/>
            <pc:sldMk cId="3155841699" sldId="305"/>
            <ac:spMk id="12" creationId="{34437BB1-A889-9ECB-E472-4674AB7B2078}"/>
          </ac:spMkLst>
        </pc:spChg>
        <pc:spChg chg="mod">
          <ac:chgData name="[TT] Nguyễn Khánh Quỳnh" userId="dfc16938-86d2-4dda-b085-9b2c959bd8bb" providerId="ADAL" clId="{4B932ACE-212B-4F91-8A6A-C7E3B40542F3}" dt="2024-05-05T23:53:17.030" v="127"/>
          <ac:spMkLst>
            <pc:docMk/>
            <pc:sldMk cId="3155841699" sldId="305"/>
            <ac:spMk id="43" creationId="{322ACB08-A739-B5D7-4D12-8ECF63464227}"/>
          </ac:spMkLst>
        </pc:spChg>
        <pc:spChg chg="mod">
          <ac:chgData name="[TT] Nguyễn Khánh Quỳnh" userId="dfc16938-86d2-4dda-b085-9b2c959bd8bb" providerId="ADAL" clId="{4B932ACE-212B-4F91-8A6A-C7E3B40542F3}" dt="2024-05-05T23:56:59.252" v="176" actId="20577"/>
          <ac:spMkLst>
            <pc:docMk/>
            <pc:sldMk cId="3155841699" sldId="305"/>
            <ac:spMk id="44" creationId="{46F4AF46-F08A-30D9-02E5-2C6086C51676}"/>
          </ac:spMkLst>
        </pc:spChg>
        <pc:spChg chg="mod">
          <ac:chgData name="[TT] Nguyễn Khánh Quỳnh" userId="dfc16938-86d2-4dda-b085-9b2c959bd8bb" providerId="ADAL" clId="{4B932ACE-212B-4F91-8A6A-C7E3B40542F3}" dt="2024-05-05T23:53:41.218" v="131"/>
          <ac:spMkLst>
            <pc:docMk/>
            <pc:sldMk cId="3155841699" sldId="305"/>
            <ac:spMk id="48" creationId="{8B6E6A29-04D9-FF20-B9DF-2812993BC596}"/>
          </ac:spMkLst>
        </pc:spChg>
        <pc:spChg chg="mod">
          <ac:chgData name="[TT] Nguyễn Khánh Quỳnh" userId="dfc16938-86d2-4dda-b085-9b2c959bd8bb" providerId="ADAL" clId="{4B932ACE-212B-4F91-8A6A-C7E3B40542F3}" dt="2024-05-06T00:04:26.263" v="261" actId="20577"/>
          <ac:spMkLst>
            <pc:docMk/>
            <pc:sldMk cId="3155841699" sldId="305"/>
            <ac:spMk id="49" creationId="{60742F8D-AD6B-D7A0-12D0-00213EE25BB9}"/>
          </ac:spMkLst>
        </pc:spChg>
        <pc:spChg chg="add del mod">
          <ac:chgData name="[TT] Nguyễn Khánh Quỳnh" userId="dfc16938-86d2-4dda-b085-9b2c959bd8bb" providerId="ADAL" clId="{4B932ACE-212B-4F91-8A6A-C7E3B40542F3}" dt="2024-05-05T23:54:22.253" v="146" actId="478"/>
          <ac:spMkLst>
            <pc:docMk/>
            <pc:sldMk cId="3155841699" sldId="305"/>
            <ac:spMk id="51" creationId="{CD09C3B3-85E9-C428-08F0-0D17DEF9EB93}"/>
          </ac:spMkLst>
        </pc:spChg>
        <pc:spChg chg="add mod">
          <ac:chgData name="[TT] Nguyễn Khánh Quỳnh" userId="dfc16938-86d2-4dda-b085-9b2c959bd8bb" providerId="ADAL" clId="{4B932ACE-212B-4F91-8A6A-C7E3B40542F3}" dt="2024-05-05T23:54:47.215" v="151" actId="1076"/>
          <ac:spMkLst>
            <pc:docMk/>
            <pc:sldMk cId="3155841699" sldId="305"/>
            <ac:spMk id="52" creationId="{47745C36-6BCD-BF1A-3867-06D751C12D3E}"/>
          </ac:spMkLst>
        </pc:spChg>
        <pc:spChg chg="add del">
          <ac:chgData name="[TT] Nguyễn Khánh Quỳnh" userId="dfc16938-86d2-4dda-b085-9b2c959bd8bb" providerId="ADAL" clId="{4B932ACE-212B-4F91-8A6A-C7E3B40542F3}" dt="2024-05-05T23:56:48.741" v="174" actId="22"/>
          <ac:spMkLst>
            <pc:docMk/>
            <pc:sldMk cId="3155841699" sldId="305"/>
            <ac:spMk id="54" creationId="{52A69CD1-5424-4994-B375-384600D2C410}"/>
          </ac:spMkLst>
        </pc:spChg>
        <pc:spChg chg="add mod">
          <ac:chgData name="[TT] Nguyễn Khánh Quỳnh" userId="dfc16938-86d2-4dda-b085-9b2c959bd8bb" providerId="ADAL" clId="{4B932ACE-212B-4F91-8A6A-C7E3B40542F3}" dt="2024-05-06T00:04:20.286" v="260" actId="1076"/>
          <ac:spMkLst>
            <pc:docMk/>
            <pc:sldMk cId="3155841699" sldId="305"/>
            <ac:spMk id="56" creationId="{37689271-AC17-35C7-26A3-7635C18501FC}"/>
          </ac:spMkLst>
        </pc:spChg>
        <pc:spChg chg="mod">
          <ac:chgData name="[TT] Nguyễn Khánh Quỳnh" userId="dfc16938-86d2-4dda-b085-9b2c959bd8bb" providerId="ADAL" clId="{4B932ACE-212B-4F91-8A6A-C7E3B40542F3}" dt="2024-05-06T00:00:42.534" v="203"/>
          <ac:spMkLst>
            <pc:docMk/>
            <pc:sldMk cId="3155841699" sldId="305"/>
            <ac:spMk id="63" creationId="{5188B4BD-E8D9-69A9-8E14-BD25273A6CC7}"/>
          </ac:spMkLst>
        </pc:spChg>
        <pc:spChg chg="mod">
          <ac:chgData name="[TT] Nguyễn Khánh Quỳnh" userId="dfc16938-86d2-4dda-b085-9b2c959bd8bb" providerId="ADAL" clId="{4B932ACE-212B-4F91-8A6A-C7E3B40542F3}" dt="2024-05-06T00:00:42.534" v="203"/>
          <ac:spMkLst>
            <pc:docMk/>
            <pc:sldMk cId="3155841699" sldId="305"/>
            <ac:spMk id="66" creationId="{C2F15BC1-C280-1BBB-5732-D460D401B2B4}"/>
          </ac:spMkLst>
        </pc:spChg>
        <pc:spChg chg="mod">
          <ac:chgData name="[TT] Nguyễn Khánh Quỳnh" userId="dfc16938-86d2-4dda-b085-9b2c959bd8bb" providerId="ADAL" clId="{4B932ACE-212B-4F91-8A6A-C7E3B40542F3}" dt="2024-05-06T00:01:40.420" v="217" actId="14100"/>
          <ac:spMkLst>
            <pc:docMk/>
            <pc:sldMk cId="3155841699" sldId="305"/>
            <ac:spMk id="82" creationId="{29EEDE2F-8FC1-F0F5-3399-DE6812C0E365}"/>
          </ac:spMkLst>
        </pc:spChg>
        <pc:spChg chg="mod">
          <ac:chgData name="[TT] Nguyễn Khánh Quỳnh" userId="dfc16938-86d2-4dda-b085-9b2c959bd8bb" providerId="ADAL" clId="{4B932ACE-212B-4F91-8A6A-C7E3B40542F3}" dt="2024-05-05T23:56:00.361" v="168"/>
          <ac:spMkLst>
            <pc:docMk/>
            <pc:sldMk cId="3155841699" sldId="305"/>
            <ac:spMk id="83" creationId="{E717AA9B-747A-12FE-5D1C-BB806FBC9DBF}"/>
          </ac:spMkLst>
        </pc:spChg>
        <pc:grpChg chg="add del mod">
          <ac:chgData name="[TT] Nguyễn Khánh Quỳnh" userId="dfc16938-86d2-4dda-b085-9b2c959bd8bb" providerId="ADAL" clId="{4B932ACE-212B-4F91-8A6A-C7E3B40542F3}" dt="2024-05-05T23:54:52.795" v="160" actId="478"/>
          <ac:grpSpMkLst>
            <pc:docMk/>
            <pc:sldMk cId="3155841699" sldId="305"/>
            <ac:grpSpMk id="2" creationId="{851F403E-491A-1B9F-5DD0-FD82CDD2524B}"/>
          </ac:grpSpMkLst>
        </pc:grpChg>
        <pc:grpChg chg="del">
          <ac:chgData name="[TT] Nguyễn Khánh Quỳnh" userId="dfc16938-86d2-4dda-b085-9b2c959bd8bb" providerId="ADAL" clId="{4B932ACE-212B-4F91-8A6A-C7E3B40542F3}" dt="2024-05-05T23:50:42.499" v="111" actId="478"/>
          <ac:grpSpMkLst>
            <pc:docMk/>
            <pc:sldMk cId="3155841699" sldId="305"/>
            <ac:grpSpMk id="3" creationId="{E7020193-B737-A2D9-5ADE-FB9F255AFCF8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7" creationId="{9F8D59C6-55C5-379F-0C95-B82FBCE8173E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14" creationId="{B1DE3890-72D7-F820-A13A-69094BFE66CF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17" creationId="{0B148B3B-0B68-8804-380E-020C1E7ACD15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21" creationId="{D5DF4F6D-62D6-4764-A046-3BDBBED39954}"/>
          </ac:grpSpMkLst>
        </pc:grpChg>
        <pc:grpChg chg="mod">
          <ac:chgData name="[TT] Nguyễn Khánh Quỳnh" userId="dfc16938-86d2-4dda-b085-9b2c959bd8bb" providerId="ADAL" clId="{4B932ACE-212B-4F91-8A6A-C7E3B40542F3}" dt="2024-05-06T00:01:48.021" v="219" actId="14100"/>
          <ac:grpSpMkLst>
            <pc:docMk/>
            <pc:sldMk cId="3155841699" sldId="305"/>
            <ac:grpSpMk id="24" creationId="{8BAAC3D4-0B8A-8926-E080-473D4501934C}"/>
          </ac:grpSpMkLst>
        </pc:grpChg>
        <pc:grpChg chg="del mod">
          <ac:chgData name="[TT] Nguyễn Khánh Quỳnh" userId="dfc16938-86d2-4dda-b085-9b2c959bd8bb" providerId="ADAL" clId="{4B932ACE-212B-4F91-8A6A-C7E3B40542F3}" dt="2024-05-05T23:51:07.909" v="114" actId="478"/>
          <ac:grpSpMkLst>
            <pc:docMk/>
            <pc:sldMk cId="3155841699" sldId="305"/>
            <ac:grpSpMk id="25" creationId="{EE5C84B0-22DD-08A5-FB66-5C8394DC15A0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29" creationId="{AB1BE3CE-0371-A4E9-1408-F3C94A1558B9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34" creationId="{26B8E30A-E192-0938-4A38-7E0D4DC4A984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37" creationId="{B5FCB48E-4DF8-1EE2-B90A-F52F638C600D}"/>
          </ac:grpSpMkLst>
        </pc:grpChg>
        <pc:grpChg chg="add mod">
          <ac:chgData name="[TT] Nguyễn Khánh Quỳnh" userId="dfc16938-86d2-4dda-b085-9b2c959bd8bb" providerId="ADAL" clId="{4B932ACE-212B-4F91-8A6A-C7E3B40542F3}" dt="2024-05-06T00:03:35.299" v="246" actId="164"/>
          <ac:grpSpMkLst>
            <pc:docMk/>
            <pc:sldMk cId="3155841699" sldId="305"/>
            <ac:grpSpMk id="42" creationId="{88D5416E-94CB-FFD9-A870-F4892018CD15}"/>
          </ac:grpSpMkLst>
        </pc:grpChg>
        <pc:grpChg chg="add mod">
          <ac:chgData name="[TT] Nguyễn Khánh Quỳnh" userId="dfc16938-86d2-4dda-b085-9b2c959bd8bb" providerId="ADAL" clId="{4B932ACE-212B-4F91-8A6A-C7E3B40542F3}" dt="2024-05-06T00:01:53.770" v="220" actId="14100"/>
          <ac:grpSpMkLst>
            <pc:docMk/>
            <pc:sldMk cId="3155841699" sldId="305"/>
            <ac:grpSpMk id="47" creationId="{D0663010-25FE-04FD-1A51-768EC381FD26}"/>
          </ac:grpSpMkLst>
        </pc:grpChg>
        <pc:grpChg chg="del">
          <ac:chgData name="[TT] Nguyễn Khánh Quỳnh" userId="dfc16938-86d2-4dda-b085-9b2c959bd8bb" providerId="ADAL" clId="{4B932ACE-212B-4F91-8A6A-C7E3B40542F3}" dt="2024-05-05T23:50:38.254" v="110" actId="478"/>
          <ac:grpSpMkLst>
            <pc:docMk/>
            <pc:sldMk cId="3155841699" sldId="305"/>
            <ac:grpSpMk id="57" creationId="{14FE9469-8E26-4BEA-2D2F-3F221097E213}"/>
          </ac:grpSpMkLst>
        </pc:grpChg>
        <pc:grpChg chg="add del mod">
          <ac:chgData name="[TT] Nguyễn Khánh Quỳnh" userId="dfc16938-86d2-4dda-b085-9b2c959bd8bb" providerId="ADAL" clId="{4B932ACE-212B-4F91-8A6A-C7E3B40542F3}" dt="2024-05-06T00:00:46.352" v="205" actId="478"/>
          <ac:grpSpMkLst>
            <pc:docMk/>
            <pc:sldMk cId="3155841699" sldId="305"/>
            <ac:grpSpMk id="60" creationId="{0C258023-734D-9E5D-366C-33C1ADF608F5}"/>
          </ac:grpSpMkLst>
        </pc:grpChg>
        <pc:grpChg chg="mod ord topLvl">
          <ac:chgData name="[TT] Nguyễn Khánh Quỳnh" userId="dfc16938-86d2-4dda-b085-9b2c959bd8bb" providerId="ADAL" clId="{4B932ACE-212B-4F91-8A6A-C7E3B40542F3}" dt="2024-05-06T00:03:26.557" v="245" actId="164"/>
          <ac:grpSpMkLst>
            <pc:docMk/>
            <pc:sldMk cId="3155841699" sldId="305"/>
            <ac:grpSpMk id="61" creationId="{62AFDF35-0AAF-D009-B6F0-38F3A111BCAA}"/>
          </ac:grpSpMkLst>
        </pc:grpChg>
        <pc:grpChg chg="add mod">
          <ac:chgData name="[TT] Nguyễn Khánh Quỳnh" userId="dfc16938-86d2-4dda-b085-9b2c959bd8bb" providerId="ADAL" clId="{4B932ACE-212B-4F91-8A6A-C7E3B40542F3}" dt="2024-05-06T00:03:48.555" v="247" actId="555"/>
          <ac:grpSpMkLst>
            <pc:docMk/>
            <pc:sldMk cId="3155841699" sldId="305"/>
            <ac:grpSpMk id="67" creationId="{8CDF8EFE-EA45-9350-544C-345A417C59A7}"/>
          </ac:grpSpMkLst>
        </pc:grpChg>
        <pc:grpChg chg="add mod">
          <ac:chgData name="[TT] Nguyễn Khánh Quỳnh" userId="dfc16938-86d2-4dda-b085-9b2c959bd8bb" providerId="ADAL" clId="{4B932ACE-212B-4F91-8A6A-C7E3B40542F3}" dt="2024-05-06T00:03:52.336" v="252" actId="1035"/>
          <ac:grpSpMkLst>
            <pc:docMk/>
            <pc:sldMk cId="3155841699" sldId="305"/>
            <ac:grpSpMk id="68" creationId="{CA85EF9E-7A81-309D-3932-053186109CEE}"/>
          </ac:grpSpMkLst>
        </pc:grpChg>
        <pc:grpChg chg="del">
          <ac:chgData name="[TT] Nguyễn Khánh Quỳnh" userId="dfc16938-86d2-4dda-b085-9b2c959bd8bb" providerId="ADAL" clId="{4B932ACE-212B-4F91-8A6A-C7E3B40542F3}" dt="2024-05-05T23:50:42.499" v="111" actId="478"/>
          <ac:grpSpMkLst>
            <pc:docMk/>
            <pc:sldMk cId="3155841699" sldId="305"/>
            <ac:grpSpMk id="96" creationId="{E813453A-AF5D-B900-323F-8340A418E188}"/>
          </ac:grpSpMkLst>
        </pc:grpChg>
        <pc:graphicFrameChg chg="mod">
          <ac:chgData name="[TT] Nguyễn Khánh Quỳnh" userId="dfc16938-86d2-4dda-b085-9b2c959bd8bb" providerId="ADAL" clId="{4B932ACE-212B-4F91-8A6A-C7E3B40542F3}" dt="2024-05-05T23:53:03.021" v="126" actId="14100"/>
          <ac:graphicFrameMkLst>
            <pc:docMk/>
            <pc:sldMk cId="3155841699" sldId="305"/>
            <ac:graphicFrameMk id="41" creationId="{39ADAD35-A7A5-189D-33B9-5A6F8676BF64}"/>
          </ac:graphicFrameMkLst>
        </pc:graphicFrameChg>
        <pc:graphicFrameChg chg="mod">
          <ac:chgData name="[TT] Nguyễn Khánh Quỳnh" userId="dfc16938-86d2-4dda-b085-9b2c959bd8bb" providerId="ADAL" clId="{4B932ACE-212B-4F91-8A6A-C7E3B40542F3}" dt="2024-05-05T23:53:17.030" v="127"/>
          <ac:graphicFrameMkLst>
            <pc:docMk/>
            <pc:sldMk cId="3155841699" sldId="305"/>
            <ac:graphicFrameMk id="45" creationId="{B18A35DF-E967-9109-61CA-00B9D61442FA}"/>
          </ac:graphicFrameMkLst>
        </pc:graphicFrameChg>
        <pc:graphicFrameChg chg="mod">
          <ac:chgData name="[TT] Nguyễn Khánh Quỳnh" userId="dfc16938-86d2-4dda-b085-9b2c959bd8bb" providerId="ADAL" clId="{4B932ACE-212B-4F91-8A6A-C7E3B40542F3}" dt="2024-05-05T23:53:41.218" v="131"/>
          <ac:graphicFrameMkLst>
            <pc:docMk/>
            <pc:sldMk cId="3155841699" sldId="305"/>
            <ac:graphicFrameMk id="50" creationId="{5036B9F9-5EE0-6605-230B-9E743C5F2F07}"/>
          </ac:graphicFrameMkLst>
        </pc:graphicFrameChg>
        <pc:graphicFrameChg chg="add mod">
          <ac:chgData name="[TT] Nguyễn Khánh Quỳnh" userId="dfc16938-86d2-4dda-b085-9b2c959bd8bb" providerId="ADAL" clId="{4B932ACE-212B-4F91-8A6A-C7E3B40542F3}" dt="2024-05-06T00:03:26.557" v="245" actId="164"/>
          <ac:graphicFrameMkLst>
            <pc:docMk/>
            <pc:sldMk cId="3155841699" sldId="305"/>
            <ac:graphicFrameMk id="59" creationId="{89A9DDC4-A85B-9468-0E89-E4A07F4C9E89}"/>
          </ac:graphicFrameMkLst>
        </pc:graphicFrameChg>
        <pc:graphicFrameChg chg="del mod topLvl">
          <ac:chgData name="[TT] Nguyễn Khánh Quỳnh" userId="dfc16938-86d2-4dda-b085-9b2c959bd8bb" providerId="ADAL" clId="{4B932ACE-212B-4F91-8A6A-C7E3B40542F3}" dt="2024-05-06T00:00:46.352" v="205" actId="478"/>
          <ac:graphicFrameMkLst>
            <pc:docMk/>
            <pc:sldMk cId="3155841699" sldId="305"/>
            <ac:graphicFrameMk id="62" creationId="{C3795DD3-DE94-1856-E278-C85D0342C08F}"/>
          </ac:graphicFrameMkLst>
        </pc:graphicFrameChg>
      </pc:sldChg>
    </pc:docChg>
  </pc:docChgLst>
  <pc:docChgLst>
    <pc:chgData name="[TT] Nguyễn Văn Dũng" userId="c5e9f44b-6609-473d-a717-367053f1736d" providerId="ADAL" clId="{5B38320C-FFEF-4647-BF4B-371C267F740C}"/>
    <pc:docChg chg="undo custSel modSld modSection">
      <pc:chgData name="[TT] Nguyễn Văn Dũng" userId="c5e9f44b-6609-473d-a717-367053f1736d" providerId="ADAL" clId="{5B38320C-FFEF-4647-BF4B-371C267F740C}" dt="2024-05-23T03:54:27.881" v="4" actId="1076"/>
      <pc:docMkLst>
        <pc:docMk/>
      </pc:docMkLst>
      <pc:sldChg chg="modSp mod">
        <pc:chgData name="[TT] Nguyễn Văn Dũng" userId="c5e9f44b-6609-473d-a717-367053f1736d" providerId="ADAL" clId="{5B38320C-FFEF-4647-BF4B-371C267F740C}" dt="2024-05-08T02:44:23.816" v="0" actId="1076"/>
        <pc:sldMkLst>
          <pc:docMk/>
          <pc:sldMk cId="404036808" sldId="300"/>
        </pc:sldMkLst>
        <pc:grpChg chg="mod">
          <ac:chgData name="[TT] Nguyễn Văn Dũng" userId="c5e9f44b-6609-473d-a717-367053f1736d" providerId="ADAL" clId="{5B38320C-FFEF-4647-BF4B-371C267F740C}" dt="2024-05-08T02:44:23.816" v="0" actId="1076"/>
          <ac:grpSpMkLst>
            <pc:docMk/>
            <pc:sldMk cId="404036808" sldId="300"/>
            <ac:grpSpMk id="29" creationId="{AB1BE3CE-0371-A4E9-1408-F3C94A1558B9}"/>
          </ac:grpSpMkLst>
        </pc:grpChg>
      </pc:sldChg>
      <pc:sldChg chg="modSp mod">
        <pc:chgData name="[TT] Nguyễn Văn Dũng" userId="c5e9f44b-6609-473d-a717-367053f1736d" providerId="ADAL" clId="{5B38320C-FFEF-4647-BF4B-371C267F740C}" dt="2024-05-11T07:47:38.621" v="2" actId="1076"/>
        <pc:sldMkLst>
          <pc:docMk/>
          <pc:sldMk cId="3155841699" sldId="305"/>
        </pc:sldMkLst>
        <pc:grpChg chg="mod">
          <ac:chgData name="[TT] Nguyễn Văn Dũng" userId="c5e9f44b-6609-473d-a717-367053f1736d" providerId="ADAL" clId="{5B38320C-FFEF-4647-BF4B-371C267F740C}" dt="2024-05-11T07:47:38.621" v="2" actId="1076"/>
          <ac:grpSpMkLst>
            <pc:docMk/>
            <pc:sldMk cId="3155841699" sldId="305"/>
            <ac:grpSpMk id="24" creationId="{8BAAC3D4-0B8A-8926-E080-473D4501934C}"/>
          </ac:grpSpMkLst>
        </pc:grpChg>
      </pc:sldChg>
      <pc:sldChg chg="modSp mod">
        <pc:chgData name="[TT] Nguyễn Văn Dũng" userId="c5e9f44b-6609-473d-a717-367053f1736d" providerId="ADAL" clId="{5B38320C-FFEF-4647-BF4B-371C267F740C}" dt="2024-05-23T03:54:27.881" v="4" actId="1076"/>
        <pc:sldMkLst>
          <pc:docMk/>
          <pc:sldMk cId="688926237" sldId="311"/>
        </pc:sldMkLst>
        <pc:spChg chg="mod">
          <ac:chgData name="[TT] Nguyễn Văn Dũng" userId="c5e9f44b-6609-473d-a717-367053f1736d" providerId="ADAL" clId="{5B38320C-FFEF-4647-BF4B-371C267F740C}" dt="2024-05-23T03:54:27.881" v="4" actId="1076"/>
          <ac:spMkLst>
            <pc:docMk/>
            <pc:sldMk cId="688926237" sldId="311"/>
            <ac:spMk id="83" creationId="{E717AA9B-747A-12FE-5D1C-BB806FBC9DBF}"/>
          </ac:spMkLst>
        </pc:spChg>
      </pc:sldChg>
    </pc:docChg>
  </pc:docChgLst>
  <pc:docChgLst>
    <pc:chgData name="Nguyễn Khánh Quỳnh" userId="dfc16938-86d2-4dda-b085-9b2c959bd8bb" providerId="ADAL" clId="{4B932ACE-212B-4F91-8A6A-C7E3B40542F3}"/>
    <pc:docChg chg="undo custSel addSld delSld modSld sldOrd delMainMaster addSection modSection">
      <pc:chgData name="Nguyễn Khánh Quỳnh" userId="dfc16938-86d2-4dda-b085-9b2c959bd8bb" providerId="ADAL" clId="{4B932ACE-212B-4F91-8A6A-C7E3B40542F3}" dt="2024-05-06T03:15:29.656" v="2340" actId="478"/>
      <pc:docMkLst>
        <pc:docMk/>
      </pc:docMkLst>
      <pc:sldChg chg="del">
        <pc:chgData name="Nguyễn Khánh Quỳnh" userId="dfc16938-86d2-4dda-b085-9b2c959bd8bb" providerId="ADAL" clId="{4B932ACE-212B-4F91-8A6A-C7E3B40542F3}" dt="2024-05-06T02:56:32.230" v="2116" actId="47"/>
        <pc:sldMkLst>
          <pc:docMk/>
          <pc:sldMk cId="3564240816" sldId="293"/>
        </pc:sldMkLst>
      </pc:sldChg>
      <pc:sldChg chg="modSp">
        <pc:chgData name="Nguyễn Khánh Quỳnh" userId="dfc16938-86d2-4dda-b085-9b2c959bd8bb" providerId="ADAL" clId="{4B932ACE-212B-4F91-8A6A-C7E3B40542F3}" dt="2024-05-06T03:13:12.317" v="2331"/>
        <pc:sldMkLst>
          <pc:docMk/>
          <pc:sldMk cId="404036808" sldId="300"/>
        </pc:sldMkLst>
        <pc:spChg chg="del">
          <ac:chgData name="Nguyễn Khánh Quỳnh" userId="dfc16938-86d2-4dda-b085-9b2c959bd8bb" providerId="ADAL" clId="{4B932ACE-212B-4F91-8A6A-C7E3B40542F3}" dt="2024-05-03T02:49:27.704" v="75" actId="478"/>
          <ac:spMkLst>
            <pc:docMk/>
            <pc:sldMk cId="404036808" sldId="300"/>
            <ac:spMk id="8" creationId="{7A6E76F0-8A69-CC91-6EF7-911F373C4250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9" creationId="{BAC397E2-E4DC-AE16-5F24-70C930D61BA7}"/>
          </ac:spMkLst>
        </pc:spChg>
        <pc:spChg chg="mod">
          <ac:chgData name="Nguyễn Khánh Quỳnh" userId="dfc16938-86d2-4dda-b085-9b2c959bd8bb" providerId="ADAL" clId="{4B932ACE-212B-4F91-8A6A-C7E3B40542F3}" dt="2024-05-06T02:18:38.564" v="1593" actId="1076"/>
          <ac:spMkLst>
            <pc:docMk/>
            <pc:sldMk cId="404036808" sldId="300"/>
            <ac:spMk id="10" creationId="{90281471-F851-0710-14A0-92B4A6CA258A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11" creationId="{13FF54A7-CFA7-3991-5DEF-95282FF06AEA}"/>
          </ac:spMkLst>
        </pc:spChg>
        <pc:spChg chg="del topLvl">
          <ac:chgData name="Nguyễn Khánh Quỳnh" userId="dfc16938-86d2-4dda-b085-9b2c959bd8bb" providerId="ADAL" clId="{4B932ACE-212B-4F91-8A6A-C7E3B40542F3}" dt="2024-05-03T02:49:04.431" v="71" actId="478"/>
          <ac:spMkLst>
            <pc:docMk/>
            <pc:sldMk cId="404036808" sldId="300"/>
            <ac:spMk id="12" creationId="{54C98E2D-0AEC-069B-DAA5-2D5C74BAE1E7}"/>
          </ac:spMkLst>
        </pc:spChg>
        <pc:spChg chg="mod">
          <ac:chgData name="Nguyễn Khánh Quỳnh" userId="dfc16938-86d2-4dda-b085-9b2c959bd8bb" providerId="ADAL" clId="{4B932ACE-212B-4F91-8A6A-C7E3B40542F3}" dt="2024-05-06T02:17:26.786" v="1558"/>
          <ac:spMkLst>
            <pc:docMk/>
            <pc:sldMk cId="404036808" sldId="300"/>
            <ac:spMk id="12" creationId="{E0B713DE-351F-2D91-A232-E92B33039ADF}"/>
          </ac:spMkLst>
        </pc:spChg>
        <pc:spChg chg="del">
          <ac:chgData name="Nguyễn Khánh Quỳnh" userId="dfc16938-86d2-4dda-b085-9b2c959bd8bb" providerId="ADAL" clId="{4B932ACE-212B-4F91-8A6A-C7E3B40542F3}" dt="2024-05-06T02:17:25.886" v="1557" actId="478"/>
          <ac:spMkLst>
            <pc:docMk/>
            <pc:sldMk cId="404036808" sldId="300"/>
            <ac:spMk id="13" creationId="{70072A82-5422-0C13-934E-0CA8153D46BE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15" creationId="{0E95EF82-5BE8-2D14-7B64-995CE22AEC3B}"/>
          </ac:spMkLst>
        </pc:spChg>
        <pc:spChg chg="mod">
          <ac:chgData name="Nguyễn Khánh Quỳnh" userId="dfc16938-86d2-4dda-b085-9b2c959bd8bb" providerId="ADAL" clId="{4B932ACE-212B-4F91-8A6A-C7E3B40542F3}" dt="2024-05-03T04:29:07.941" v="1018" actId="1036"/>
          <ac:spMkLst>
            <pc:docMk/>
            <pc:sldMk cId="404036808" sldId="300"/>
            <ac:spMk id="16" creationId="{85C489DB-03D0-8EFE-B5D3-A6761A3E32CB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18" creationId="{26276022-AB9C-3096-8F74-2701C5243E4B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19" creationId="{C4DA7336-C4A6-4899-EB3B-7D62D9887D13}"/>
          </ac:spMkLst>
        </pc:spChg>
        <pc:spChg chg="del mod">
          <ac:chgData name="Nguyễn Khánh Quỳnh" userId="dfc16938-86d2-4dda-b085-9b2c959bd8bb" providerId="ADAL" clId="{4B932ACE-212B-4F91-8A6A-C7E3B40542F3}" dt="2024-05-06T02:17:25.886" v="1557" actId="478"/>
          <ac:spMkLst>
            <pc:docMk/>
            <pc:sldMk cId="404036808" sldId="300"/>
            <ac:spMk id="20" creationId="{3975CC50-4161-462F-F873-FFAAFEADA407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22" creationId="{55B63A40-237F-8A38-8364-AB18E0EDBFF6}"/>
          </ac:spMkLst>
        </pc:spChg>
        <pc:spChg chg="del mod">
          <ac:chgData name="Nguyễn Khánh Quỳnh" userId="dfc16938-86d2-4dda-b085-9b2c959bd8bb" providerId="ADAL" clId="{4B932ACE-212B-4F91-8A6A-C7E3B40542F3}" dt="2024-05-06T02:17:25.886" v="1557" actId="478"/>
          <ac:spMkLst>
            <pc:docMk/>
            <pc:sldMk cId="404036808" sldId="300"/>
            <ac:spMk id="23" creationId="{773D5CFF-686C-6DF9-AF41-D79688ABE8B6}"/>
          </ac:spMkLst>
        </pc:spChg>
        <pc:spChg chg="del">
          <ac:chgData name="Nguyễn Khánh Quỳnh" userId="dfc16938-86d2-4dda-b085-9b2c959bd8bb" providerId="ADAL" clId="{4B932ACE-212B-4F91-8A6A-C7E3B40542F3}" dt="2024-05-03T02:49:27.704" v="75" actId="478"/>
          <ac:spMkLst>
            <pc:docMk/>
            <pc:sldMk cId="404036808" sldId="300"/>
            <ac:spMk id="25" creationId="{3BFFAF61-50B6-96E5-A2E1-36CF9A08A9B7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26" creationId="{4C772E86-F0D9-573D-1077-0C3C76869C68}"/>
          </ac:spMkLst>
        </pc:spChg>
        <pc:spChg chg="del">
          <ac:chgData name="Nguyễn Khánh Quỳnh" userId="dfc16938-86d2-4dda-b085-9b2c959bd8bb" providerId="ADAL" clId="{4B932ACE-212B-4F91-8A6A-C7E3B40542F3}" dt="2024-05-03T02:48:46.918" v="66" actId="478"/>
          <ac:spMkLst>
            <pc:docMk/>
            <pc:sldMk cId="404036808" sldId="300"/>
            <ac:spMk id="27" creationId="{ECD4ADEB-E31D-13C9-D684-EF2D66013E62}"/>
          </ac:spMkLst>
        </pc:spChg>
        <pc:spChg chg="add del mod">
          <ac:chgData name="Nguyễn Khánh Quỳnh" userId="dfc16938-86d2-4dda-b085-9b2c959bd8bb" providerId="ADAL" clId="{4B932ACE-212B-4F91-8A6A-C7E3B40542F3}" dt="2024-05-06T02:17:25.886" v="1557" actId="478"/>
          <ac:spMkLst>
            <pc:docMk/>
            <pc:sldMk cId="404036808" sldId="300"/>
            <ac:spMk id="28" creationId="{88BE54B0-47AD-C76F-5D02-9D525E6D3A61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30" creationId="{A8DFEFDB-B2E9-6FD4-D85F-58917C13631F}"/>
          </ac:spMkLst>
        </pc:spChg>
        <pc:spChg chg="del">
          <ac:chgData name="Nguyễn Khánh Quỳnh" userId="dfc16938-86d2-4dda-b085-9b2c959bd8bb" providerId="ADAL" clId="{4B932ACE-212B-4F91-8A6A-C7E3B40542F3}" dt="2024-05-03T02:49:27.704" v="75" actId="478"/>
          <ac:spMkLst>
            <pc:docMk/>
            <pc:sldMk cId="404036808" sldId="300"/>
            <ac:spMk id="32" creationId="{5B61D79F-A284-1793-B155-803977CC16CA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33" creationId="{AE8FAA0E-212E-BFE1-DD7B-92260D028FF1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35" creationId="{E7684256-FE68-37EF-AA28-D51B6ED94E65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36" creationId="{F0010436-A633-A5D2-EF19-407875B96F30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39" creationId="{F14CAA81-7D94-8B2B-B143-119C112ED5B1}"/>
          </ac:spMkLst>
        </pc:spChg>
        <pc:spChg chg="del">
          <ac:chgData name="Nguyễn Khánh Quỳnh" userId="dfc16938-86d2-4dda-b085-9b2c959bd8bb" providerId="ADAL" clId="{4B932ACE-212B-4F91-8A6A-C7E3B40542F3}" dt="2024-05-03T02:48:48.716" v="67" actId="478"/>
          <ac:spMkLst>
            <pc:docMk/>
            <pc:sldMk cId="404036808" sldId="300"/>
            <ac:spMk id="42" creationId="{BF9C180A-EA0B-4FDF-B66D-8A7EBCC8A88E}"/>
          </ac:spMkLst>
        </pc:spChg>
        <pc:spChg chg="mod">
          <ac:chgData name="Nguyễn Khánh Quỳnh" userId="dfc16938-86d2-4dda-b085-9b2c959bd8bb" providerId="ADAL" clId="{4B932ACE-212B-4F91-8A6A-C7E3B40542F3}" dt="2024-05-06T02:28:40.333" v="1756" actId="1076"/>
          <ac:spMkLst>
            <pc:docMk/>
            <pc:sldMk cId="404036808" sldId="300"/>
            <ac:spMk id="43" creationId="{28B89B9B-EDB6-00D2-5E1D-01E3816E3136}"/>
          </ac:spMkLst>
        </pc:spChg>
        <pc:spChg chg="mod">
          <ac:chgData name="Nguyễn Khánh Quỳnh" userId="dfc16938-86d2-4dda-b085-9b2c959bd8bb" providerId="ADAL" clId="{4B932ACE-212B-4F91-8A6A-C7E3B40542F3}" dt="2024-05-06T02:17:26.786" v="1558"/>
          <ac:spMkLst>
            <pc:docMk/>
            <pc:sldMk cId="404036808" sldId="300"/>
            <ac:spMk id="45" creationId="{6979F8F8-3497-02FD-B4C3-5271D61039C3}"/>
          </ac:spMkLst>
        </pc:spChg>
        <pc:spChg chg="mod">
          <ac:chgData name="Nguyễn Khánh Quỳnh" userId="dfc16938-86d2-4dda-b085-9b2c959bd8bb" providerId="ADAL" clId="{4B932ACE-212B-4F91-8A6A-C7E3B40542F3}" dt="2024-05-06T02:21:07.198" v="1709" actId="20577"/>
          <ac:spMkLst>
            <pc:docMk/>
            <pc:sldMk cId="404036808" sldId="300"/>
            <ac:spMk id="46" creationId="{1D7F8863-0B03-818D-B04D-F51CF68B0FB1}"/>
          </ac:spMkLst>
        </pc:spChg>
        <pc:spChg chg="mod">
          <ac:chgData name="Nguyễn Khánh Quỳnh" userId="dfc16938-86d2-4dda-b085-9b2c959bd8bb" providerId="ADAL" clId="{4B932ACE-212B-4F91-8A6A-C7E3B40542F3}" dt="2024-05-06T02:17:26.786" v="1558"/>
          <ac:spMkLst>
            <pc:docMk/>
            <pc:sldMk cId="404036808" sldId="300"/>
            <ac:spMk id="47" creationId="{B66947E8-ADE5-51BE-25CB-3C41AD56044E}"/>
          </ac:spMkLst>
        </pc:spChg>
        <pc:spChg chg="mod">
          <ac:chgData name="Nguyễn Khánh Quỳnh" userId="dfc16938-86d2-4dda-b085-9b2c959bd8bb" providerId="ADAL" clId="{4B932ACE-212B-4F91-8A6A-C7E3B40542F3}" dt="2024-05-06T02:17:26.786" v="1558"/>
          <ac:spMkLst>
            <pc:docMk/>
            <pc:sldMk cId="404036808" sldId="300"/>
            <ac:spMk id="49" creationId="{A74AD48C-9B33-DD12-EB11-5FA427C2E535}"/>
          </ac:spMkLst>
        </pc:spChg>
        <pc:spChg chg="del">
          <ac:chgData name="Nguyễn Khánh Quỳnh" userId="dfc16938-86d2-4dda-b085-9b2c959bd8bb" providerId="ADAL" clId="{4B932ACE-212B-4F91-8A6A-C7E3B40542F3}" dt="2024-05-03T02:48:49.711" v="68" actId="478"/>
          <ac:spMkLst>
            <pc:docMk/>
            <pc:sldMk cId="404036808" sldId="300"/>
            <ac:spMk id="52" creationId="{69BE825F-4090-4E62-B2F9-67352F83BED7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58" creationId="{7EB23762-6EA1-00B4-6287-466B5BE04C10}"/>
          </ac:spMkLst>
        </pc:spChg>
        <pc:spChg chg="mod">
          <ac:chgData name="Nguyễn Khánh Quỳnh" userId="dfc16938-86d2-4dda-b085-9b2c959bd8bb" providerId="ADAL" clId="{4B932ACE-212B-4F91-8A6A-C7E3B40542F3}" dt="2024-05-03T04:28:27.400" v="1001" actId="165"/>
          <ac:spMkLst>
            <pc:docMk/>
            <pc:sldMk cId="404036808" sldId="300"/>
            <ac:spMk id="64" creationId="{252AC16E-3900-9F24-1BCB-A7E8C279A553}"/>
          </ac:spMkLst>
        </pc:spChg>
        <pc:spChg chg="add mod">
          <ac:chgData name="Nguyễn Khánh Quỳnh" userId="dfc16938-86d2-4dda-b085-9b2c959bd8bb" providerId="ADAL" clId="{4B932ACE-212B-4F91-8A6A-C7E3B40542F3}" dt="2024-05-06T02:19:03.971" v="1625" actId="1036"/>
          <ac:spMkLst>
            <pc:docMk/>
            <pc:sldMk cId="404036808" sldId="300"/>
            <ac:spMk id="65" creationId="{30023280-9DDD-2E91-A295-BF96B5F8A275}"/>
          </ac:spMkLst>
        </pc:spChg>
        <pc:spChg chg="add del">
          <ac:chgData name="Nguyễn Khánh Quỳnh" userId="dfc16938-86d2-4dda-b085-9b2c959bd8bb" providerId="ADAL" clId="{4B932ACE-212B-4F91-8A6A-C7E3B40542F3}" dt="2024-05-03T02:58:24.534" v="399" actId="11529"/>
          <ac:spMkLst>
            <pc:docMk/>
            <pc:sldMk cId="404036808" sldId="300"/>
            <ac:spMk id="66" creationId="{B95A3143-FCD7-E569-2735-FA590F776A3E}"/>
          </ac:spMkLst>
        </pc:spChg>
        <pc:spChg chg="mod topLvl">
          <ac:chgData name="Nguyễn Khánh Quỳnh" userId="dfc16938-86d2-4dda-b085-9b2c959bd8bb" providerId="ADAL" clId="{4B932ACE-212B-4F91-8A6A-C7E3B40542F3}" dt="2024-05-03T04:27:29.877" v="981" actId="164"/>
          <ac:spMkLst>
            <pc:docMk/>
            <pc:sldMk cId="404036808" sldId="300"/>
            <ac:spMk id="77" creationId="{6C518065-7ECF-2C44-6000-B7046818685F}"/>
          </ac:spMkLst>
        </pc:spChg>
        <pc:spChg chg="mod topLvl">
          <ac:chgData name="Nguyễn Khánh Quỳnh" userId="dfc16938-86d2-4dda-b085-9b2c959bd8bb" providerId="ADAL" clId="{4B932ACE-212B-4F91-8A6A-C7E3B40542F3}" dt="2024-05-03T04:27:42.122" v="984" actId="1076"/>
          <ac:spMkLst>
            <pc:docMk/>
            <pc:sldMk cId="404036808" sldId="300"/>
            <ac:spMk id="78" creationId="{45CD0582-49E3-6822-C156-F08CFCF12AA9}"/>
          </ac:spMkLst>
        </pc:spChg>
        <pc:spChg chg="add mod">
          <ac:chgData name="Nguyễn Khánh Quỳnh" userId="dfc16938-86d2-4dda-b085-9b2c959bd8bb" providerId="ADAL" clId="{4B932ACE-212B-4F91-8A6A-C7E3B40542F3}" dt="2024-05-03T04:25:13.167" v="972" actId="1076"/>
          <ac:spMkLst>
            <pc:docMk/>
            <pc:sldMk cId="404036808" sldId="300"/>
            <ac:spMk id="81" creationId="{3D0979F2-5073-9B66-06BA-5B1449363140}"/>
          </ac:spMkLst>
        </pc:spChg>
        <pc:spChg chg="add mod">
          <ac:chgData name="Nguyễn Khánh Quỳnh" userId="dfc16938-86d2-4dda-b085-9b2c959bd8bb" providerId="ADAL" clId="{4B932ACE-212B-4F91-8A6A-C7E3B40542F3}" dt="2024-05-03T04:28:15.088" v="1000" actId="1036"/>
          <ac:spMkLst>
            <pc:docMk/>
            <pc:sldMk cId="404036808" sldId="300"/>
            <ac:spMk id="82" creationId="{29EEDE2F-8FC1-F0F5-3399-DE6812C0E365}"/>
          </ac:spMkLst>
        </pc:spChg>
        <pc:spChg chg="add mod">
          <ac:chgData name="Nguyễn Khánh Quỳnh" userId="dfc16938-86d2-4dda-b085-9b2c959bd8bb" providerId="ADAL" clId="{4B932ACE-212B-4F91-8A6A-C7E3B40542F3}" dt="2024-05-03T04:27:07.213" v="976" actId="164"/>
          <ac:spMkLst>
            <pc:docMk/>
            <pc:sldMk cId="404036808" sldId="300"/>
            <ac:spMk id="83" creationId="{E717AA9B-747A-12FE-5D1C-BB806FBC9DBF}"/>
          </ac:spMkLst>
        </pc:spChg>
        <pc:spChg chg="del topLvl">
          <ac:chgData name="Nguyễn Khánh Quỳnh" userId="dfc16938-86d2-4dda-b085-9b2c959bd8bb" providerId="ADAL" clId="{4B932ACE-212B-4F91-8A6A-C7E3B40542F3}" dt="2024-05-03T02:49:05.306" v="72" actId="478"/>
          <ac:spMkLst>
            <pc:docMk/>
            <pc:sldMk cId="404036808" sldId="300"/>
            <ac:spMk id="1046" creationId="{D30C4567-70B0-DF6D-B16A-619718AF248A}"/>
          </ac:spMkLst>
        </pc:spChg>
        <pc:spChg chg="del">
          <ac:chgData name="Nguyễn Khánh Quỳnh" userId="dfc16938-86d2-4dda-b085-9b2c959bd8bb" providerId="ADAL" clId="{4B932ACE-212B-4F91-8A6A-C7E3B40542F3}" dt="2024-05-03T02:49:27.704" v="75" actId="478"/>
          <ac:spMkLst>
            <pc:docMk/>
            <pc:sldMk cId="404036808" sldId="300"/>
            <ac:spMk id="1048" creationId="{747F6002-2471-3F99-2264-D86C460A64E7}"/>
          </ac:spMkLst>
        </pc:spChg>
        <pc:spChg chg="del">
          <ac:chgData name="Nguyễn Khánh Quỳnh" userId="dfc16938-86d2-4dda-b085-9b2c959bd8bb" providerId="ADAL" clId="{4B932ACE-212B-4F91-8A6A-C7E3B40542F3}" dt="2024-05-03T02:49:27.704" v="75" actId="478"/>
          <ac:spMkLst>
            <pc:docMk/>
            <pc:sldMk cId="404036808" sldId="300"/>
            <ac:spMk id="1060" creationId="{AE9F8D15-8665-69B6-12BF-D48B6B3F72D9}"/>
          </ac:spMkLst>
        </pc:spChg>
        <pc:grpChg chg="add mod">
          <ac:chgData name="Nguyễn Khánh Quỳnh" userId="dfc16938-86d2-4dda-b085-9b2c959bd8bb" providerId="ADAL" clId="{4B932ACE-212B-4F91-8A6A-C7E3B40542F3}" dt="2024-05-06T02:18:51.047" v="1607" actId="1035"/>
          <ac:grpSpMkLst>
            <pc:docMk/>
            <pc:sldMk cId="404036808" sldId="300"/>
            <ac:grpSpMk id="2" creationId="{4E84D1EE-473D-CE03-254B-72DE7F7CD5F0}"/>
          </ac:grpSpMkLst>
        </pc:grpChg>
        <pc:grpChg chg="mod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3" creationId="{E7020193-B737-A2D9-5ADE-FB9F255AFCF8}"/>
          </ac:grpSpMkLst>
        </pc:grpChg>
        <pc:grpChg chg="del">
          <ac:chgData name="Nguyễn Khánh Quỳnh" userId="dfc16938-86d2-4dda-b085-9b2c959bd8bb" providerId="ADAL" clId="{4B932ACE-212B-4F91-8A6A-C7E3B40542F3}" dt="2024-05-03T02:49:04.431" v="71" actId="478"/>
          <ac:grpSpMkLst>
            <pc:docMk/>
            <pc:sldMk cId="404036808" sldId="300"/>
            <ac:grpSpMk id="4" creationId="{2F1141AC-CF79-7085-D632-526897DB7037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7" creationId="{9F8D59C6-55C5-379F-0C95-B82FBCE8173E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14" creationId="{B1DE3890-72D7-F820-A13A-69094BFE66CF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17" creationId="{0B148B3B-0B68-8804-380E-020C1E7ACD15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21" creationId="{D5DF4F6D-62D6-4764-A046-3BDBBED39954}"/>
          </ac:grpSpMkLst>
        </pc:grpChg>
        <pc:grpChg chg="mod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24" creationId="{8BAAC3D4-0B8A-8926-E080-473D4501934C}"/>
          </ac:grpSpMkLst>
        </pc:grpChg>
        <pc:grpChg chg="mod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25" creationId="{EE5C84B0-22DD-08A5-FB66-5C8394DC15A0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29" creationId="{AB1BE3CE-0371-A4E9-1408-F3C94A1558B9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34" creationId="{26B8E30A-E192-0938-4A38-7E0D4DC4A984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37" creationId="{B5FCB48E-4DF8-1EE2-B90A-F52F638C600D}"/>
          </ac:grpSpMkLst>
        </pc:grpChg>
        <pc:grpChg chg="del">
          <ac:chgData name="Nguyễn Khánh Quỳnh" userId="dfc16938-86d2-4dda-b085-9b2c959bd8bb" providerId="ADAL" clId="{4B932ACE-212B-4F91-8A6A-C7E3B40542F3}" dt="2024-05-03T02:49:27.704" v="75" actId="478"/>
          <ac:grpSpMkLst>
            <pc:docMk/>
            <pc:sldMk cId="404036808" sldId="300"/>
            <ac:grpSpMk id="38" creationId="{3E792B81-C8CD-16DE-E850-427F8554000D}"/>
          </ac:grpSpMkLst>
        </pc:grpChg>
        <pc:grpChg chg="mod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41" creationId="{5EC1770B-45B0-DE5A-8E9E-9772E539975D}"/>
          </ac:grpSpMkLst>
        </pc:grpChg>
        <pc:grpChg chg="add mod topLvl">
          <ac:chgData name="Nguyễn Khánh Quỳnh" userId="dfc16938-86d2-4dda-b085-9b2c959bd8bb" providerId="ADAL" clId="{4B932ACE-212B-4F91-8A6A-C7E3B40542F3}" dt="2024-05-06T02:19:03.971" v="1625" actId="1036"/>
          <ac:grpSpMkLst>
            <pc:docMk/>
            <pc:sldMk cId="404036808" sldId="300"/>
            <ac:grpSpMk id="57" creationId="{14FE9469-8E26-4BEA-2D2F-3F221097E213}"/>
          </ac:grpSpMkLst>
        </pc:grpChg>
        <pc:grpChg chg="del">
          <ac:chgData name="Nguyễn Khánh Quỳnh" userId="dfc16938-86d2-4dda-b085-9b2c959bd8bb" providerId="ADAL" clId="{4B932ACE-212B-4F91-8A6A-C7E3B40542F3}" dt="2024-05-03T02:49:27.704" v="75" actId="478"/>
          <ac:grpSpMkLst>
            <pc:docMk/>
            <pc:sldMk cId="404036808" sldId="300"/>
            <ac:grpSpMk id="68" creationId="{447050B1-5531-4FE4-65F9-AE42E2D60758}"/>
          </ac:grpSpMkLst>
        </pc:grpChg>
        <pc:grpChg chg="add del mod">
          <ac:chgData name="Nguyễn Khánh Quỳnh" userId="dfc16938-86d2-4dda-b085-9b2c959bd8bb" providerId="ADAL" clId="{4B932ACE-212B-4F91-8A6A-C7E3B40542F3}" dt="2024-05-03T04:27:27.513" v="980" actId="165"/>
          <ac:grpSpMkLst>
            <pc:docMk/>
            <pc:sldMk cId="404036808" sldId="300"/>
            <ac:grpSpMk id="69" creationId="{0CAC1BBB-04B6-2D2B-00C1-6463F798E8AC}"/>
          </ac:grpSpMkLst>
        </pc:grpChg>
        <pc:grpChg chg="add del mod">
          <ac:chgData name="Nguyễn Khánh Quỳnh" userId="dfc16938-86d2-4dda-b085-9b2c959bd8bb" providerId="ADAL" clId="{4B932ACE-212B-4F91-8A6A-C7E3B40542F3}" dt="2024-05-03T04:28:27.400" v="1001" actId="165"/>
          <ac:grpSpMkLst>
            <pc:docMk/>
            <pc:sldMk cId="404036808" sldId="300"/>
            <ac:grpSpMk id="80" creationId="{104716EA-9ECD-3A75-E3E5-2560E5C7B95F}"/>
          </ac:grpSpMkLst>
        </pc:grpChg>
        <pc:grpChg chg="add mod">
          <ac:chgData name="Nguyễn Khánh Quỳnh" userId="dfc16938-86d2-4dda-b085-9b2c959bd8bb" providerId="ADAL" clId="{4B932ACE-212B-4F91-8A6A-C7E3B40542F3}" dt="2024-05-03T04:29:22.647" v="1030" actId="14100"/>
          <ac:grpSpMkLst>
            <pc:docMk/>
            <pc:sldMk cId="404036808" sldId="300"/>
            <ac:grpSpMk id="85" creationId="{C28A9DFD-596B-8AC5-AD9F-7B5AFCF044DA}"/>
          </ac:grpSpMkLst>
        </pc:grpChg>
        <pc:grpChg chg="add mod">
          <ac:chgData name="Nguyễn Khánh Quỳnh" userId="dfc16938-86d2-4dda-b085-9b2c959bd8bb" providerId="ADAL" clId="{4B932ACE-212B-4F91-8A6A-C7E3B40542F3}" dt="2024-05-03T04:29:13.931" v="1027" actId="1035"/>
          <ac:grpSpMkLst>
            <pc:docMk/>
            <pc:sldMk cId="404036808" sldId="300"/>
            <ac:grpSpMk id="96" creationId="{E813453A-AF5D-B900-323F-8340A418E188}"/>
          </ac:grpSpMkLst>
        </pc:grpChg>
        <pc:grpChg chg="del">
          <ac:chgData name="Nguyễn Khánh Quỳnh" userId="dfc16938-86d2-4dda-b085-9b2c959bd8bb" providerId="ADAL" clId="{4B932ACE-212B-4F91-8A6A-C7E3B40542F3}" dt="2024-05-03T02:49:07.025" v="73" actId="478"/>
          <ac:grpSpMkLst>
            <pc:docMk/>
            <pc:sldMk cId="404036808" sldId="300"/>
            <ac:grpSpMk id="1047" creationId="{A12BA622-B312-A81A-03D6-CDD5A496A7AE}"/>
          </ac:grpSpMkLst>
        </pc:grpChg>
        <pc:grpChg chg="del">
          <ac:chgData name="Nguyễn Khánh Quỳnh" userId="dfc16938-86d2-4dda-b085-9b2c959bd8bb" providerId="ADAL" clId="{4B932ACE-212B-4F91-8A6A-C7E3B40542F3}" dt="2024-05-03T02:49:30.325" v="76" actId="478"/>
          <ac:grpSpMkLst>
            <pc:docMk/>
            <pc:sldMk cId="404036808" sldId="300"/>
            <ac:grpSpMk id="1050" creationId="{D9BAD7F1-63B0-FC83-3DB4-7F2E7F813F57}"/>
          </ac:grpSpMkLst>
        </pc:grpChg>
        <pc:graphicFrameChg chg="modGraphic">
          <ac:chgData name="Nguyễn Khánh Quỳnh" userId="dfc16938-86d2-4dda-b085-9b2c959bd8bb" providerId="ADAL" clId="{4B932ACE-212B-4F91-8A6A-C7E3B40542F3}" dt="2024-05-06T03:13:07.922" v="2330"/>
          <ac:graphicFrameMkLst>
            <pc:docMk/>
            <pc:sldMk cId="404036808" sldId="300"/>
            <ac:graphicFrameMk id="8" creationId="{B04C7D6A-B92B-3869-91D6-AFA6F5B95C5B}"/>
          </ac:graphicFrameMkLst>
        </pc:graphicFrameChg>
        <pc:graphicFrameChg chg="del mod">
          <ac:chgData name="Nguyễn Khánh Quỳnh" userId="dfc16938-86d2-4dda-b085-9b2c959bd8bb" providerId="ADAL" clId="{4B932ACE-212B-4F91-8A6A-C7E3B40542F3}" dt="2024-05-03T02:49:27.704" v="75" actId="478"/>
          <ac:graphicFrameMkLst>
            <pc:docMk/>
            <pc:sldMk cId="404036808" sldId="300"/>
            <ac:graphicFrameMk id="24" creationId="{A4594A6D-1D37-02B4-120D-5ADDC2C960C5}"/>
          </ac:graphicFrameMkLst>
        </pc:graphicFrameChg>
        <pc:graphicFrameChg chg="modGraphic">
          <ac:chgData name="Nguyễn Khánh Quỳnh" userId="dfc16938-86d2-4dda-b085-9b2c959bd8bb" providerId="ADAL" clId="{4B932ACE-212B-4F91-8A6A-C7E3B40542F3}" dt="2024-05-06T03:13:12.317" v="2331"/>
          <ac:graphicFrameMkLst>
            <pc:docMk/>
            <pc:sldMk cId="404036808" sldId="300"/>
            <ac:graphicFrameMk id="31" creationId="{9B05C4AB-B8E0-B397-FDF0-2A4C6E0A3DC2}"/>
          </ac:graphicFrameMkLst>
        </pc:graphicFrameChg>
        <pc:graphicFrameChg chg="del">
          <ac:chgData name="Nguyễn Khánh Quỳnh" userId="dfc16938-86d2-4dda-b085-9b2c959bd8bb" providerId="ADAL" clId="{4B932ACE-212B-4F91-8A6A-C7E3B40542F3}" dt="2024-05-03T02:49:37.135" v="77" actId="478"/>
          <ac:graphicFrameMkLst>
            <pc:docMk/>
            <pc:sldMk cId="404036808" sldId="300"/>
            <ac:graphicFrameMk id="31" creationId="{DF4D748E-2DB1-28C7-9E3E-8360D44345B9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28:42.614" v="1757" actId="14100"/>
          <ac:graphicFrameMkLst>
            <pc:docMk/>
            <pc:sldMk cId="404036808" sldId="300"/>
            <ac:graphicFrameMk id="44" creationId="{3E5670EF-5431-B64F-98FB-F77B8494F8F4}"/>
          </ac:graphicFrameMkLst>
        </pc:graphicFrameChg>
        <pc:graphicFrameChg chg="del">
          <ac:chgData name="Nguyễn Khánh Quỳnh" userId="dfc16938-86d2-4dda-b085-9b2c959bd8bb" providerId="ADAL" clId="{4B932ACE-212B-4F91-8A6A-C7E3B40542F3}" dt="2024-05-03T02:49:02.432" v="70" actId="478"/>
          <ac:graphicFrameMkLst>
            <pc:docMk/>
            <pc:sldMk cId="404036808" sldId="300"/>
            <ac:graphicFrameMk id="54" creationId="{7DF3A785-1838-4613-422E-40C2FCC12172}"/>
          </ac:graphicFrameMkLst>
        </pc:graphicFrameChg>
        <pc:graphicFrameChg chg="mod topLvl">
          <ac:chgData name="Nguyễn Khánh Quỳnh" userId="dfc16938-86d2-4dda-b085-9b2c959bd8bb" providerId="ADAL" clId="{4B932ACE-212B-4F91-8A6A-C7E3B40542F3}" dt="2024-05-03T04:27:29.877" v="981" actId="164"/>
          <ac:graphicFrameMkLst>
            <pc:docMk/>
            <pc:sldMk cId="404036808" sldId="300"/>
            <ac:graphicFrameMk id="79" creationId="{EF863B4E-282B-0D73-35C8-20EE8568C14A}"/>
          </ac:graphicFrameMkLst>
        </pc:graphicFrameChg>
        <pc:graphicFrameChg chg="add del mod">
          <ac:chgData name="Nguyễn Khánh Quỳnh" userId="dfc16938-86d2-4dda-b085-9b2c959bd8bb" providerId="ADAL" clId="{4B932ACE-212B-4F91-8A6A-C7E3B40542F3}" dt="2024-05-03T04:31:45.951" v="1035" actId="478"/>
          <ac:graphicFrameMkLst>
            <pc:docMk/>
            <pc:sldMk cId="404036808" sldId="300"/>
            <ac:graphicFrameMk id="84" creationId="{8C7FB96C-6EB8-D5EF-5FE2-2C8503DDBFF6}"/>
          </ac:graphicFrameMkLst>
        </pc:graphicFrameChg>
        <pc:graphicFrameChg chg="add mod">
          <ac:chgData name="Nguyễn Khánh Quỳnh" userId="dfc16938-86d2-4dda-b085-9b2c959bd8bb" providerId="ADAL" clId="{4B932ACE-212B-4F91-8A6A-C7E3B40542F3}" dt="2024-05-03T04:30:48.551" v="1031"/>
          <ac:graphicFrameMkLst>
            <pc:docMk/>
            <pc:sldMk cId="404036808" sldId="300"/>
            <ac:graphicFrameMk id="97" creationId="{6E744238-B450-D260-7687-F33ACD6516EE}"/>
          </ac:graphicFrameMkLst>
        </pc:graphicFrameChg>
        <pc:graphicFrameChg chg="add del mod">
          <ac:chgData name="Nguyễn Khánh Quỳnh" userId="dfc16938-86d2-4dda-b085-9b2c959bd8bb" providerId="ADAL" clId="{4B932ACE-212B-4F91-8A6A-C7E3B40542F3}" dt="2024-05-03T04:31:11.604" v="1034" actId="478"/>
          <ac:graphicFrameMkLst>
            <pc:docMk/>
            <pc:sldMk cId="404036808" sldId="300"/>
            <ac:graphicFrameMk id="98" creationId="{E0A7B23A-B42E-2C50-0BF1-6D1AC501BF73}"/>
          </ac:graphicFrameMkLst>
        </pc:graphicFrameChg>
        <pc:graphicFrameChg chg="del">
          <ac:chgData name="Nguyễn Khánh Quỳnh" userId="dfc16938-86d2-4dda-b085-9b2c959bd8bb" providerId="ADAL" clId="{4B932ACE-212B-4F91-8A6A-C7E3B40542F3}" dt="2024-05-03T02:49:27.704" v="75" actId="478"/>
          <ac:graphicFrameMkLst>
            <pc:docMk/>
            <pc:sldMk cId="404036808" sldId="300"/>
            <ac:graphicFrameMk id="120" creationId="{56F4F3EC-29DC-F80F-B415-4B53C66B8500}"/>
          </ac:graphicFrameMkLst>
        </pc:graphicFrameChg>
        <pc:graphicFrameChg chg="del">
          <ac:chgData name="Nguyễn Khánh Quỳnh" userId="dfc16938-86d2-4dda-b085-9b2c959bd8bb" providerId="ADAL" clId="{4B932ACE-212B-4F91-8A6A-C7E3B40542F3}" dt="2024-05-03T02:49:27.704" v="75" actId="478"/>
          <ac:graphicFrameMkLst>
            <pc:docMk/>
            <pc:sldMk cId="404036808" sldId="300"/>
            <ac:graphicFrameMk id="122" creationId="{E61C2BAD-D026-436B-7A32-331DEA80AF7E}"/>
          </ac:graphicFrameMkLst>
        </pc:graphicFrameChg>
        <pc:graphicFrameChg chg="del">
          <ac:chgData name="Nguyễn Khánh Quỳnh" userId="dfc16938-86d2-4dda-b085-9b2c959bd8bb" providerId="ADAL" clId="{4B932ACE-212B-4F91-8A6A-C7E3B40542F3}" dt="2024-05-03T02:49:27.704" v="75" actId="478"/>
          <ac:graphicFrameMkLst>
            <pc:docMk/>
            <pc:sldMk cId="404036808" sldId="300"/>
            <ac:graphicFrameMk id="123" creationId="{24B6ADFD-E4A1-FC15-5070-36759FA9C6D0}"/>
          </ac:graphicFrameMkLst>
        </pc:graphicFrameChg>
        <pc:picChg chg="add mod modCrop">
          <ac:chgData name="Nguyễn Khánh Quỳnh" userId="dfc16938-86d2-4dda-b085-9b2c959bd8bb" providerId="ADAL" clId="{4B932ACE-212B-4F91-8A6A-C7E3B40542F3}" dt="2024-05-06T02:18:55.601" v="1609" actId="1076"/>
          <ac:picMkLst>
            <pc:docMk/>
            <pc:sldMk cId="404036808" sldId="300"/>
            <ac:picMk id="5" creationId="{4193CF2D-1A43-AAE6-D860-C2E89D6D8329}"/>
          </ac:picMkLst>
        </pc:picChg>
        <pc:picChg chg="del">
          <ac:chgData name="Nguyễn Khánh Quỳnh" userId="dfc16938-86d2-4dda-b085-9b2c959bd8bb" providerId="ADAL" clId="{4B932ACE-212B-4F91-8A6A-C7E3B40542F3}" dt="2024-05-03T02:46:40.280" v="3" actId="478"/>
          <ac:picMkLst>
            <pc:docMk/>
            <pc:sldMk cId="404036808" sldId="300"/>
            <ac:picMk id="6" creationId="{08E05826-D5DF-661B-DE69-88E29D5D1A40}"/>
          </ac:picMkLst>
        </pc:picChg>
        <pc:inkChg chg="del mod">
          <ac:chgData name="Nguyễn Khánh Quỳnh" userId="dfc16938-86d2-4dda-b085-9b2c959bd8bb" providerId="ADAL" clId="{4B932ACE-212B-4F91-8A6A-C7E3B40542F3}" dt="2024-05-03T03:14:03.790" v="692" actId="478"/>
          <ac:inkMkLst>
            <pc:docMk/>
            <pc:sldMk cId="404036808" sldId="300"/>
            <ac:inkMk id="1084" creationId="{DCEB387B-533E-CA03-C124-928C9489D1F8}"/>
          </ac:inkMkLst>
        </pc:inkChg>
        <pc:cxnChg chg="mod">
          <ac:chgData name="Nguyễn Khánh Quỳnh" userId="dfc16938-86d2-4dda-b085-9b2c959bd8bb" providerId="ADAL" clId="{4B932ACE-212B-4F91-8A6A-C7E3B40542F3}" dt="2024-05-06T02:17:26.786" v="1558"/>
          <ac:cxnSpMkLst>
            <pc:docMk/>
            <pc:sldMk cId="404036808" sldId="300"/>
            <ac:cxnSpMk id="48" creationId="{12B7DF65-B7C6-66DC-C33E-737956784E6C}"/>
          </ac:cxnSpMkLst>
        </pc:cxnChg>
      </pc:sldChg>
      <pc:sldChg chg="del">
        <pc:chgData name="Nguyễn Khánh Quỳnh" userId="dfc16938-86d2-4dda-b085-9b2c959bd8bb" providerId="ADAL" clId="{4B932ACE-212B-4F91-8A6A-C7E3B40542F3}" dt="2024-05-06T02:56:21.723" v="2114" actId="2696"/>
        <pc:sldMkLst>
          <pc:docMk/>
          <pc:sldMk cId="2956890081" sldId="301"/>
        </pc:sldMkLst>
      </pc:sldChg>
      <pc:sldChg chg="del">
        <pc:chgData name="Nguyễn Khánh Quỳnh" userId="dfc16938-86d2-4dda-b085-9b2c959bd8bb" providerId="ADAL" clId="{4B932ACE-212B-4F91-8A6A-C7E3B40542F3}" dt="2024-05-06T02:56:28.680" v="2115" actId="2696"/>
        <pc:sldMkLst>
          <pc:docMk/>
          <pc:sldMk cId="989089426" sldId="303"/>
        </pc:sldMkLst>
      </pc:sldChg>
      <pc:sldChg chg="add del">
        <pc:chgData name="Nguyễn Khánh Quỳnh" userId="dfc16938-86d2-4dda-b085-9b2c959bd8bb" providerId="ADAL" clId="{4B932ACE-212B-4F91-8A6A-C7E3B40542F3}" dt="2024-05-06T02:56:33.706" v="2117" actId="47"/>
        <pc:sldMkLst>
          <pc:docMk/>
          <pc:sldMk cId="290792946" sldId="304"/>
        </pc:sldMkLst>
      </pc:sldChg>
      <pc:sldChg chg="addSp delSp modSp mod">
        <pc:chgData name="Nguyễn Khánh Quỳnh" userId="dfc16938-86d2-4dda-b085-9b2c959bd8bb" providerId="ADAL" clId="{4B932ACE-212B-4F91-8A6A-C7E3B40542F3}" dt="2024-05-06T02:37:48.926" v="1865" actId="14100"/>
        <pc:sldMkLst>
          <pc:docMk/>
          <pc:sldMk cId="3155841699" sldId="305"/>
        </pc:sldMkLst>
        <pc:spChg chg="mod">
          <ac:chgData name="Nguyễn Khánh Quỳnh" userId="dfc16938-86d2-4dda-b085-9b2c959bd8bb" providerId="ADAL" clId="{4B932ACE-212B-4F91-8A6A-C7E3B40542F3}" dt="2024-05-06T01:40:42.978" v="1041"/>
          <ac:spMkLst>
            <pc:docMk/>
            <pc:sldMk cId="3155841699" sldId="305"/>
            <ac:spMk id="6" creationId="{6D6ED9A1-90B9-FE53-BCE5-CE6F3F6348B5}"/>
          </ac:spMkLst>
        </pc:spChg>
        <pc:spChg chg="mod">
          <ac:chgData name="Nguyễn Khánh Quỳnh" userId="dfc16938-86d2-4dda-b085-9b2c959bd8bb" providerId="ADAL" clId="{4B932ACE-212B-4F91-8A6A-C7E3B40542F3}" dt="2024-05-06T01:40:42.978" v="1041"/>
          <ac:spMkLst>
            <pc:docMk/>
            <pc:sldMk cId="3155841699" sldId="305"/>
            <ac:spMk id="7" creationId="{269DF9F1-A7CB-A6A7-7578-62C4BB38C470}"/>
          </ac:spMkLst>
        </pc:spChg>
        <pc:spChg chg="mod">
          <ac:chgData name="Nguyễn Khánh Quỳnh" userId="dfc16938-86d2-4dda-b085-9b2c959bd8bb" providerId="ADAL" clId="{4B932ACE-212B-4F91-8A6A-C7E3B40542F3}" dt="2024-05-06T01:43:06.814" v="1051"/>
          <ac:spMkLst>
            <pc:docMk/>
            <pc:sldMk cId="3155841699" sldId="305"/>
            <ac:spMk id="12" creationId="{AF688645-EC14-3B29-7940-82E78B5536DD}"/>
          </ac:spMkLst>
        </pc:spChg>
        <pc:spChg chg="mod">
          <ac:chgData name="Nguyễn Khánh Quỳnh" userId="dfc16938-86d2-4dda-b085-9b2c959bd8bb" providerId="ADAL" clId="{4B932ACE-212B-4F91-8A6A-C7E3B40542F3}" dt="2024-05-06T02:17:13.745" v="1555" actId="164"/>
          <ac:spMkLst>
            <pc:docMk/>
            <pc:sldMk cId="3155841699" sldId="305"/>
            <ac:spMk id="13" creationId="{70072A82-5422-0C13-934E-0CA8153D46BE}"/>
          </ac:spMkLst>
        </pc:spChg>
        <pc:spChg chg="mod">
          <ac:chgData name="Nguyễn Khánh Quỳnh" userId="dfc16938-86d2-4dda-b085-9b2c959bd8bb" providerId="ADAL" clId="{4B932ACE-212B-4F91-8A6A-C7E3B40542F3}" dt="2024-05-06T01:47:19.090" v="1140" actId="20577"/>
          <ac:spMkLst>
            <pc:docMk/>
            <pc:sldMk cId="3155841699" sldId="305"/>
            <ac:spMk id="14" creationId="{F04FA52F-FB9A-6EBA-DA5F-CA841A82EAF8}"/>
          </ac:spMkLst>
        </pc:spChg>
        <pc:spChg chg="mod">
          <ac:chgData name="Nguyễn Khánh Quỳnh" userId="dfc16938-86d2-4dda-b085-9b2c959bd8bb" providerId="ADAL" clId="{4B932ACE-212B-4F91-8A6A-C7E3B40542F3}" dt="2024-05-06T01:48:12.581" v="1141"/>
          <ac:spMkLst>
            <pc:docMk/>
            <pc:sldMk cId="3155841699" sldId="305"/>
            <ac:spMk id="18" creationId="{F41FD7A7-7AC2-74A4-8B0A-A167DCC97322}"/>
          </ac:spMkLst>
        </pc:spChg>
        <pc:spChg chg="mod">
          <ac:chgData name="Nguyễn Khánh Quỳnh" userId="dfc16938-86d2-4dda-b085-9b2c959bd8bb" providerId="ADAL" clId="{4B932ACE-212B-4F91-8A6A-C7E3B40542F3}" dt="2024-05-06T02:02:52.018" v="1360"/>
          <ac:spMkLst>
            <pc:docMk/>
            <pc:sldMk cId="3155841699" sldId="305"/>
            <ac:spMk id="19" creationId="{6D8BA896-AA1B-FFF5-CA2F-62BA8BDB5C5E}"/>
          </ac:spMkLst>
        </pc:spChg>
        <pc:spChg chg="mod">
          <ac:chgData name="Nguyễn Khánh Quỳnh" userId="dfc16938-86d2-4dda-b085-9b2c959bd8bb" providerId="ADAL" clId="{4B932ACE-212B-4F91-8A6A-C7E3B40542F3}" dt="2024-05-06T02:17:13.745" v="1555" actId="164"/>
          <ac:spMkLst>
            <pc:docMk/>
            <pc:sldMk cId="3155841699" sldId="305"/>
            <ac:spMk id="20" creationId="{3975CC50-4161-462F-F873-FFAAFEADA407}"/>
          </ac:spMkLst>
        </pc:spChg>
        <pc:spChg chg="mod">
          <ac:chgData name="Nguyễn Khánh Quỳnh" userId="dfc16938-86d2-4dda-b085-9b2c959bd8bb" providerId="ADAL" clId="{4B932ACE-212B-4F91-8A6A-C7E3B40542F3}" dt="2024-05-06T02:17:13.745" v="1555" actId="164"/>
          <ac:spMkLst>
            <pc:docMk/>
            <pc:sldMk cId="3155841699" sldId="305"/>
            <ac:spMk id="23" creationId="{773D5CFF-686C-6DF9-AF41-D79688ABE8B6}"/>
          </ac:spMkLst>
        </pc:spChg>
        <pc:spChg chg="mod">
          <ac:chgData name="Nguyễn Khánh Quỳnh" userId="dfc16938-86d2-4dda-b085-9b2c959bd8bb" providerId="ADAL" clId="{4B932ACE-212B-4F91-8A6A-C7E3B40542F3}" dt="2024-05-06T01:48:29.652" v="1145"/>
          <ac:spMkLst>
            <pc:docMk/>
            <pc:sldMk cId="3155841699" sldId="305"/>
            <ac:spMk id="26" creationId="{1B1499B1-C7F5-B22A-80ED-9FFC3AC8595A}"/>
          </ac:spMkLst>
        </pc:spChg>
        <pc:spChg chg="mod">
          <ac:chgData name="Nguyễn Khánh Quỳnh" userId="dfc16938-86d2-4dda-b085-9b2c959bd8bb" providerId="ADAL" clId="{4B932ACE-212B-4F91-8A6A-C7E3B40542F3}" dt="2024-05-06T01:58:27.411" v="1308"/>
          <ac:spMkLst>
            <pc:docMk/>
            <pc:sldMk cId="3155841699" sldId="305"/>
            <ac:spMk id="27" creationId="{021AE373-351E-E960-01F5-4B7657EF35C8}"/>
          </ac:spMkLst>
        </pc:spChg>
        <pc:spChg chg="mod">
          <ac:chgData name="Nguyễn Khánh Quỳnh" userId="dfc16938-86d2-4dda-b085-9b2c959bd8bb" providerId="ADAL" clId="{4B932ACE-212B-4F91-8A6A-C7E3B40542F3}" dt="2024-05-06T02:17:13.745" v="1555" actId="164"/>
          <ac:spMkLst>
            <pc:docMk/>
            <pc:sldMk cId="3155841699" sldId="305"/>
            <ac:spMk id="28" creationId="{88BE54B0-47AD-C76F-5D02-9D525E6D3A61}"/>
          </ac:spMkLst>
        </pc:spChg>
        <pc:spChg chg="add mod">
          <ac:chgData name="Nguyễn Khánh Quỳnh" userId="dfc16938-86d2-4dda-b085-9b2c959bd8bb" providerId="ADAL" clId="{4B932ACE-212B-4F91-8A6A-C7E3B40542F3}" dt="2024-05-06T02:17:13.745" v="1555" actId="164"/>
          <ac:spMkLst>
            <pc:docMk/>
            <pc:sldMk cId="3155841699" sldId="305"/>
            <ac:spMk id="31" creationId="{E97F3D6B-6515-C2A1-5DFF-5F9D0D51BB96}"/>
          </ac:spMkLst>
        </pc:spChg>
        <pc:spChg chg="mod ord">
          <ac:chgData name="Nguyễn Khánh Quỳnh" userId="dfc16938-86d2-4dda-b085-9b2c959bd8bb" providerId="ADAL" clId="{4B932ACE-212B-4F91-8A6A-C7E3B40542F3}" dt="2024-05-06T02:19:33.879" v="1681" actId="1035"/>
          <ac:spMkLst>
            <pc:docMk/>
            <pc:sldMk cId="3155841699" sldId="305"/>
            <ac:spMk id="40" creationId="{984EADB5-36C7-B0DB-5D79-AFFE9C6A30AC}"/>
          </ac:spMkLst>
        </pc:spChg>
        <pc:spChg chg="mod">
          <ac:chgData name="Nguyễn Khánh Quỳnh" userId="dfc16938-86d2-4dda-b085-9b2c959bd8bb" providerId="ADAL" clId="{4B932ACE-212B-4F91-8A6A-C7E3B40542F3}" dt="2024-05-06T02:37:29.881" v="1860" actId="20577"/>
          <ac:spMkLst>
            <pc:docMk/>
            <pc:sldMk cId="3155841699" sldId="305"/>
            <ac:spMk id="49" creationId="{60742F8D-AD6B-D7A0-12D0-00213EE25BB9}"/>
          </ac:spMkLst>
        </pc:spChg>
        <pc:spChg chg="mod ord">
          <ac:chgData name="Nguyễn Khánh Quỳnh" userId="dfc16938-86d2-4dda-b085-9b2c959bd8bb" providerId="ADAL" clId="{4B932ACE-212B-4F91-8A6A-C7E3B40542F3}" dt="2024-05-06T02:19:30.888" v="1679" actId="1036"/>
          <ac:spMkLst>
            <pc:docMk/>
            <pc:sldMk cId="3155841699" sldId="305"/>
            <ac:spMk id="52" creationId="{47745C36-6BCD-BF1A-3867-06D751C12D3E}"/>
          </ac:spMkLst>
        </pc:spChg>
        <pc:spChg chg="mod">
          <ac:chgData name="Nguyễn Khánh Quỳnh" userId="dfc16938-86d2-4dda-b085-9b2c959bd8bb" providerId="ADAL" clId="{4B932ACE-212B-4F91-8A6A-C7E3B40542F3}" dt="2024-05-06T02:37:26.976" v="1859" actId="14100"/>
          <ac:spMkLst>
            <pc:docMk/>
            <pc:sldMk cId="3155841699" sldId="305"/>
            <ac:spMk id="56" creationId="{37689271-AC17-35C7-26A3-7635C18501FC}"/>
          </ac:spMkLst>
        </pc:spChg>
        <pc:spChg chg="mod">
          <ac:chgData name="Nguyễn Khánh Quỳnh" userId="dfc16938-86d2-4dda-b085-9b2c959bd8bb" providerId="ADAL" clId="{4B932ACE-212B-4F91-8A6A-C7E3B40542F3}" dt="2024-05-06T02:36:36.669" v="1834" actId="1076"/>
          <ac:spMkLst>
            <pc:docMk/>
            <pc:sldMk cId="3155841699" sldId="305"/>
            <ac:spMk id="63" creationId="{5188B4BD-E8D9-69A9-8E14-BD25273A6CC7}"/>
          </ac:spMkLst>
        </pc:spChg>
        <pc:spChg chg="del">
          <ac:chgData name="Nguyễn Khánh Quỳnh" userId="dfc16938-86d2-4dda-b085-9b2c959bd8bb" providerId="ADAL" clId="{4B932ACE-212B-4F91-8A6A-C7E3B40542F3}" dt="2024-05-06T01:52:15.743" v="1207" actId="478"/>
          <ac:spMkLst>
            <pc:docMk/>
            <pc:sldMk cId="3155841699" sldId="305"/>
            <ac:spMk id="65" creationId="{30023280-9DDD-2E91-A295-BF96B5F8A275}"/>
          </ac:spMkLst>
        </pc:spChg>
        <pc:spChg chg="mod">
          <ac:chgData name="Nguyễn Khánh Quỳnh" userId="dfc16938-86d2-4dda-b085-9b2c959bd8bb" providerId="ADAL" clId="{4B932ACE-212B-4F91-8A6A-C7E3B40542F3}" dt="2024-05-06T02:34:09.574" v="1821" actId="20577"/>
          <ac:spMkLst>
            <pc:docMk/>
            <pc:sldMk cId="3155841699" sldId="305"/>
            <ac:spMk id="66" creationId="{C2F15BC1-C280-1BBB-5732-D460D401B2B4}"/>
          </ac:spMkLst>
        </pc:spChg>
        <pc:spChg chg="mod">
          <ac:chgData name="Nguyễn Khánh Quỳnh" userId="dfc16938-86d2-4dda-b085-9b2c959bd8bb" providerId="ADAL" clId="{4B932ACE-212B-4F91-8A6A-C7E3B40542F3}" dt="2024-05-06T02:04:05.500" v="1373" actId="14100"/>
          <ac:spMkLst>
            <pc:docMk/>
            <pc:sldMk cId="3155841699" sldId="305"/>
            <ac:spMk id="83" creationId="{E717AA9B-747A-12FE-5D1C-BB806FBC9DBF}"/>
          </ac:spMkLst>
        </pc:spChg>
        <pc:grpChg chg="add del mod">
          <ac:chgData name="Nguyễn Khánh Quỳnh" userId="dfc16938-86d2-4dda-b085-9b2c959bd8bb" providerId="ADAL" clId="{4B932ACE-212B-4F91-8A6A-C7E3B40542F3}" dt="2024-05-06T01:43:05.309" v="1050" actId="478"/>
          <ac:grpSpMkLst>
            <pc:docMk/>
            <pc:sldMk cId="3155841699" sldId="305"/>
            <ac:grpSpMk id="2" creationId="{E86E8456-3ADD-E76D-B310-D2A0293F4457}"/>
          </ac:grpSpMkLst>
        </pc:grpChg>
        <pc:grpChg chg="mod">
          <ac:chgData name="Nguyễn Khánh Quỳnh" userId="dfc16938-86d2-4dda-b085-9b2c959bd8bb" providerId="ADAL" clId="{4B932ACE-212B-4F91-8A6A-C7E3B40542F3}" dt="2024-05-06T01:40:42.978" v="1041"/>
          <ac:grpSpMkLst>
            <pc:docMk/>
            <pc:sldMk cId="3155841699" sldId="305"/>
            <ac:grpSpMk id="3" creationId="{55D912E4-FC21-DE8A-9A99-3286BD992BA1}"/>
          </ac:grpSpMkLst>
        </pc:grpChg>
        <pc:grpChg chg="add mod">
          <ac:chgData name="Nguyễn Khánh Quỳnh" userId="dfc16938-86d2-4dda-b085-9b2c959bd8bb" providerId="ADAL" clId="{4B932ACE-212B-4F91-8A6A-C7E3B40542F3}" dt="2024-05-06T02:37:37.061" v="1861" actId="14100"/>
          <ac:grpSpMkLst>
            <pc:docMk/>
            <pc:sldMk cId="3155841699" sldId="305"/>
            <ac:grpSpMk id="9" creationId="{DFD3B36B-581C-F2B8-3FEB-31434BE4BE96}"/>
          </ac:grpSpMkLst>
        </pc:grpChg>
        <pc:grpChg chg="mod">
          <ac:chgData name="Nguyễn Khánh Quỳnh" userId="dfc16938-86d2-4dda-b085-9b2c959bd8bb" providerId="ADAL" clId="{4B932ACE-212B-4F91-8A6A-C7E3B40542F3}" dt="2024-05-06T01:43:06.814" v="1051"/>
          <ac:grpSpMkLst>
            <pc:docMk/>
            <pc:sldMk cId="3155841699" sldId="305"/>
            <ac:grpSpMk id="10" creationId="{316D29A6-CB34-C223-3121-9D0352E71ADE}"/>
          </ac:grpSpMkLst>
        </pc:grpChg>
        <pc:grpChg chg="add del mod">
          <ac:chgData name="Nguyễn Khánh Quỳnh" userId="dfc16938-86d2-4dda-b085-9b2c959bd8bb" providerId="ADAL" clId="{4B932ACE-212B-4F91-8A6A-C7E3B40542F3}" dt="2024-05-06T02:36:00.254" v="1824" actId="478"/>
          <ac:grpSpMkLst>
            <pc:docMk/>
            <pc:sldMk cId="3155841699" sldId="305"/>
            <ac:grpSpMk id="15" creationId="{571F745F-B6E7-990F-8892-2D199D65FD72}"/>
          </ac:grpSpMkLst>
        </pc:grpChg>
        <pc:grpChg chg="mod">
          <ac:chgData name="Nguyễn Khánh Quỳnh" userId="dfc16938-86d2-4dda-b085-9b2c959bd8bb" providerId="ADAL" clId="{4B932ACE-212B-4F91-8A6A-C7E3B40542F3}" dt="2024-05-06T01:48:12.581" v="1141"/>
          <ac:grpSpMkLst>
            <pc:docMk/>
            <pc:sldMk cId="3155841699" sldId="305"/>
            <ac:grpSpMk id="16" creationId="{3B6B62C1-556B-E777-9D0B-6267B7D64E51}"/>
          </ac:grpSpMkLst>
        </pc:grpChg>
        <pc:grpChg chg="add del mod">
          <ac:chgData name="Nguyễn Khánh Quỳnh" userId="dfc16938-86d2-4dda-b085-9b2c959bd8bb" providerId="ADAL" clId="{4B932ACE-212B-4F91-8A6A-C7E3B40542F3}" dt="2024-05-06T02:35:59.245" v="1823" actId="478"/>
          <ac:grpSpMkLst>
            <pc:docMk/>
            <pc:sldMk cId="3155841699" sldId="305"/>
            <ac:grpSpMk id="21" creationId="{6E83FAF0-DA1F-AEC1-97D4-760C2BD9E620}"/>
          </ac:grpSpMkLst>
        </pc:grpChg>
        <pc:grpChg chg="mod">
          <ac:chgData name="Nguyễn Khánh Quỳnh" userId="dfc16938-86d2-4dda-b085-9b2c959bd8bb" providerId="ADAL" clId="{4B932ACE-212B-4F91-8A6A-C7E3B40542F3}" dt="2024-05-06T01:48:29.652" v="1145"/>
          <ac:grpSpMkLst>
            <pc:docMk/>
            <pc:sldMk cId="3155841699" sldId="305"/>
            <ac:grpSpMk id="22" creationId="{ABC18751-6813-F251-1F0F-2D2997D9B17C}"/>
          </ac:grpSpMkLst>
        </pc:grpChg>
        <pc:grpChg chg="mod">
          <ac:chgData name="Nguyễn Khánh Quỳnh" userId="dfc16938-86d2-4dda-b085-9b2c959bd8bb" providerId="ADAL" clId="{4B932ACE-212B-4F91-8A6A-C7E3B40542F3}" dt="2024-05-06T02:37:48.926" v="1865" actId="14100"/>
          <ac:grpSpMkLst>
            <pc:docMk/>
            <pc:sldMk cId="3155841699" sldId="305"/>
            <ac:grpSpMk id="24" creationId="{8BAAC3D4-0B8A-8926-E080-473D4501934C}"/>
          </ac:grpSpMkLst>
        </pc:grpChg>
        <pc:grpChg chg="add mod">
          <ac:chgData name="Nguyễn Khánh Quỳnh" userId="dfc16938-86d2-4dda-b085-9b2c959bd8bb" providerId="ADAL" clId="{4B932ACE-212B-4F91-8A6A-C7E3B40542F3}" dt="2024-05-06T02:18:20.146" v="1589" actId="1037"/>
          <ac:grpSpMkLst>
            <pc:docMk/>
            <pc:sldMk cId="3155841699" sldId="305"/>
            <ac:grpSpMk id="32" creationId="{E9A0B7E5-F8EA-C3D0-CE48-C5FDF17C2AA0}"/>
          </ac:grpSpMkLst>
        </pc:grpChg>
        <pc:grpChg chg="mod">
          <ac:chgData name="Nguyễn Khánh Quỳnh" userId="dfc16938-86d2-4dda-b085-9b2c959bd8bb" providerId="ADAL" clId="{4B932ACE-212B-4F91-8A6A-C7E3B40542F3}" dt="2024-05-06T02:37:42.648" v="1863" actId="14100"/>
          <ac:grpSpMkLst>
            <pc:docMk/>
            <pc:sldMk cId="3155841699" sldId="305"/>
            <ac:grpSpMk id="47" creationId="{D0663010-25FE-04FD-1A51-768EC381FD26}"/>
          </ac:grpSpMkLst>
        </pc:grpChg>
        <pc:grpChg chg="mod">
          <ac:chgData name="Nguyễn Khánh Quỳnh" userId="dfc16938-86d2-4dda-b085-9b2c959bd8bb" providerId="ADAL" clId="{4B932ACE-212B-4F91-8A6A-C7E3B40542F3}" dt="2024-05-06T02:37:39.929" v="1862" actId="14100"/>
          <ac:grpSpMkLst>
            <pc:docMk/>
            <pc:sldMk cId="3155841699" sldId="305"/>
            <ac:grpSpMk id="67" creationId="{8CDF8EFE-EA45-9350-544C-345A417C59A7}"/>
          </ac:grpSpMkLst>
        </pc:grpChg>
        <pc:grpChg chg="mod">
          <ac:chgData name="Nguyễn Khánh Quỳnh" userId="dfc16938-86d2-4dda-b085-9b2c959bd8bb" providerId="ADAL" clId="{4B932ACE-212B-4F91-8A6A-C7E3B40542F3}" dt="2024-05-06T02:37:46.117" v="1864" actId="14100"/>
          <ac:grpSpMkLst>
            <pc:docMk/>
            <pc:sldMk cId="3155841699" sldId="305"/>
            <ac:grpSpMk id="68" creationId="{CA85EF9E-7A81-309D-3932-053186109CEE}"/>
          </ac:grpSpMkLst>
        </pc:grpChg>
        <pc:graphicFrameChg chg="mod">
          <ac:chgData name="Nguyễn Khánh Quỳnh" userId="dfc16938-86d2-4dda-b085-9b2c959bd8bb" providerId="ADAL" clId="{4B932ACE-212B-4F91-8A6A-C7E3B40542F3}" dt="2024-05-06T01:40:42.978" v="1041"/>
          <ac:graphicFrameMkLst>
            <pc:docMk/>
            <pc:sldMk cId="3155841699" sldId="305"/>
            <ac:graphicFrameMk id="4" creationId="{AC62282B-F792-3C9F-AC92-4D9D4E7AF708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36:05.799" v="1826" actId="1076"/>
          <ac:graphicFrameMkLst>
            <pc:docMk/>
            <pc:sldMk cId="3155841699" sldId="305"/>
            <ac:graphicFrameMk id="11" creationId="{A88FF11A-B659-45B9-432A-3BDFB112EB66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03:12.956" v="1364" actId="14100"/>
          <ac:graphicFrameMkLst>
            <pc:docMk/>
            <pc:sldMk cId="3155841699" sldId="305"/>
            <ac:graphicFrameMk id="17" creationId="{8C0EB76F-F410-DD7E-F39B-B2EADF204EE3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08:47.161" v="1411" actId="14100"/>
          <ac:graphicFrameMkLst>
            <pc:docMk/>
            <pc:sldMk cId="3155841699" sldId="305"/>
            <ac:graphicFrameMk id="25" creationId="{8B66BD7C-6358-BECB-27F5-A6C2E5B48430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04:31.018" v="1379" actId="1076"/>
          <ac:graphicFrameMkLst>
            <pc:docMk/>
            <pc:sldMk cId="3155841699" sldId="305"/>
            <ac:graphicFrameMk id="45" creationId="{B18A35DF-E967-9109-61CA-00B9D61442FA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04:54.355" v="1383" actId="1076"/>
          <ac:graphicFrameMkLst>
            <pc:docMk/>
            <pc:sldMk cId="3155841699" sldId="305"/>
            <ac:graphicFrameMk id="59" creationId="{89A9DDC4-A85B-9468-0E89-E4A07F4C9E89}"/>
          </ac:graphicFrameMkLst>
        </pc:graphicFrameChg>
        <pc:picChg chg="mod">
          <ac:chgData name="Nguyễn Khánh Quỳnh" userId="dfc16938-86d2-4dda-b085-9b2c959bd8bb" providerId="ADAL" clId="{4B932ACE-212B-4F91-8A6A-C7E3B40542F3}" dt="2024-05-06T02:19:11.924" v="1627" actId="1076"/>
          <ac:picMkLst>
            <pc:docMk/>
            <pc:sldMk cId="3155841699" sldId="305"/>
            <ac:picMk id="5" creationId="{4193CF2D-1A43-AAE6-D860-C2E89D6D8329}"/>
          </ac:picMkLst>
        </pc:picChg>
        <pc:cxnChg chg="add mod">
          <ac:chgData name="Nguyễn Khánh Quỳnh" userId="dfc16938-86d2-4dda-b085-9b2c959bd8bb" providerId="ADAL" clId="{4B932ACE-212B-4F91-8A6A-C7E3B40542F3}" dt="2024-05-06T02:17:13.745" v="1555" actId="164"/>
          <ac:cxnSpMkLst>
            <pc:docMk/>
            <pc:sldMk cId="3155841699" sldId="305"/>
            <ac:cxnSpMk id="30" creationId="{5BF8CF07-A0F5-95AB-96D4-E633AC57F7BA}"/>
          </ac:cxnSpMkLst>
        </pc:cxnChg>
      </pc:sldChg>
      <pc:sldChg chg="modSp add del mod ord setBg">
        <pc:chgData name="Nguyễn Khánh Quỳnh" userId="dfc16938-86d2-4dda-b085-9b2c959bd8bb" providerId="ADAL" clId="{4B932ACE-212B-4F91-8A6A-C7E3B40542F3}" dt="2024-05-06T02:29:05.081" v="1758" actId="2696"/>
        <pc:sldMkLst>
          <pc:docMk/>
          <pc:sldMk cId="3042516724" sldId="306"/>
        </pc:sldMkLst>
        <pc:spChg chg="mod">
          <ac:chgData name="Nguyễn Khánh Quỳnh" userId="dfc16938-86d2-4dda-b085-9b2c959bd8bb" providerId="ADAL" clId="{4B932ACE-212B-4F91-8A6A-C7E3B40542F3}" dt="2024-05-06T02:16:47.793" v="1554" actId="1037"/>
          <ac:spMkLst>
            <pc:docMk/>
            <pc:sldMk cId="3042516724" sldId="306"/>
            <ac:spMk id="23" creationId="{773D5CFF-686C-6DF9-AF41-D79688ABE8B6}"/>
          </ac:spMkLst>
        </pc:spChg>
      </pc:sldChg>
      <pc:sldChg chg="addSp delSp modSp add mod setBg">
        <pc:chgData name="Nguyễn Khánh Quỳnh" userId="dfc16938-86d2-4dda-b085-9b2c959bd8bb" providerId="ADAL" clId="{4B932ACE-212B-4F91-8A6A-C7E3B40542F3}" dt="2024-05-06T03:11:31.602" v="2323"/>
        <pc:sldMkLst>
          <pc:docMk/>
          <pc:sldMk cId="2907239040" sldId="307"/>
        </pc:sldMkLst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4" creationId="{7A035BCB-9043-1C4F-78BD-082C8A0879B0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6" creationId="{C8E5B0B3-678D-31EB-6B94-213C20B4FEB7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9" creationId="{BAC397E2-E4DC-AE16-5F24-70C930D61BA7}"/>
          </ac:spMkLst>
        </pc:spChg>
        <pc:spChg chg="mod topLvl">
          <ac:chgData name="Nguyễn Khánh Quỳnh" userId="dfc16938-86d2-4dda-b085-9b2c959bd8bb" providerId="ADAL" clId="{4B932ACE-212B-4F91-8A6A-C7E3B40542F3}" dt="2024-05-06T02:29:36.542" v="1806" actId="165"/>
          <ac:spMkLst>
            <pc:docMk/>
            <pc:sldMk cId="2907239040" sldId="307"/>
            <ac:spMk id="10" creationId="{BA1CE1B6-80A5-B46C-E76C-47C6D88A06EA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11" creationId="{13FF54A7-CFA7-3991-5DEF-95282FF06AEA}"/>
          </ac:spMkLst>
        </pc:spChg>
        <pc:spChg chg="mod topLvl">
          <ac:chgData name="Nguyễn Khánh Quỳnh" userId="dfc16938-86d2-4dda-b085-9b2c959bd8bb" providerId="ADAL" clId="{4B932ACE-212B-4F91-8A6A-C7E3B40542F3}" dt="2024-05-06T02:29:44.880" v="1807" actId="1076"/>
          <ac:spMkLst>
            <pc:docMk/>
            <pc:sldMk cId="2907239040" sldId="307"/>
            <ac:spMk id="12" creationId="{10DE12AA-1507-3799-AD6F-8E71D1AAA9B2}"/>
          </ac:spMkLst>
        </pc:spChg>
        <pc:spChg chg="del">
          <ac:chgData name="Nguyễn Khánh Quỳnh" userId="dfc16938-86d2-4dda-b085-9b2c959bd8bb" providerId="ADAL" clId="{4B932ACE-212B-4F91-8A6A-C7E3B40542F3}" dt="2024-05-06T02:17:48.706" v="1563" actId="478"/>
          <ac:spMkLst>
            <pc:docMk/>
            <pc:sldMk cId="2907239040" sldId="307"/>
            <ac:spMk id="13" creationId="{70072A82-5422-0C13-934E-0CA8153D46BE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15" creationId="{0E95EF82-5BE8-2D14-7B64-995CE22AEC3B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16" creationId="{85C489DB-03D0-8EFE-B5D3-A6761A3E32CB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18" creationId="{26276022-AB9C-3096-8F74-2701C5243E4B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19" creationId="{C4DA7336-C4A6-4899-EB3B-7D62D9887D13}"/>
          </ac:spMkLst>
        </pc:spChg>
        <pc:spChg chg="del">
          <ac:chgData name="Nguyễn Khánh Quỳnh" userId="dfc16938-86d2-4dda-b085-9b2c959bd8bb" providerId="ADAL" clId="{4B932ACE-212B-4F91-8A6A-C7E3B40542F3}" dt="2024-05-06T02:17:52.317" v="1564" actId="478"/>
          <ac:spMkLst>
            <pc:docMk/>
            <pc:sldMk cId="2907239040" sldId="307"/>
            <ac:spMk id="20" creationId="{3975CC50-4161-462F-F873-FFAAFEADA407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22" creationId="{55B63A40-237F-8A38-8364-AB18E0EDBFF6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26" creationId="{4C772E86-F0D9-573D-1077-0C3C76869C68}"/>
          </ac:spMkLst>
        </pc:spChg>
        <pc:spChg chg="del">
          <ac:chgData name="Nguyễn Khánh Quỳnh" userId="dfc16938-86d2-4dda-b085-9b2c959bd8bb" providerId="ADAL" clId="{4B932ACE-212B-4F91-8A6A-C7E3B40542F3}" dt="2024-05-06T02:17:52.317" v="1564" actId="478"/>
          <ac:spMkLst>
            <pc:docMk/>
            <pc:sldMk cId="2907239040" sldId="307"/>
            <ac:spMk id="28" creationId="{88BE54B0-47AD-C76F-5D02-9D525E6D3A61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30" creationId="{A8DFEFDB-B2E9-6FD4-D85F-58917C13631F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32" creationId="{F058645C-FAC0-AAC1-69D3-6EAE51CCB3FB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33" creationId="{AE8FAA0E-212E-BFE1-DD7B-92260D028FF1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35" creationId="{E7684256-FE68-37EF-AA28-D51B6ED94E65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36" creationId="{F0010436-A633-A5D2-EF19-407875B96F30}"/>
          </ac:spMkLst>
        </pc:spChg>
        <pc:spChg chg="mod">
          <ac:chgData name="Nguyễn Khánh Quỳnh" userId="dfc16938-86d2-4dda-b085-9b2c959bd8bb" providerId="ADAL" clId="{4B932ACE-212B-4F91-8A6A-C7E3B40542F3}" dt="2024-05-06T02:54:07.835" v="2078"/>
          <ac:spMkLst>
            <pc:docMk/>
            <pc:sldMk cId="2907239040" sldId="307"/>
            <ac:spMk id="38" creationId="{5EC9E25E-2DDC-EC49-8ECA-FA5E52F3CF73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39" creationId="{F14CAA81-7D94-8B2B-B143-119C112ED5B1}"/>
          </ac:spMkLst>
        </pc:spChg>
        <pc:spChg chg="mod topLvl">
          <ac:chgData name="Nguyễn Khánh Quỳnh" userId="dfc16938-86d2-4dda-b085-9b2c959bd8bb" providerId="ADAL" clId="{4B932ACE-212B-4F91-8A6A-C7E3B40542F3}" dt="2024-05-06T02:29:49.602" v="1809" actId="1036"/>
          <ac:spMkLst>
            <pc:docMk/>
            <pc:sldMk cId="2907239040" sldId="307"/>
            <ac:spMk id="45" creationId="{397A37E0-B760-461D-8D10-C709158784E4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46" creationId="{1D7F8863-0B03-818D-B04D-F51CF68B0FB1}"/>
          </ac:spMkLst>
        </pc:spChg>
        <pc:spChg chg="mod topLvl">
          <ac:chgData name="Nguyễn Khánh Quỳnh" userId="dfc16938-86d2-4dda-b085-9b2c959bd8bb" providerId="ADAL" clId="{4B932ACE-212B-4F91-8A6A-C7E3B40542F3}" dt="2024-05-06T02:29:44.880" v="1807" actId="1076"/>
          <ac:spMkLst>
            <pc:docMk/>
            <pc:sldMk cId="2907239040" sldId="307"/>
            <ac:spMk id="47" creationId="{821A822C-65C2-5EC7-A571-78A36D176C6B}"/>
          </ac:spMkLst>
        </pc:spChg>
        <pc:spChg chg="mod topLvl">
          <ac:chgData name="Nguyễn Khánh Quỳnh" userId="dfc16938-86d2-4dda-b085-9b2c959bd8bb" providerId="ADAL" clId="{4B932ACE-212B-4F91-8A6A-C7E3B40542F3}" dt="2024-05-06T02:29:44.880" v="1807" actId="1076"/>
          <ac:spMkLst>
            <pc:docMk/>
            <pc:sldMk cId="2907239040" sldId="307"/>
            <ac:spMk id="49" creationId="{25EFC3A4-7889-5255-6A2E-CB3940EBC3FD}"/>
          </ac:spMkLst>
        </pc:spChg>
        <pc:spChg chg="add del 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51" creationId="{E4603BF4-8923-2190-7FF7-C15B443723FC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52" creationId="{BDAA2BBD-C5C5-6E3B-B694-10D57573A0F6}"/>
          </ac:spMkLst>
        </pc:spChg>
        <pc:spChg chg="mod">
          <ac:chgData name="Nguyễn Khánh Quỳnh" userId="dfc16938-86d2-4dda-b085-9b2c959bd8bb" providerId="ADAL" clId="{4B932ACE-212B-4F91-8A6A-C7E3B40542F3}" dt="2024-05-06T02:52:32.210" v="2053"/>
          <ac:spMkLst>
            <pc:docMk/>
            <pc:sldMk cId="2907239040" sldId="307"/>
            <ac:spMk id="56" creationId="{9067785E-9BFE-AE6D-67C7-656A1F67D14E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58" creationId="{7EB23762-6EA1-00B4-6287-466B5BE04C10}"/>
          </ac:spMkLst>
        </pc:spChg>
        <pc:spChg chg="mod">
          <ac:chgData name="Nguyễn Khánh Quỳnh" userId="dfc16938-86d2-4dda-b085-9b2c959bd8bb" providerId="ADAL" clId="{4B932ACE-212B-4F91-8A6A-C7E3B40542F3}" dt="2024-05-06T02:53:13.230" v="2064" actId="20577"/>
          <ac:spMkLst>
            <pc:docMk/>
            <pc:sldMk cId="2907239040" sldId="307"/>
            <ac:spMk id="59" creationId="{284A5BEA-B675-6493-54ED-6D9A8585D0D0}"/>
          </ac:spMkLst>
        </pc:spChg>
        <pc:spChg chg="mod">
          <ac:chgData name="Nguyễn Khánh Quỳnh" userId="dfc16938-86d2-4dda-b085-9b2c959bd8bb" providerId="ADAL" clId="{4B932ACE-212B-4F91-8A6A-C7E3B40542F3}" dt="2024-05-06T02:53:01.605" v="2058"/>
          <ac:spMkLst>
            <pc:docMk/>
            <pc:sldMk cId="2907239040" sldId="307"/>
            <ac:spMk id="61" creationId="{592A81AC-E7A1-312A-44C5-2723B7ADD7BC}"/>
          </ac:spMkLst>
        </pc:spChg>
        <pc:spChg chg="mod">
          <ac:chgData name="Nguyễn Khánh Quỳnh" userId="dfc16938-86d2-4dda-b085-9b2c959bd8bb" providerId="ADAL" clId="{4B932ACE-212B-4F91-8A6A-C7E3B40542F3}" dt="2024-05-06T02:53:25.546" v="2067"/>
          <ac:spMkLst>
            <pc:docMk/>
            <pc:sldMk cId="2907239040" sldId="307"/>
            <ac:spMk id="62" creationId="{82A97152-DADA-1BE0-D67B-4B7FE492438F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64" creationId="{252AC16E-3900-9F24-1BCB-A7E8C279A553}"/>
          </ac:spMkLst>
        </pc:spChg>
        <pc:spChg chg="del">
          <ac:chgData name="Nguyễn Khánh Quỳnh" userId="dfc16938-86d2-4dda-b085-9b2c959bd8bb" providerId="ADAL" clId="{4B932ACE-212B-4F91-8A6A-C7E3B40542F3}" dt="2024-05-06T02:30:21.772" v="1813" actId="478"/>
          <ac:spMkLst>
            <pc:docMk/>
            <pc:sldMk cId="2907239040" sldId="307"/>
            <ac:spMk id="65" creationId="{30023280-9DDD-2E91-A295-BF96B5F8A275}"/>
          </ac:spMkLst>
        </pc:spChg>
        <pc:spChg chg="mod">
          <ac:chgData name="Nguyễn Khánh Quỳnh" userId="dfc16938-86d2-4dda-b085-9b2c959bd8bb" providerId="ADAL" clId="{4B932ACE-212B-4F91-8A6A-C7E3B40542F3}" dt="2024-05-06T02:53:28.161" v="2068"/>
          <ac:spMkLst>
            <pc:docMk/>
            <pc:sldMk cId="2907239040" sldId="307"/>
            <ac:spMk id="66" creationId="{F1B8C54C-B4CE-CFE0-B49B-20DBAB84D5DF}"/>
          </ac:spMkLst>
        </pc:spChg>
        <pc:spChg chg="mod">
          <ac:chgData name="Nguyễn Khánh Quỳnh" userId="dfc16938-86d2-4dda-b085-9b2c959bd8bb" providerId="ADAL" clId="{4B932ACE-212B-4F91-8A6A-C7E3B40542F3}" dt="2024-05-06T02:53:39.289" v="2072"/>
          <ac:spMkLst>
            <pc:docMk/>
            <pc:sldMk cId="2907239040" sldId="307"/>
            <ac:spMk id="67" creationId="{6ECCBA18-362A-C24C-4830-06B0C7F96853}"/>
          </ac:spMkLst>
        </pc:spChg>
        <pc:spChg chg="mod">
          <ac:chgData name="Nguyễn Khánh Quỳnh" userId="dfc16938-86d2-4dda-b085-9b2c959bd8bb" providerId="ADAL" clId="{4B932ACE-212B-4F91-8A6A-C7E3B40542F3}" dt="2024-05-06T02:51:28.610" v="2031" actId="1076"/>
          <ac:spMkLst>
            <pc:docMk/>
            <pc:sldMk cId="2907239040" sldId="307"/>
            <ac:spMk id="82" creationId="{29EEDE2F-8FC1-F0F5-3399-DE6812C0E365}"/>
          </ac:spMkLst>
        </pc:spChg>
        <pc:spChg chg="mod">
          <ac:chgData name="Nguyễn Khánh Quỳnh" userId="dfc16938-86d2-4dda-b085-9b2c959bd8bb" providerId="ADAL" clId="{4B932ACE-212B-4F91-8A6A-C7E3B40542F3}" dt="2024-05-06T02:50:46.564" v="2023" actId="165"/>
          <ac:spMkLst>
            <pc:docMk/>
            <pc:sldMk cId="2907239040" sldId="307"/>
            <ac:spMk id="83" creationId="{E717AA9B-747A-12FE-5D1C-BB806FBC9DBF}"/>
          </ac:spMkLst>
        </pc:spChg>
        <pc:grpChg chg="add del mod">
          <ac:chgData name="Nguyễn Khánh Quỳnh" userId="dfc16938-86d2-4dda-b085-9b2c959bd8bb" providerId="ADAL" clId="{4B932ACE-212B-4F91-8A6A-C7E3B40542F3}" dt="2024-05-06T02:29:36.542" v="1806" actId="165"/>
          <ac:grpSpMkLst>
            <pc:docMk/>
            <pc:sldMk cId="2907239040" sldId="307"/>
            <ac:grpSpMk id="2" creationId="{A51CFE2E-D766-5FDD-255D-B6C2E3048094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3" creationId="{E7020193-B737-A2D9-5ADE-FB9F255AFCF8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7" creationId="{9F8D59C6-55C5-379F-0C95-B82FBCE8173E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14" creationId="{B1DE3890-72D7-F820-A13A-69094BFE66CF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17" creationId="{0B148B3B-0B68-8804-380E-020C1E7ACD15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21" creationId="{D5DF4F6D-62D6-4764-A046-3BDBBED39954}"/>
          </ac:grpSpMkLst>
        </pc:grpChg>
        <pc:grpChg chg="del mod topLvl">
          <ac:chgData name="Nguyễn Khánh Quỳnh" userId="dfc16938-86d2-4dda-b085-9b2c959bd8bb" providerId="ADAL" clId="{4B932ACE-212B-4F91-8A6A-C7E3B40542F3}" dt="2024-05-06T02:53:55.385" v="2074" actId="478"/>
          <ac:grpSpMkLst>
            <pc:docMk/>
            <pc:sldMk cId="2907239040" sldId="307"/>
            <ac:grpSpMk id="24" creationId="{8BAAC3D4-0B8A-8926-E080-473D4501934C}"/>
          </ac:grpSpMkLst>
        </pc:grpChg>
        <pc:grpChg chg="add del mod topLvl">
          <ac:chgData name="Nguyễn Khánh Quỳnh" userId="dfc16938-86d2-4dda-b085-9b2c959bd8bb" providerId="ADAL" clId="{4B932ACE-212B-4F91-8A6A-C7E3B40542F3}" dt="2024-05-06T03:11:25.722" v="2322" actId="1076"/>
          <ac:grpSpMkLst>
            <pc:docMk/>
            <pc:sldMk cId="2907239040" sldId="307"/>
            <ac:grpSpMk id="25" creationId="{EE5C84B0-22DD-08A5-FB66-5C8394DC15A0}"/>
          </ac:grpSpMkLst>
        </pc:grpChg>
        <pc:grpChg chg="mod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27" creationId="{37FB5F45-963A-362C-17EA-3381A3767E93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29" creationId="{AB1BE3CE-0371-A4E9-1408-F3C94A1558B9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34" creationId="{26B8E30A-E192-0938-4A38-7E0D4DC4A984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37" creationId="{B5FCB48E-4DF8-1EE2-B90A-F52F638C600D}"/>
          </ac:grpSpMkLst>
        </pc:grpChg>
        <pc:grpChg chg="add del">
          <ac:chgData name="Nguyễn Khánh Quỳnh" userId="dfc16938-86d2-4dda-b085-9b2c959bd8bb" providerId="ADAL" clId="{4B932ACE-212B-4F91-8A6A-C7E3B40542F3}" dt="2024-05-06T02:28:04.661" v="1733" actId="478"/>
          <ac:grpSpMkLst>
            <pc:docMk/>
            <pc:sldMk cId="2907239040" sldId="307"/>
            <ac:grpSpMk id="41" creationId="{5EC1770B-45B0-DE5A-8E9E-9772E539975D}"/>
          </ac:grpSpMkLst>
        </pc:grpChg>
        <pc:grpChg chg="add del mod topLvl">
          <ac:chgData name="Nguyễn Khánh Quỳnh" userId="dfc16938-86d2-4dda-b085-9b2c959bd8bb" providerId="ADAL" clId="{4B932ACE-212B-4F91-8A6A-C7E3B40542F3}" dt="2024-05-06T02:51:23.162" v="2029" actId="478"/>
          <ac:grpSpMkLst>
            <pc:docMk/>
            <pc:sldMk cId="2907239040" sldId="307"/>
            <ac:grpSpMk id="50" creationId="{73C154EA-2D80-7B48-6C4F-17FD3FA1FECD}"/>
          </ac:grpSpMkLst>
        </pc:grpChg>
        <pc:grpChg chg="add del mod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54" creationId="{6B629E3E-FD74-8765-B7D0-E7D5A38E2DF9}"/>
          </ac:grpSpMkLst>
        </pc:grpChg>
        <pc:grpChg chg="add mod">
          <ac:chgData name="Nguyễn Khánh Quỳnh" userId="dfc16938-86d2-4dda-b085-9b2c959bd8bb" providerId="ADAL" clId="{4B932ACE-212B-4F91-8A6A-C7E3B40542F3}" dt="2024-05-06T02:52:35.777" v="2054" actId="1076"/>
          <ac:grpSpMkLst>
            <pc:docMk/>
            <pc:sldMk cId="2907239040" sldId="307"/>
            <ac:grpSpMk id="55" creationId="{0B6BF456-71A9-1DBB-75CE-89B6630C246E}"/>
          </ac:grpSpMkLst>
        </pc:grpChg>
        <pc:grpChg chg="mod topLvl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57" creationId="{14FE9469-8E26-4BEA-2D2F-3F221097E213}"/>
          </ac:grpSpMkLst>
        </pc:grpChg>
        <pc:grpChg chg="add mod">
          <ac:chgData name="Nguyễn Khánh Quỳnh" userId="dfc16938-86d2-4dda-b085-9b2c959bd8bb" providerId="ADAL" clId="{4B932ACE-212B-4F91-8A6A-C7E3B40542F3}" dt="2024-05-06T02:53:05.473" v="2059" actId="1076"/>
          <ac:grpSpMkLst>
            <pc:docMk/>
            <pc:sldMk cId="2907239040" sldId="307"/>
            <ac:grpSpMk id="60" creationId="{A061E8FE-8DF4-BAAA-A187-EE1712EE9F5B}"/>
          </ac:grpSpMkLst>
        </pc:grpChg>
        <pc:grpChg chg="add mod">
          <ac:chgData name="Nguyễn Khánh Quỳnh" userId="dfc16938-86d2-4dda-b085-9b2c959bd8bb" providerId="ADAL" clId="{4B932ACE-212B-4F91-8A6A-C7E3B40542F3}" dt="2024-05-06T02:53:30.355" v="2069" actId="1076"/>
          <ac:grpSpMkLst>
            <pc:docMk/>
            <pc:sldMk cId="2907239040" sldId="307"/>
            <ac:grpSpMk id="63" creationId="{672EB14F-A533-4BAC-523E-97EEC7858471}"/>
          </ac:grpSpMkLst>
        </pc:grpChg>
        <pc:grpChg chg="mod">
          <ac:chgData name="Nguyễn Khánh Quỳnh" userId="dfc16938-86d2-4dda-b085-9b2c959bd8bb" providerId="ADAL" clId="{4B932ACE-212B-4F91-8A6A-C7E3B40542F3}" dt="2024-05-06T02:50:46.564" v="2023" actId="165"/>
          <ac:grpSpMkLst>
            <pc:docMk/>
            <pc:sldMk cId="2907239040" sldId="307"/>
            <ac:grpSpMk id="85" creationId="{C28A9DFD-596B-8AC5-AD9F-7B5AFCF044DA}"/>
          </ac:grpSpMkLst>
        </pc:grpChg>
        <pc:graphicFrameChg chg="mod">
          <ac:chgData name="Nguyễn Khánh Quỳnh" userId="dfc16938-86d2-4dda-b085-9b2c959bd8bb" providerId="ADAL" clId="{4B932ACE-212B-4F91-8A6A-C7E3B40542F3}" dt="2024-05-06T02:50:46.564" v="2023" actId="165"/>
          <ac:graphicFrameMkLst>
            <pc:docMk/>
            <pc:sldMk cId="2907239040" sldId="307"/>
            <ac:graphicFrameMk id="8" creationId="{B04C7D6A-B92B-3869-91D6-AFA6F5B95C5B}"/>
          </ac:graphicFrameMkLst>
        </pc:graphicFrameChg>
        <pc:graphicFrameChg chg="mod modGraphic">
          <ac:chgData name="Nguyễn Khánh Quỳnh" userId="dfc16938-86d2-4dda-b085-9b2c959bd8bb" providerId="ADAL" clId="{4B932ACE-212B-4F91-8A6A-C7E3B40542F3}" dt="2024-05-06T03:11:31.602" v="2323"/>
          <ac:graphicFrameMkLst>
            <pc:docMk/>
            <pc:sldMk cId="2907239040" sldId="307"/>
            <ac:graphicFrameMk id="31" creationId="{9B05C4AB-B8E0-B397-FDF0-2A4C6E0A3DC2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50:46.564" v="2023" actId="165"/>
          <ac:graphicFrameMkLst>
            <pc:docMk/>
            <pc:sldMk cId="2907239040" sldId="307"/>
            <ac:graphicFrameMk id="53" creationId="{7BCE426B-080F-9E68-5EBE-2346F80B6AC2}"/>
          </ac:graphicFrameMkLst>
        </pc:graphicFrameChg>
        <pc:picChg chg="mod">
          <ac:chgData name="Nguyễn Khánh Quỳnh" userId="dfc16938-86d2-4dda-b085-9b2c959bd8bb" providerId="ADAL" clId="{4B932ACE-212B-4F91-8A6A-C7E3B40542F3}" dt="2024-05-06T02:18:06.867" v="1568" actId="1076"/>
          <ac:picMkLst>
            <pc:docMk/>
            <pc:sldMk cId="2907239040" sldId="307"/>
            <ac:picMk id="5" creationId="{4193CF2D-1A43-AAE6-D860-C2E89D6D8329}"/>
          </ac:picMkLst>
        </pc:picChg>
        <pc:cxnChg chg="mod topLvl">
          <ac:chgData name="Nguyễn Khánh Quỳnh" userId="dfc16938-86d2-4dda-b085-9b2c959bd8bb" providerId="ADAL" clId="{4B932ACE-212B-4F91-8A6A-C7E3B40542F3}" dt="2024-05-06T02:29:44.880" v="1807" actId="1076"/>
          <ac:cxnSpMkLst>
            <pc:docMk/>
            <pc:sldMk cId="2907239040" sldId="307"/>
            <ac:cxnSpMk id="48" creationId="{6F33B7C3-4028-3B4D-FA20-A0D7F2B5D755}"/>
          </ac:cxnSpMkLst>
        </pc:cxnChg>
      </pc:sldChg>
      <pc:sldChg chg="modSp add del mod ord setBg">
        <pc:chgData name="Nguyễn Khánh Quỳnh" userId="dfc16938-86d2-4dda-b085-9b2c959bd8bb" providerId="ADAL" clId="{4B932ACE-212B-4F91-8A6A-C7E3B40542F3}" dt="2024-05-06T02:56:13.847" v="2113" actId="2696"/>
        <pc:sldMkLst>
          <pc:docMk/>
          <pc:sldMk cId="4025723398" sldId="308"/>
        </pc:sldMkLst>
        <pc:spChg chg="mod">
          <ac:chgData name="Nguyễn Khánh Quỳnh" userId="dfc16938-86d2-4dda-b085-9b2c959bd8bb" providerId="ADAL" clId="{4B932ACE-212B-4F91-8A6A-C7E3B40542F3}" dt="2024-05-06T02:33:45.960" v="1819"/>
          <ac:spMkLst>
            <pc:docMk/>
            <pc:sldMk cId="4025723398" sldId="308"/>
            <ac:spMk id="66" creationId="{C2F15BC1-C280-1BBB-5732-D460D401B2B4}"/>
          </ac:spMkLst>
        </pc:spChg>
      </pc:sldChg>
      <pc:sldChg chg="addSp delSp modSp add mod setBg">
        <pc:chgData name="Nguyễn Khánh Quỳnh" userId="dfc16938-86d2-4dda-b085-9b2c959bd8bb" providerId="ADAL" clId="{4B932ACE-212B-4F91-8A6A-C7E3B40542F3}" dt="2024-05-06T03:12:56.797" v="2329" actId="27918"/>
        <pc:sldMkLst>
          <pc:docMk/>
          <pc:sldMk cId="3210774213" sldId="309"/>
        </pc:sldMkLst>
        <pc:spChg chg="mod">
          <ac:chgData name="Nguyễn Khánh Quỳnh" userId="dfc16938-86d2-4dda-b085-9b2c959bd8bb" providerId="ADAL" clId="{4B932ACE-212B-4F91-8A6A-C7E3B40542F3}" dt="2024-05-06T02:40:11.348" v="1899"/>
          <ac:spMkLst>
            <pc:docMk/>
            <pc:sldMk cId="3210774213" sldId="309"/>
            <ac:spMk id="6" creationId="{E5AD4E78-0D7B-B841-34F1-1CE3FC1A4A46}"/>
          </ac:spMkLst>
        </pc:spChg>
        <pc:spChg chg="mod">
          <ac:chgData name="Nguyễn Khánh Quỳnh" userId="dfc16938-86d2-4dda-b085-9b2c959bd8bb" providerId="ADAL" clId="{4B932ACE-212B-4F91-8A6A-C7E3B40542F3}" dt="2024-05-06T02:40:11.348" v="1899"/>
          <ac:spMkLst>
            <pc:docMk/>
            <pc:sldMk cId="3210774213" sldId="309"/>
            <ac:spMk id="7" creationId="{EF97CDF9-3A59-43FB-C79A-5225366BB7F1}"/>
          </ac:spMkLst>
        </pc:spChg>
        <pc:spChg chg="mod">
          <ac:chgData name="Nguyễn Khánh Quỳnh" userId="dfc16938-86d2-4dda-b085-9b2c959bd8bb" providerId="ADAL" clId="{4B932ACE-212B-4F91-8A6A-C7E3B40542F3}" dt="2024-05-06T02:40:11.348" v="1899"/>
          <ac:spMkLst>
            <pc:docMk/>
            <pc:sldMk cId="3210774213" sldId="309"/>
            <ac:spMk id="35" creationId="{BD004776-567F-E28C-5CC3-33D22F324A54}"/>
          </ac:spMkLst>
        </pc:spChg>
        <pc:spChg chg="mod">
          <ac:chgData name="Nguyễn Khánh Quỳnh" userId="dfc16938-86d2-4dda-b085-9b2c959bd8bb" providerId="ADAL" clId="{4B932ACE-212B-4F91-8A6A-C7E3B40542F3}" dt="2024-05-06T02:40:11.348" v="1899"/>
          <ac:spMkLst>
            <pc:docMk/>
            <pc:sldMk cId="3210774213" sldId="309"/>
            <ac:spMk id="36" creationId="{A5DDB32A-C72B-61A5-3E76-3FB0862E7EEF}"/>
          </ac:spMkLst>
        </pc:spChg>
        <pc:spChg chg="mod">
          <ac:chgData name="Nguyễn Khánh Quỳnh" userId="dfc16938-86d2-4dda-b085-9b2c959bd8bb" providerId="ADAL" clId="{4B932ACE-212B-4F91-8A6A-C7E3B40542F3}" dt="2024-05-06T02:40:18.213" v="1904"/>
          <ac:spMkLst>
            <pc:docMk/>
            <pc:sldMk cId="3210774213" sldId="309"/>
            <ac:spMk id="41" creationId="{BD97CE8C-36FD-70D5-E6BC-052F08D89071}"/>
          </ac:spMkLst>
        </pc:spChg>
        <pc:spChg chg="mod">
          <ac:chgData name="Nguyễn Khánh Quỳnh" userId="dfc16938-86d2-4dda-b085-9b2c959bd8bb" providerId="ADAL" clId="{4B932ACE-212B-4F91-8A6A-C7E3B40542F3}" dt="2024-05-06T02:40:18.213" v="1904"/>
          <ac:spMkLst>
            <pc:docMk/>
            <pc:sldMk cId="3210774213" sldId="309"/>
            <ac:spMk id="46" creationId="{576F1196-C30D-CE20-A2CA-57AE0A9F054F}"/>
          </ac:spMkLst>
        </pc:spChg>
        <pc:spChg chg="mod">
          <ac:chgData name="Nguyễn Khánh Quỳnh" userId="dfc16938-86d2-4dda-b085-9b2c959bd8bb" providerId="ADAL" clId="{4B932ACE-212B-4F91-8A6A-C7E3B40542F3}" dt="2024-05-06T02:40:18.213" v="1904"/>
          <ac:spMkLst>
            <pc:docMk/>
            <pc:sldMk cId="3210774213" sldId="309"/>
            <ac:spMk id="55" creationId="{C7959AE2-F756-00BD-B944-1F8BCA03A7BC}"/>
          </ac:spMkLst>
        </pc:spChg>
        <pc:spChg chg="mod">
          <ac:chgData name="Nguyễn Khánh Quỳnh" userId="dfc16938-86d2-4dda-b085-9b2c959bd8bb" providerId="ADAL" clId="{4B932ACE-212B-4F91-8A6A-C7E3B40542F3}" dt="2024-05-06T02:40:18.213" v="1904"/>
          <ac:spMkLst>
            <pc:docMk/>
            <pc:sldMk cId="3210774213" sldId="309"/>
            <ac:spMk id="57" creationId="{9F9ED942-486B-FB02-EE57-76B835FE31D5}"/>
          </ac:spMkLst>
        </pc:spChg>
        <pc:spChg chg="mod">
          <ac:chgData name="Nguyễn Khánh Quỳnh" userId="dfc16938-86d2-4dda-b085-9b2c959bd8bb" providerId="ADAL" clId="{4B932ACE-212B-4F91-8A6A-C7E3B40542F3}" dt="2024-05-06T02:40:41.824" v="1910"/>
          <ac:spMkLst>
            <pc:docMk/>
            <pc:sldMk cId="3210774213" sldId="309"/>
            <ac:spMk id="70" creationId="{4157007A-CF9D-D976-2BC1-3A956918F795}"/>
          </ac:spMkLst>
        </pc:spChg>
        <pc:spChg chg="mod">
          <ac:chgData name="Nguyễn Khánh Quỳnh" userId="dfc16938-86d2-4dda-b085-9b2c959bd8bb" providerId="ADAL" clId="{4B932ACE-212B-4F91-8A6A-C7E3B40542F3}" dt="2024-05-06T02:41:57.910" v="1922"/>
          <ac:spMkLst>
            <pc:docMk/>
            <pc:sldMk cId="3210774213" sldId="309"/>
            <ac:spMk id="71" creationId="{58EA754E-D0B6-1E8D-7402-62171B54594A}"/>
          </ac:spMkLst>
        </pc:spChg>
        <pc:spChg chg="del mod">
          <ac:chgData name="Nguyễn Khánh Quỳnh" userId="dfc16938-86d2-4dda-b085-9b2c959bd8bb" providerId="ADAL" clId="{4B932ACE-212B-4F91-8A6A-C7E3B40542F3}" dt="2024-05-06T02:42:09.908" v="1923" actId="478"/>
          <ac:spMkLst>
            <pc:docMk/>
            <pc:sldMk cId="3210774213" sldId="309"/>
            <ac:spMk id="74" creationId="{75D5A479-91FC-250A-3CFA-7F3E250B7903}"/>
          </ac:spMkLst>
        </pc:spChg>
        <pc:spChg chg="del mod topLvl">
          <ac:chgData name="Nguyễn Khánh Quỳnh" userId="dfc16938-86d2-4dda-b085-9b2c959bd8bb" providerId="ADAL" clId="{4B932ACE-212B-4F91-8A6A-C7E3B40542F3}" dt="2024-05-06T02:42:15.984" v="1926" actId="478"/>
          <ac:spMkLst>
            <pc:docMk/>
            <pc:sldMk cId="3210774213" sldId="309"/>
            <ac:spMk id="75" creationId="{8BD2D416-EFE2-41F1-AE8D-7808D0ACDFA6}"/>
          </ac:spMkLst>
        </pc:spChg>
        <pc:grpChg chg="add mod">
          <ac:chgData name="Nguyễn Khánh Quỳnh" userId="dfc16938-86d2-4dda-b085-9b2c959bd8bb" providerId="ADAL" clId="{4B932ACE-212B-4F91-8A6A-C7E3B40542F3}" dt="2024-05-06T02:40:11.348" v="1899"/>
          <ac:grpSpMkLst>
            <pc:docMk/>
            <pc:sldMk cId="3210774213" sldId="309"/>
            <ac:grpSpMk id="2" creationId="{D7A5216C-60B6-CCE6-AC9A-5C81CEC9443E}"/>
          </ac:grpSpMkLst>
        </pc:grpChg>
        <pc:grpChg chg="mod">
          <ac:chgData name="Nguyễn Khánh Quỳnh" userId="dfc16938-86d2-4dda-b085-9b2c959bd8bb" providerId="ADAL" clId="{4B932ACE-212B-4F91-8A6A-C7E3B40542F3}" dt="2024-05-06T02:40:11.348" v="1899"/>
          <ac:grpSpMkLst>
            <pc:docMk/>
            <pc:sldMk cId="3210774213" sldId="309"/>
            <ac:grpSpMk id="3" creationId="{F148C935-6F5C-1C52-4157-EF5369DB330B}"/>
          </ac:grpSpMkLst>
        </pc:grpChg>
        <pc:grpChg chg="del">
          <ac:chgData name="Nguyễn Khánh Quỳnh" userId="dfc16938-86d2-4dda-b085-9b2c959bd8bb" providerId="ADAL" clId="{4B932ACE-212B-4F91-8A6A-C7E3B40542F3}" dt="2024-05-06T02:38:05.479" v="1870" actId="478"/>
          <ac:grpSpMkLst>
            <pc:docMk/>
            <pc:sldMk cId="3210774213" sldId="309"/>
            <ac:grpSpMk id="9" creationId="{DFD3B36B-581C-F2B8-3FEB-31434BE4BE96}"/>
          </ac:grpSpMkLst>
        </pc:grpChg>
        <pc:grpChg chg="mod">
          <ac:chgData name="Nguyễn Khánh Quỳnh" userId="dfc16938-86d2-4dda-b085-9b2c959bd8bb" providerId="ADAL" clId="{4B932ACE-212B-4F91-8A6A-C7E3B40542F3}" dt="2024-05-06T02:40:38.018" v="1909" actId="164"/>
          <ac:grpSpMkLst>
            <pc:docMk/>
            <pc:sldMk cId="3210774213" sldId="309"/>
            <ac:grpSpMk id="15" creationId="{571F745F-B6E7-990F-8892-2D199D65FD72}"/>
          </ac:grpSpMkLst>
        </pc:grpChg>
        <pc:grpChg chg="mod">
          <ac:chgData name="Nguyễn Khánh Quỳnh" userId="dfc16938-86d2-4dda-b085-9b2c959bd8bb" providerId="ADAL" clId="{4B932ACE-212B-4F91-8A6A-C7E3B40542F3}" dt="2024-05-06T02:40:38.018" v="1909" actId="164"/>
          <ac:grpSpMkLst>
            <pc:docMk/>
            <pc:sldMk cId="3210774213" sldId="309"/>
            <ac:grpSpMk id="21" creationId="{6E83FAF0-DA1F-AEC1-97D4-760C2BD9E620}"/>
          </ac:grpSpMkLst>
        </pc:grpChg>
        <pc:grpChg chg="del">
          <ac:chgData name="Nguyễn Khánh Quỳnh" userId="dfc16938-86d2-4dda-b085-9b2c959bd8bb" providerId="ADAL" clId="{4B932ACE-212B-4F91-8A6A-C7E3B40542F3}" dt="2024-05-06T02:38:03.608" v="1868" actId="478"/>
          <ac:grpSpMkLst>
            <pc:docMk/>
            <pc:sldMk cId="3210774213" sldId="309"/>
            <ac:grpSpMk id="24" creationId="{8BAAC3D4-0B8A-8926-E080-473D4501934C}"/>
          </ac:grpSpMkLst>
        </pc:grpChg>
        <pc:grpChg chg="add mod">
          <ac:chgData name="Nguyễn Khánh Quỳnh" userId="dfc16938-86d2-4dda-b085-9b2c959bd8bb" providerId="ADAL" clId="{4B932ACE-212B-4F91-8A6A-C7E3B40542F3}" dt="2024-05-06T02:40:11.348" v="1899"/>
          <ac:grpSpMkLst>
            <pc:docMk/>
            <pc:sldMk cId="3210774213" sldId="309"/>
            <ac:grpSpMk id="29" creationId="{02D56E5F-EA48-BCA1-78A5-8823A5AED356}"/>
          </ac:grpSpMkLst>
        </pc:grpChg>
        <pc:grpChg chg="mod">
          <ac:chgData name="Nguyễn Khánh Quỳnh" userId="dfc16938-86d2-4dda-b085-9b2c959bd8bb" providerId="ADAL" clId="{4B932ACE-212B-4F91-8A6A-C7E3B40542F3}" dt="2024-05-06T02:40:11.348" v="1899"/>
          <ac:grpSpMkLst>
            <pc:docMk/>
            <pc:sldMk cId="3210774213" sldId="309"/>
            <ac:grpSpMk id="33" creationId="{35234D52-4CCB-1A8B-09B9-1B451473E6D3}"/>
          </ac:grpSpMkLst>
        </pc:grpChg>
        <pc:grpChg chg="add mod">
          <ac:chgData name="Nguyễn Khánh Quỳnh" userId="dfc16938-86d2-4dda-b085-9b2c959bd8bb" providerId="ADAL" clId="{4B932ACE-212B-4F91-8A6A-C7E3B40542F3}" dt="2024-05-06T02:40:18.213" v="1904"/>
          <ac:grpSpMkLst>
            <pc:docMk/>
            <pc:sldMk cId="3210774213" sldId="309"/>
            <ac:grpSpMk id="37" creationId="{2E65F9D3-C40D-BF5E-668F-C1D2D019667F}"/>
          </ac:grpSpMkLst>
        </pc:grpChg>
        <pc:grpChg chg="mod">
          <ac:chgData name="Nguyễn Khánh Quỳnh" userId="dfc16938-86d2-4dda-b085-9b2c959bd8bb" providerId="ADAL" clId="{4B932ACE-212B-4F91-8A6A-C7E3B40542F3}" dt="2024-05-06T02:40:18.213" v="1904"/>
          <ac:grpSpMkLst>
            <pc:docMk/>
            <pc:sldMk cId="3210774213" sldId="309"/>
            <ac:grpSpMk id="38" creationId="{955E540B-F6D8-B79F-BD5C-63854BF0135C}"/>
          </ac:grpSpMkLst>
        </pc:grpChg>
        <pc:grpChg chg="del">
          <ac:chgData name="Nguyễn Khánh Quỳnh" userId="dfc16938-86d2-4dda-b085-9b2c959bd8bb" providerId="ADAL" clId="{4B932ACE-212B-4F91-8A6A-C7E3B40542F3}" dt="2024-05-06T02:38:01.764" v="1866" actId="478"/>
          <ac:grpSpMkLst>
            <pc:docMk/>
            <pc:sldMk cId="3210774213" sldId="309"/>
            <ac:grpSpMk id="47" creationId="{D0663010-25FE-04FD-1A51-768EC381FD26}"/>
          </ac:grpSpMkLst>
        </pc:grpChg>
        <pc:grpChg chg="add del mod">
          <ac:chgData name="Nguyễn Khánh Quỳnh" userId="dfc16938-86d2-4dda-b085-9b2c959bd8bb" providerId="ADAL" clId="{4B932ACE-212B-4F91-8A6A-C7E3B40542F3}" dt="2024-05-06T02:40:20.872" v="1907" actId="21"/>
          <ac:grpSpMkLst>
            <pc:docMk/>
            <pc:sldMk cId="3210774213" sldId="309"/>
            <ac:grpSpMk id="51" creationId="{B8D4FBF5-F806-2A57-1F2C-2CBAD7C156C2}"/>
          </ac:grpSpMkLst>
        </pc:grpChg>
        <pc:grpChg chg="mod topLvl">
          <ac:chgData name="Nguyễn Khánh Quỳnh" userId="dfc16938-86d2-4dda-b085-9b2c959bd8bb" providerId="ADAL" clId="{4B932ACE-212B-4F91-8A6A-C7E3B40542F3}" dt="2024-05-06T02:40:20.872" v="1907" actId="21"/>
          <ac:grpSpMkLst>
            <pc:docMk/>
            <pc:sldMk cId="3210774213" sldId="309"/>
            <ac:grpSpMk id="53" creationId="{8827BDBD-5F1F-14E5-BA9A-BAC1E9916E76}"/>
          </ac:grpSpMkLst>
        </pc:grpChg>
        <pc:grpChg chg="add mod">
          <ac:chgData name="Nguyễn Khánh Quỳnh" userId="dfc16938-86d2-4dda-b085-9b2c959bd8bb" providerId="ADAL" clId="{4B932ACE-212B-4F91-8A6A-C7E3B40542F3}" dt="2024-05-06T02:41:26.663" v="1918" actId="1076"/>
          <ac:grpSpMkLst>
            <pc:docMk/>
            <pc:sldMk cId="3210774213" sldId="309"/>
            <ac:grpSpMk id="58" creationId="{5AE205A7-48B6-BFBD-E209-9F00CED3F65E}"/>
          </ac:grpSpMkLst>
        </pc:grpChg>
        <pc:grpChg chg="add del mod">
          <ac:chgData name="Nguyễn Khánh Quỳnh" userId="dfc16938-86d2-4dda-b085-9b2c959bd8bb" providerId="ADAL" clId="{4B932ACE-212B-4F91-8A6A-C7E3B40542F3}" dt="2024-05-06T02:42:15.984" v="1926" actId="478"/>
          <ac:grpSpMkLst>
            <pc:docMk/>
            <pc:sldMk cId="3210774213" sldId="309"/>
            <ac:grpSpMk id="60" creationId="{6E165F68-1B17-3AF0-3B0E-248E81E837C1}"/>
          </ac:grpSpMkLst>
        </pc:grpChg>
        <pc:grpChg chg="del mod">
          <ac:chgData name="Nguyễn Khánh Quỳnh" userId="dfc16938-86d2-4dda-b085-9b2c959bd8bb" providerId="ADAL" clId="{4B932ACE-212B-4F91-8A6A-C7E3B40542F3}" dt="2024-05-06T02:42:12.372" v="1924" actId="478"/>
          <ac:grpSpMkLst>
            <pc:docMk/>
            <pc:sldMk cId="3210774213" sldId="309"/>
            <ac:grpSpMk id="62" creationId="{9BE4A7B1-0CA2-D4BC-0E1A-3AA2C3AD24E3}"/>
          </ac:grpSpMkLst>
        </pc:grpChg>
        <pc:grpChg chg="mod topLvl">
          <ac:chgData name="Nguyễn Khánh Quỳnh" userId="dfc16938-86d2-4dda-b085-9b2c959bd8bb" providerId="ADAL" clId="{4B932ACE-212B-4F91-8A6A-C7E3B40542F3}" dt="2024-05-06T02:42:15.984" v="1926" actId="478"/>
          <ac:grpSpMkLst>
            <pc:docMk/>
            <pc:sldMk cId="3210774213" sldId="309"/>
            <ac:grpSpMk id="64" creationId="{10FFB621-03BD-6FCF-784A-AE5AF764AE55}"/>
          </ac:grpSpMkLst>
        </pc:grpChg>
        <pc:grpChg chg="mod">
          <ac:chgData name="Nguyễn Khánh Quỳnh" userId="dfc16938-86d2-4dda-b085-9b2c959bd8bb" providerId="ADAL" clId="{4B932ACE-212B-4F91-8A6A-C7E3B40542F3}" dt="2024-05-06T02:40:41.824" v="1910"/>
          <ac:grpSpMkLst>
            <pc:docMk/>
            <pc:sldMk cId="3210774213" sldId="309"/>
            <ac:grpSpMk id="65" creationId="{5F82633D-8C7A-D863-B7DB-7A5C260CE3F6}"/>
          </ac:grpSpMkLst>
        </pc:grpChg>
        <pc:grpChg chg="del">
          <ac:chgData name="Nguyễn Khánh Quỳnh" userId="dfc16938-86d2-4dda-b085-9b2c959bd8bb" providerId="ADAL" clId="{4B932ACE-212B-4F91-8A6A-C7E3B40542F3}" dt="2024-05-06T02:38:04.952" v="1869" actId="478"/>
          <ac:grpSpMkLst>
            <pc:docMk/>
            <pc:sldMk cId="3210774213" sldId="309"/>
            <ac:grpSpMk id="67" creationId="{8CDF8EFE-EA45-9350-544C-345A417C59A7}"/>
          </ac:grpSpMkLst>
        </pc:grpChg>
        <pc:grpChg chg="del">
          <ac:chgData name="Nguyễn Khánh Quỳnh" userId="dfc16938-86d2-4dda-b085-9b2c959bd8bb" providerId="ADAL" clId="{4B932ACE-212B-4F91-8A6A-C7E3B40542F3}" dt="2024-05-06T02:38:02.688" v="1867" actId="478"/>
          <ac:grpSpMkLst>
            <pc:docMk/>
            <pc:sldMk cId="3210774213" sldId="309"/>
            <ac:grpSpMk id="68" creationId="{CA85EF9E-7A81-309D-3932-053186109CEE}"/>
          </ac:grpSpMkLst>
        </pc:grpChg>
        <pc:grpChg chg="del mod">
          <ac:chgData name="Nguyễn Khánh Quỳnh" userId="dfc16938-86d2-4dda-b085-9b2c959bd8bb" providerId="ADAL" clId="{4B932ACE-212B-4F91-8A6A-C7E3B40542F3}" dt="2024-05-06T02:42:09.908" v="1923" actId="478"/>
          <ac:grpSpMkLst>
            <pc:docMk/>
            <pc:sldMk cId="3210774213" sldId="309"/>
            <ac:grpSpMk id="72" creationId="{93CB55E3-7AC3-BC76-E007-5B259F85123D}"/>
          </ac:grpSpMkLst>
        </pc:grpChg>
        <pc:graphicFrameChg chg="mod">
          <ac:chgData name="Nguyễn Khánh Quỳnh" userId="dfc16938-86d2-4dda-b085-9b2c959bd8bb" providerId="ADAL" clId="{4B932ACE-212B-4F91-8A6A-C7E3B40542F3}" dt="2024-05-06T02:40:12.132" v="1900"/>
          <ac:graphicFrameMkLst>
            <pc:docMk/>
            <pc:sldMk cId="3210774213" sldId="309"/>
            <ac:graphicFrameMk id="4" creationId="{7CF8F95C-A2DF-3433-9C8A-68326723B077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41:07.453" v="1912" actId="1076"/>
          <ac:graphicFrameMkLst>
            <pc:docMk/>
            <pc:sldMk cId="3210774213" sldId="309"/>
            <ac:graphicFrameMk id="25" creationId="{8B66BD7C-6358-BECB-27F5-A6C2E5B48430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40:15.219" v="1903" actId="1076"/>
          <ac:graphicFrameMkLst>
            <pc:docMk/>
            <pc:sldMk cId="3210774213" sldId="309"/>
            <ac:graphicFrameMk id="34" creationId="{DCBDED61-FA15-6B19-AA23-B173260C1C1E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40:18.213" v="1904"/>
          <ac:graphicFrameMkLst>
            <pc:docMk/>
            <pc:sldMk cId="3210774213" sldId="309"/>
            <ac:graphicFrameMk id="39" creationId="{40E14179-CD82-434A-0E28-3013BED782EB}"/>
          </ac:graphicFrameMkLst>
        </pc:graphicFrameChg>
        <pc:graphicFrameChg chg="add del mod topLvl">
          <ac:chgData name="Nguyễn Khánh Quỳnh" userId="dfc16938-86d2-4dda-b085-9b2c959bd8bb" providerId="ADAL" clId="{4B932ACE-212B-4F91-8A6A-C7E3B40542F3}" dt="2024-05-06T02:40:21.386" v="1908" actId="1076"/>
          <ac:graphicFrameMkLst>
            <pc:docMk/>
            <pc:sldMk cId="3210774213" sldId="309"/>
            <ac:graphicFrameMk id="54" creationId="{C3AC0428-5AF7-EAE9-B9CA-5181C16639C2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41:13.273" v="1916" actId="1076"/>
          <ac:graphicFrameMkLst>
            <pc:docMk/>
            <pc:sldMk cId="3210774213" sldId="309"/>
            <ac:graphicFrameMk id="69" creationId="{C58EC6F0-DEB5-D9D2-662E-13D3B5B89321}"/>
          </ac:graphicFrameMkLst>
        </pc:graphicFrameChg>
        <pc:graphicFrameChg chg="del mod">
          <ac:chgData name="Nguyễn Khánh Quỳnh" userId="dfc16938-86d2-4dda-b085-9b2c959bd8bb" providerId="ADAL" clId="{4B932ACE-212B-4F91-8A6A-C7E3B40542F3}" dt="2024-05-06T02:42:12.372" v="1924" actId="478"/>
          <ac:graphicFrameMkLst>
            <pc:docMk/>
            <pc:sldMk cId="3210774213" sldId="309"/>
            <ac:graphicFrameMk id="73" creationId="{32CCD87A-2F22-AF47-5CA4-45D2B1AAD983}"/>
          </ac:graphicFrameMkLst>
        </pc:graphicFrameChg>
      </pc:sldChg>
      <pc:sldChg chg="addSp delSp modSp add mod ord setBg">
        <pc:chgData name="Nguyễn Khánh Quỳnh" userId="dfc16938-86d2-4dda-b085-9b2c959bd8bb" providerId="ADAL" clId="{4B932ACE-212B-4F91-8A6A-C7E3B40542F3}" dt="2024-05-06T03:15:19.099" v="2338" actId="478"/>
        <pc:sldMkLst>
          <pc:docMk/>
          <pc:sldMk cId="4218535904" sldId="310"/>
        </pc:sldMkLst>
        <pc:spChg chg="mod">
          <ac:chgData name="Nguyễn Khánh Quỳnh" userId="dfc16938-86d2-4dda-b085-9b2c959bd8bb" providerId="ADAL" clId="{4B932ACE-212B-4F91-8A6A-C7E3B40542F3}" dt="2024-05-06T02:48:05.583" v="1936"/>
          <ac:spMkLst>
            <pc:docMk/>
            <pc:sldMk cId="4218535904" sldId="310"/>
            <ac:spMk id="6" creationId="{CC3D71E1-7569-FCE9-D8A8-00A015BA6757}"/>
          </ac:spMkLst>
        </pc:spChg>
        <pc:spChg chg="mod">
          <ac:chgData name="Nguyễn Khánh Quỳnh" userId="dfc16938-86d2-4dda-b085-9b2c959bd8bb" providerId="ADAL" clId="{4B932ACE-212B-4F91-8A6A-C7E3B40542F3}" dt="2024-05-06T03:10:19.559" v="2312" actId="20577"/>
          <ac:spMkLst>
            <pc:docMk/>
            <pc:sldMk cId="4218535904" sldId="310"/>
            <ac:spMk id="7" creationId="{F72BBF9E-5F8C-0F5D-88B8-D3201B38DFBB}"/>
          </ac:spMkLst>
        </pc:spChg>
        <pc:spChg chg="mod topLvl">
          <ac:chgData name="Nguyễn Khánh Quỳnh" userId="dfc16938-86d2-4dda-b085-9b2c959bd8bb" providerId="ADAL" clId="{4B932ACE-212B-4F91-8A6A-C7E3B40542F3}" dt="2024-05-06T02:56:52.380" v="2140" actId="165"/>
          <ac:spMkLst>
            <pc:docMk/>
            <pc:sldMk cId="4218535904" sldId="310"/>
            <ac:spMk id="13" creationId="{70072A82-5422-0C13-934E-0CA8153D46BE}"/>
          </ac:spMkLst>
        </pc:spChg>
        <pc:spChg chg="add del mod">
          <ac:chgData name="Nguyễn Khánh Quỳnh" userId="dfc16938-86d2-4dda-b085-9b2c959bd8bb" providerId="ADAL" clId="{4B932ACE-212B-4F91-8A6A-C7E3B40542F3}" dt="2024-05-06T03:08:44.761" v="2277" actId="478"/>
          <ac:spMkLst>
            <pc:docMk/>
            <pc:sldMk cId="4218535904" sldId="310"/>
            <ac:spMk id="19" creationId="{DCED461F-3458-DC2C-C39A-F72F73C779C4}"/>
          </ac:spMkLst>
        </pc:spChg>
        <pc:spChg chg="mod topLvl">
          <ac:chgData name="Nguyễn Khánh Quỳnh" userId="dfc16938-86d2-4dda-b085-9b2c959bd8bb" providerId="ADAL" clId="{4B932ACE-212B-4F91-8A6A-C7E3B40542F3}" dt="2024-05-06T02:56:59.238" v="2170" actId="1038"/>
          <ac:spMkLst>
            <pc:docMk/>
            <pc:sldMk cId="4218535904" sldId="310"/>
            <ac:spMk id="20" creationId="{3975CC50-4161-462F-F873-FFAAFEADA407}"/>
          </ac:spMkLst>
        </pc:spChg>
        <pc:spChg chg="mod">
          <ac:chgData name="Nguyễn Khánh Quỳnh" userId="dfc16938-86d2-4dda-b085-9b2c959bd8bb" providerId="ADAL" clId="{4B932ACE-212B-4F91-8A6A-C7E3B40542F3}" dt="2024-05-06T03:10:25.982" v="2316" actId="20577"/>
          <ac:spMkLst>
            <pc:docMk/>
            <pc:sldMk cId="4218535904" sldId="310"/>
            <ac:spMk id="21" creationId="{81490B48-9572-7B7E-86E9-E444E3465A1A}"/>
          </ac:spMkLst>
        </pc:spChg>
        <pc:spChg chg="add mod">
          <ac:chgData name="Nguyễn Khánh Quỳnh" userId="dfc16938-86d2-4dda-b085-9b2c959bd8bb" providerId="ADAL" clId="{4B932ACE-212B-4F91-8A6A-C7E3B40542F3}" dt="2024-05-06T02:50:20.052" v="2020"/>
          <ac:spMkLst>
            <pc:docMk/>
            <pc:sldMk cId="4218535904" sldId="310"/>
            <ac:spMk id="22" creationId="{CAFCAA34-0C0D-B0D8-0EBD-A9BD081A33E7}"/>
          </ac:spMkLst>
        </pc:spChg>
        <pc:spChg chg="mod topLvl">
          <ac:chgData name="Nguyễn Khánh Quỳnh" userId="dfc16938-86d2-4dda-b085-9b2c959bd8bb" providerId="ADAL" clId="{4B932ACE-212B-4F91-8A6A-C7E3B40542F3}" dt="2024-05-06T02:57:01.179" v="2171" actId="14100"/>
          <ac:spMkLst>
            <pc:docMk/>
            <pc:sldMk cId="4218535904" sldId="310"/>
            <ac:spMk id="23" creationId="{773D5CFF-686C-6DF9-AF41-D79688ABE8B6}"/>
          </ac:spMkLst>
        </pc:spChg>
        <pc:spChg chg="mod">
          <ac:chgData name="Nguyễn Khánh Quỳnh" userId="dfc16938-86d2-4dda-b085-9b2c959bd8bb" providerId="ADAL" clId="{4B932ACE-212B-4F91-8A6A-C7E3B40542F3}" dt="2024-05-06T02:50:57.345" v="2024"/>
          <ac:spMkLst>
            <pc:docMk/>
            <pc:sldMk cId="4218535904" sldId="310"/>
            <ac:spMk id="26" creationId="{0E87582A-150B-00A7-A447-FB734D10C30E}"/>
          </ac:spMkLst>
        </pc:spChg>
        <pc:spChg chg="mod">
          <ac:chgData name="Nguyễn Khánh Quỳnh" userId="dfc16938-86d2-4dda-b085-9b2c959bd8bb" providerId="ADAL" clId="{4B932ACE-212B-4F91-8A6A-C7E3B40542F3}" dt="2024-05-06T02:50:57.345" v="2024"/>
          <ac:spMkLst>
            <pc:docMk/>
            <pc:sldMk cId="4218535904" sldId="310"/>
            <ac:spMk id="27" creationId="{C7B6917D-863C-FC81-1542-E0A195BFE76A}"/>
          </ac:spMkLst>
        </pc:spChg>
        <pc:spChg chg="mod topLvl">
          <ac:chgData name="Nguyễn Khánh Quỳnh" userId="dfc16938-86d2-4dda-b085-9b2c959bd8bb" providerId="ADAL" clId="{4B932ACE-212B-4F91-8A6A-C7E3B40542F3}" dt="2024-05-06T02:56:59.238" v="2170" actId="1038"/>
          <ac:spMkLst>
            <pc:docMk/>
            <pc:sldMk cId="4218535904" sldId="310"/>
            <ac:spMk id="28" creationId="{88BE54B0-47AD-C76F-5D02-9D525E6D3A61}"/>
          </ac:spMkLst>
        </pc:spChg>
        <pc:spChg chg="mod topLvl">
          <ac:chgData name="Nguyễn Khánh Quỳnh" userId="dfc16938-86d2-4dda-b085-9b2c959bd8bb" providerId="ADAL" clId="{4B932ACE-212B-4F91-8A6A-C7E3B40542F3}" dt="2024-05-06T02:56:59.238" v="2170" actId="1038"/>
          <ac:spMkLst>
            <pc:docMk/>
            <pc:sldMk cId="4218535904" sldId="310"/>
            <ac:spMk id="31" creationId="{E97F3D6B-6515-C2A1-5DFF-5F9D0D51BB96}"/>
          </ac:spMkLst>
        </pc:spChg>
        <pc:spChg chg="mod">
          <ac:chgData name="Nguyễn Khánh Quỳnh" userId="dfc16938-86d2-4dda-b085-9b2c959bd8bb" providerId="ADAL" clId="{4B932ACE-212B-4F91-8A6A-C7E3B40542F3}" dt="2024-05-06T03:09:10.902" v="2280"/>
          <ac:spMkLst>
            <pc:docMk/>
            <pc:sldMk cId="4218535904" sldId="310"/>
            <ac:spMk id="36" creationId="{7CFD0DD2-6FD7-00CC-A4A5-FBFDCC1B3188}"/>
          </ac:spMkLst>
        </pc:spChg>
        <pc:spChg chg="mod">
          <ac:chgData name="Nguyễn Khánh Quỳnh" userId="dfc16938-86d2-4dda-b085-9b2c959bd8bb" providerId="ADAL" clId="{4B932ACE-212B-4F91-8A6A-C7E3B40542F3}" dt="2024-05-06T03:09:55.418" v="2298" actId="20577"/>
          <ac:spMkLst>
            <pc:docMk/>
            <pc:sldMk cId="4218535904" sldId="310"/>
            <ac:spMk id="37" creationId="{C80D3103-325F-82F3-7832-D33DD30DC9AC}"/>
          </ac:spMkLst>
        </pc:spChg>
        <pc:spChg chg="del">
          <ac:chgData name="Nguyễn Khánh Quỳnh" userId="dfc16938-86d2-4dda-b085-9b2c959bd8bb" providerId="ADAL" clId="{4B932ACE-212B-4F91-8A6A-C7E3B40542F3}" dt="2024-05-06T03:15:19.099" v="2338" actId="478"/>
          <ac:spMkLst>
            <pc:docMk/>
            <pc:sldMk cId="4218535904" sldId="310"/>
            <ac:spMk id="40" creationId="{984EADB5-36C7-B0DB-5D79-AFFE9C6A30AC}"/>
          </ac:spMkLst>
        </pc:spChg>
        <pc:grpChg chg="add mod">
          <ac:chgData name="Nguyễn Khánh Quỳnh" userId="dfc16938-86d2-4dda-b085-9b2c959bd8bb" providerId="ADAL" clId="{4B932ACE-212B-4F91-8A6A-C7E3B40542F3}" dt="2024-05-06T02:49:23.971" v="1948" actId="1076"/>
          <ac:grpSpMkLst>
            <pc:docMk/>
            <pc:sldMk cId="4218535904" sldId="310"/>
            <ac:grpSpMk id="2" creationId="{1D1CD21F-DDA7-5F08-BADB-C5F458BE8D78}"/>
          </ac:grpSpMkLst>
        </pc:grpChg>
        <pc:grpChg chg="mod">
          <ac:chgData name="Nguyễn Khánh Quỳnh" userId="dfc16938-86d2-4dda-b085-9b2c959bd8bb" providerId="ADAL" clId="{4B932ACE-212B-4F91-8A6A-C7E3B40542F3}" dt="2024-05-06T02:48:05.583" v="1936"/>
          <ac:grpSpMkLst>
            <pc:docMk/>
            <pc:sldMk cId="4218535904" sldId="310"/>
            <ac:grpSpMk id="3" creationId="{DD0DAEC7-CC1E-713C-6FA9-F8B4CA205012}"/>
          </ac:grpSpMkLst>
        </pc:grpChg>
        <pc:grpChg chg="mod">
          <ac:chgData name="Nguyễn Khánh Quỳnh" userId="dfc16938-86d2-4dda-b085-9b2c959bd8bb" providerId="ADAL" clId="{4B932ACE-212B-4F91-8A6A-C7E3B40542F3}" dt="2024-05-06T02:50:10.228" v="2018" actId="14100"/>
          <ac:grpSpMkLst>
            <pc:docMk/>
            <pc:sldMk cId="4218535904" sldId="310"/>
            <ac:grpSpMk id="9" creationId="{DFD3B36B-581C-F2B8-3FEB-31434BE4BE96}"/>
          </ac:grpSpMkLst>
        </pc:grpChg>
        <pc:grpChg chg="add mod">
          <ac:chgData name="Nguyễn Khánh Quỳnh" userId="dfc16938-86d2-4dda-b085-9b2c959bd8bb" providerId="ADAL" clId="{4B932ACE-212B-4F91-8A6A-C7E3B40542F3}" dt="2024-05-06T02:49:18.933" v="1946" actId="14100"/>
          <ac:grpSpMkLst>
            <pc:docMk/>
            <pc:sldMk cId="4218535904" sldId="310"/>
            <ac:grpSpMk id="16" creationId="{3899264A-9EB1-C8C2-5470-E781B3831BAE}"/>
          </ac:grpSpMkLst>
        </pc:grpChg>
        <pc:grpChg chg="add del mod">
          <ac:chgData name="Nguyễn Khánh Quỳnh" userId="dfc16938-86d2-4dda-b085-9b2c959bd8bb" providerId="ADAL" clId="{4B932ACE-212B-4F91-8A6A-C7E3B40542F3}" dt="2024-05-06T03:08:44.761" v="2277" actId="478"/>
          <ac:grpSpMkLst>
            <pc:docMk/>
            <pc:sldMk cId="4218535904" sldId="310"/>
            <ac:grpSpMk id="17" creationId="{00ABB2E4-6F1E-2D60-9126-70BC3468533F}"/>
          </ac:grpSpMkLst>
        </pc:grpChg>
        <pc:grpChg chg="del">
          <ac:chgData name="Nguyễn Khánh Quỳnh" userId="dfc16938-86d2-4dda-b085-9b2c959bd8bb" providerId="ADAL" clId="{4B932ACE-212B-4F91-8A6A-C7E3B40542F3}" dt="2024-05-06T02:46:26.002" v="1930" actId="478"/>
          <ac:grpSpMkLst>
            <pc:docMk/>
            <pc:sldMk cId="4218535904" sldId="310"/>
            <ac:grpSpMk id="24" creationId="{8BAAC3D4-0B8A-8926-E080-473D4501934C}"/>
          </ac:grpSpMkLst>
        </pc:grpChg>
        <pc:grpChg chg="add del mod">
          <ac:chgData name="Nguyễn Khánh Quỳnh" userId="dfc16938-86d2-4dda-b085-9b2c959bd8bb" providerId="ADAL" clId="{4B932ACE-212B-4F91-8A6A-C7E3B40542F3}" dt="2024-05-06T03:09:06.283" v="2279" actId="478"/>
          <ac:grpSpMkLst>
            <pc:docMk/>
            <pc:sldMk cId="4218535904" sldId="310"/>
            <ac:grpSpMk id="25" creationId="{169E0596-1879-D12F-679F-04D0A791D878}"/>
          </ac:grpSpMkLst>
        </pc:grpChg>
        <pc:grpChg chg="del">
          <ac:chgData name="Nguyễn Khánh Quỳnh" userId="dfc16938-86d2-4dda-b085-9b2c959bd8bb" providerId="ADAL" clId="{4B932ACE-212B-4F91-8A6A-C7E3B40542F3}" dt="2024-05-06T02:56:52.380" v="2140" actId="165"/>
          <ac:grpSpMkLst>
            <pc:docMk/>
            <pc:sldMk cId="4218535904" sldId="310"/>
            <ac:grpSpMk id="32" creationId="{E9A0B7E5-F8EA-C3D0-CE48-C5FDF17C2AA0}"/>
          </ac:grpSpMkLst>
        </pc:grpChg>
        <pc:grpChg chg="add mod">
          <ac:chgData name="Nguyễn Khánh Quỳnh" userId="dfc16938-86d2-4dda-b085-9b2c959bd8bb" providerId="ADAL" clId="{4B932ACE-212B-4F91-8A6A-C7E3B40542F3}" dt="2024-05-06T03:09:41.083" v="2290" actId="14100"/>
          <ac:grpSpMkLst>
            <pc:docMk/>
            <pc:sldMk cId="4218535904" sldId="310"/>
            <ac:grpSpMk id="33" creationId="{90583535-9FED-CE88-09B8-575520AA84E1}"/>
          </ac:grpSpMkLst>
        </pc:grpChg>
        <pc:grpChg chg="mod">
          <ac:chgData name="Nguyễn Khánh Quỳnh" userId="dfc16938-86d2-4dda-b085-9b2c959bd8bb" providerId="ADAL" clId="{4B932ACE-212B-4F91-8A6A-C7E3B40542F3}" dt="2024-05-06T03:09:10.902" v="2280"/>
          <ac:grpSpMkLst>
            <pc:docMk/>
            <pc:sldMk cId="4218535904" sldId="310"/>
            <ac:grpSpMk id="34" creationId="{4EC7105A-4996-A95C-5FC4-F28830CE94DD}"/>
          </ac:grpSpMkLst>
        </pc:grpChg>
        <pc:grpChg chg="del">
          <ac:chgData name="Nguyễn Khánh Quỳnh" userId="dfc16938-86d2-4dda-b085-9b2c959bd8bb" providerId="ADAL" clId="{4B932ACE-212B-4F91-8A6A-C7E3B40542F3}" dt="2024-05-06T02:46:53.359" v="1931" actId="478"/>
          <ac:grpSpMkLst>
            <pc:docMk/>
            <pc:sldMk cId="4218535904" sldId="310"/>
            <ac:grpSpMk id="47" creationId="{D0663010-25FE-04FD-1A51-768EC381FD26}"/>
          </ac:grpSpMkLst>
        </pc:grpChg>
        <pc:grpChg chg="del">
          <ac:chgData name="Nguyễn Khánh Quỳnh" userId="dfc16938-86d2-4dda-b085-9b2c959bd8bb" providerId="ADAL" clId="{4B932ACE-212B-4F91-8A6A-C7E3B40542F3}" dt="2024-05-06T02:47:49.959" v="1935" actId="478"/>
          <ac:grpSpMkLst>
            <pc:docMk/>
            <pc:sldMk cId="4218535904" sldId="310"/>
            <ac:grpSpMk id="67" creationId="{8CDF8EFE-EA45-9350-544C-345A417C59A7}"/>
          </ac:grpSpMkLst>
        </pc:grpChg>
        <pc:grpChg chg="del mod">
          <ac:chgData name="Nguyễn Khánh Quỳnh" userId="dfc16938-86d2-4dda-b085-9b2c959bd8bb" providerId="ADAL" clId="{4B932ACE-212B-4F91-8A6A-C7E3B40542F3}" dt="2024-05-06T03:09:05.186" v="2278" actId="478"/>
          <ac:grpSpMkLst>
            <pc:docMk/>
            <pc:sldMk cId="4218535904" sldId="310"/>
            <ac:grpSpMk id="68" creationId="{CA85EF9E-7A81-309D-3932-053186109CEE}"/>
          </ac:grpSpMkLst>
        </pc:grpChg>
        <pc:graphicFrameChg chg="mod">
          <ac:chgData name="Nguyễn Khánh Quỳnh" userId="dfc16938-86d2-4dda-b085-9b2c959bd8bb" providerId="ADAL" clId="{4B932ACE-212B-4F91-8A6A-C7E3B40542F3}" dt="2024-05-06T02:48:05.583" v="1936"/>
          <ac:graphicFrameMkLst>
            <pc:docMk/>
            <pc:sldMk cId="4218535904" sldId="310"/>
            <ac:graphicFrameMk id="4" creationId="{7F42D1C5-A4EE-CCC8-CF5E-3B05E27F5D14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3:10:13.672" v="2304" actId="1076"/>
          <ac:graphicFrameMkLst>
            <pc:docMk/>
            <pc:sldMk cId="4218535904" sldId="310"/>
            <ac:graphicFrameMk id="11" creationId="{A88FF11A-B659-45B9-432A-3BDFB112EB66}"/>
          </ac:graphicFrameMkLst>
        </pc:graphicFrameChg>
        <pc:graphicFrameChg chg="add mod">
          <ac:chgData name="Nguyễn Khánh Quỳnh" userId="dfc16938-86d2-4dda-b085-9b2c959bd8bb" providerId="ADAL" clId="{4B932ACE-212B-4F91-8A6A-C7E3B40542F3}" dt="2024-05-06T02:49:07.063" v="1942"/>
          <ac:graphicFrameMkLst>
            <pc:docMk/>
            <pc:sldMk cId="4218535904" sldId="310"/>
            <ac:graphicFrameMk id="15" creationId="{B3800F61-E0C4-DB2D-FC21-B6CDD2BF55D8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3:10:24.141" v="2315"/>
          <ac:graphicFrameMkLst>
            <pc:docMk/>
            <pc:sldMk cId="4218535904" sldId="310"/>
            <ac:graphicFrameMk id="18" creationId="{44782A03-2155-1D7C-E5EC-414758DA304D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2:50:57.345" v="2024"/>
          <ac:graphicFrameMkLst>
            <pc:docMk/>
            <pc:sldMk cId="4218535904" sldId="310"/>
            <ac:graphicFrameMk id="29" creationId="{3AC4D8FB-E71E-02E3-F6D6-93011175484E}"/>
          </ac:graphicFrameMkLst>
        </pc:graphicFrameChg>
        <pc:graphicFrameChg chg="mod">
          <ac:chgData name="Nguyễn Khánh Quỳnh" userId="dfc16938-86d2-4dda-b085-9b2c959bd8bb" providerId="ADAL" clId="{4B932ACE-212B-4F91-8A6A-C7E3B40542F3}" dt="2024-05-06T03:10:08.926" v="2303" actId="1076"/>
          <ac:graphicFrameMkLst>
            <pc:docMk/>
            <pc:sldMk cId="4218535904" sldId="310"/>
            <ac:graphicFrameMk id="35" creationId="{CE345E7D-4718-C5BB-C4E9-6D07982A36F6}"/>
          </ac:graphicFrameMkLst>
        </pc:graphicFrameChg>
        <pc:cxnChg chg="mod topLvl">
          <ac:chgData name="Nguyễn Khánh Quỳnh" userId="dfc16938-86d2-4dda-b085-9b2c959bd8bb" providerId="ADAL" clId="{4B932ACE-212B-4F91-8A6A-C7E3B40542F3}" dt="2024-05-06T02:56:59.238" v="2170" actId="1038"/>
          <ac:cxnSpMkLst>
            <pc:docMk/>
            <pc:sldMk cId="4218535904" sldId="310"/>
            <ac:cxnSpMk id="30" creationId="{5BF8CF07-A0F5-95AB-96D4-E633AC57F7BA}"/>
          </ac:cxnSpMkLst>
        </pc:cxnChg>
      </pc:sldChg>
      <pc:sldChg chg="addSp delSp modSp add mod setBg">
        <pc:chgData name="Nguyễn Khánh Quỳnh" userId="dfc16938-86d2-4dda-b085-9b2c959bd8bb" providerId="ADAL" clId="{4B932ACE-212B-4F91-8A6A-C7E3B40542F3}" dt="2024-05-06T03:11:07.342" v="2321"/>
        <pc:sldMkLst>
          <pc:docMk/>
          <pc:sldMk cId="688926237" sldId="311"/>
        </pc:sldMkLst>
        <pc:spChg chg="add mod">
          <ac:chgData name="Nguyễn Khánh Quỳnh" userId="dfc16938-86d2-4dda-b085-9b2c959bd8bb" providerId="ADAL" clId="{4B932ACE-212B-4F91-8A6A-C7E3B40542F3}" dt="2024-05-06T02:55:51.302" v="2112"/>
          <ac:spMkLst>
            <pc:docMk/>
            <pc:sldMk cId="688926237" sldId="311"/>
            <ac:spMk id="2" creationId="{83B522F9-DD0B-BFC0-F88B-5F933EFC87B8}"/>
          </ac:spMkLst>
        </pc:spChg>
        <pc:spChg chg="mod">
          <ac:chgData name="Nguyễn Khánh Quỳnh" userId="dfc16938-86d2-4dda-b085-9b2c959bd8bb" providerId="ADAL" clId="{4B932ACE-212B-4F91-8A6A-C7E3B40542F3}" dt="2024-05-06T02:54:42.762" v="2089" actId="1076"/>
          <ac:spMkLst>
            <pc:docMk/>
            <pc:sldMk cId="688926237" sldId="311"/>
            <ac:spMk id="40" creationId="{984EADB5-36C7-B0DB-5D79-AFFE9C6A30AC}"/>
          </ac:spMkLst>
        </pc:s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3" creationId="{E7020193-B737-A2D9-5ADE-FB9F255AFCF8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7" creationId="{9F8D59C6-55C5-379F-0C95-B82FBCE8173E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14" creationId="{B1DE3890-72D7-F820-A13A-69094BFE66CF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17" creationId="{0B148B3B-0B68-8804-380E-020C1E7ACD15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21" creationId="{D5DF4F6D-62D6-4764-A046-3BDBBED39954}"/>
          </ac:grpSpMkLst>
        </pc:grpChg>
        <pc:grpChg chg="mod">
          <ac:chgData name="Nguyễn Khánh Quỳnh" userId="dfc16938-86d2-4dda-b085-9b2c959bd8bb" providerId="ADAL" clId="{4B932ACE-212B-4F91-8A6A-C7E3B40542F3}" dt="2024-05-06T02:55:29.787" v="2101" actId="1036"/>
          <ac:grpSpMkLst>
            <pc:docMk/>
            <pc:sldMk cId="688926237" sldId="311"/>
            <ac:grpSpMk id="24" creationId="{8BAAC3D4-0B8A-8926-E080-473D4501934C}"/>
          </ac:grpSpMkLst>
        </pc:grpChg>
        <pc:grpChg chg="mod">
          <ac:chgData name="Nguyễn Khánh Quỳnh" userId="dfc16938-86d2-4dda-b085-9b2c959bd8bb" providerId="ADAL" clId="{4B932ACE-212B-4F91-8A6A-C7E3B40542F3}" dt="2024-05-06T02:55:32.039" v="2110" actId="1035"/>
          <ac:grpSpMkLst>
            <pc:docMk/>
            <pc:sldMk cId="688926237" sldId="311"/>
            <ac:grpSpMk id="25" creationId="{EE5C84B0-22DD-08A5-FB66-5C8394DC15A0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29" creationId="{AB1BE3CE-0371-A4E9-1408-F3C94A1558B9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34" creationId="{26B8E30A-E192-0938-4A38-7E0D4DC4A984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37" creationId="{B5FCB48E-4DF8-1EE2-B90A-F52F638C600D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55" creationId="{0B6BF456-71A9-1DBB-75CE-89B6630C246E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57" creationId="{14FE9469-8E26-4BEA-2D2F-3F221097E213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60" creationId="{A061E8FE-8DF4-BAAA-A187-EE1712EE9F5B}"/>
          </ac:grpSpMkLst>
        </pc:grpChg>
        <pc:grpChg chg="del">
          <ac:chgData name="Nguyễn Khánh Quỳnh" userId="dfc16938-86d2-4dda-b085-9b2c959bd8bb" providerId="ADAL" clId="{4B932ACE-212B-4F91-8A6A-C7E3B40542F3}" dt="2024-05-06T02:54:22.474" v="2081" actId="478"/>
          <ac:grpSpMkLst>
            <pc:docMk/>
            <pc:sldMk cId="688926237" sldId="311"/>
            <ac:grpSpMk id="63" creationId="{672EB14F-A533-4BAC-523E-97EEC7858471}"/>
          </ac:grpSpMkLst>
        </pc:grpChg>
        <pc:graphicFrameChg chg="modGraphic">
          <ac:chgData name="Nguyễn Khánh Quỳnh" userId="dfc16938-86d2-4dda-b085-9b2c959bd8bb" providerId="ADAL" clId="{4B932ACE-212B-4F91-8A6A-C7E3B40542F3}" dt="2024-05-06T03:11:07.342" v="2321"/>
          <ac:graphicFrameMkLst>
            <pc:docMk/>
            <pc:sldMk cId="688926237" sldId="311"/>
            <ac:graphicFrameMk id="8" creationId="{B04C7D6A-B92B-3869-91D6-AFA6F5B95C5B}"/>
          </ac:graphicFrameMkLst>
        </pc:graphicFrameChg>
        <pc:graphicFrameChg chg="modGraphic">
          <ac:chgData name="Nguyễn Khánh Quỳnh" userId="dfc16938-86d2-4dda-b085-9b2c959bd8bb" providerId="ADAL" clId="{4B932ACE-212B-4F91-8A6A-C7E3B40542F3}" dt="2024-05-06T03:11:00.993" v="2320"/>
          <ac:graphicFrameMkLst>
            <pc:docMk/>
            <pc:sldMk cId="688926237" sldId="311"/>
            <ac:graphicFrameMk id="31" creationId="{9B05C4AB-B8E0-B397-FDF0-2A4C6E0A3DC2}"/>
          </ac:graphicFrameMkLst>
        </pc:graphicFrameChg>
        <pc:picChg chg="mod">
          <ac:chgData name="Nguyễn Khánh Quỳnh" userId="dfc16938-86d2-4dda-b085-9b2c959bd8bb" providerId="ADAL" clId="{4B932ACE-212B-4F91-8A6A-C7E3B40542F3}" dt="2024-05-06T02:54:18.160" v="2080" actId="1076"/>
          <ac:picMkLst>
            <pc:docMk/>
            <pc:sldMk cId="688926237" sldId="311"/>
            <ac:picMk id="5" creationId="{4193CF2D-1A43-AAE6-D860-C2E89D6D8329}"/>
          </ac:picMkLst>
        </pc:picChg>
      </pc:sldChg>
      <pc:sldChg chg="addSp delSp modSp add mod ord setBg">
        <pc:chgData name="Nguyễn Khánh Quỳnh" userId="dfc16938-86d2-4dda-b085-9b2c959bd8bb" providerId="ADAL" clId="{4B932ACE-212B-4F91-8A6A-C7E3B40542F3}" dt="2024-05-06T03:15:29.656" v="2340" actId="478"/>
        <pc:sldMkLst>
          <pc:docMk/>
          <pc:sldMk cId="2074503156" sldId="312"/>
        </pc:sldMkLst>
        <pc:spChg chg="add del mod">
          <ac:chgData name="Nguyễn Khánh Quỳnh" userId="dfc16938-86d2-4dda-b085-9b2c959bd8bb" providerId="ADAL" clId="{4B932ACE-212B-4F91-8A6A-C7E3B40542F3}" dt="2024-05-06T03:15:29.656" v="2340" actId="478"/>
          <ac:spMkLst>
            <pc:docMk/>
            <pc:sldMk cId="2074503156" sldId="312"/>
            <ac:spMk id="2" creationId="{C630C3EB-3F05-889C-BE6C-306A770CBD58}"/>
          </ac:spMkLst>
        </pc:spChg>
        <pc:spChg chg="mod">
          <ac:chgData name="Nguyễn Khánh Quỳnh" userId="dfc16938-86d2-4dda-b085-9b2c959bd8bb" providerId="ADAL" clId="{4B932ACE-212B-4F91-8A6A-C7E3B40542F3}" dt="2024-05-06T02:59:39.337" v="2258"/>
          <ac:spMkLst>
            <pc:docMk/>
            <pc:sldMk cId="2074503156" sldId="312"/>
            <ac:spMk id="6" creationId="{C8E5B0B3-678D-31EB-6B94-213C20B4FEB7}"/>
          </ac:spMkLst>
        </pc:spChg>
        <pc:spChg chg="mod">
          <ac:chgData name="Nguyễn Khánh Quỳnh" userId="dfc16938-86d2-4dda-b085-9b2c959bd8bb" providerId="ADAL" clId="{4B932ACE-212B-4F91-8A6A-C7E3B40542F3}" dt="2024-05-06T02:58:13.997" v="2242" actId="20577"/>
          <ac:spMkLst>
            <pc:docMk/>
            <pc:sldMk cId="2074503156" sldId="312"/>
            <ac:spMk id="11" creationId="{13FF54A7-CFA7-3991-5DEF-95282FF06AEA}"/>
          </ac:spMkLst>
        </pc:spChg>
        <pc:spChg chg="mod">
          <ac:chgData name="Nguyễn Khánh Quỳnh" userId="dfc16938-86d2-4dda-b085-9b2c959bd8bb" providerId="ADAL" clId="{4B932ACE-212B-4F91-8A6A-C7E3B40542F3}" dt="2024-05-06T02:58:29.948" v="2243" actId="20577"/>
          <ac:spMkLst>
            <pc:docMk/>
            <pc:sldMk cId="2074503156" sldId="312"/>
            <ac:spMk id="19" creationId="{C4DA7336-C4A6-4899-EB3B-7D62D9887D13}"/>
          </ac:spMkLst>
        </pc:spChg>
        <pc:spChg chg="mod">
          <ac:chgData name="Nguyễn Khánh Quỳnh" userId="dfc16938-86d2-4dda-b085-9b2c959bd8bb" providerId="ADAL" clId="{4B932ACE-212B-4F91-8A6A-C7E3B40542F3}" dt="2024-05-06T02:58:57.122" v="2252" actId="20577"/>
          <ac:spMkLst>
            <pc:docMk/>
            <pc:sldMk cId="2074503156" sldId="312"/>
            <ac:spMk id="26" creationId="{4C772E86-F0D9-573D-1077-0C3C76869C68}"/>
          </ac:spMkLst>
        </pc:spChg>
        <pc:spChg chg="mod">
          <ac:chgData name="Nguyễn Khánh Quỳnh" userId="dfc16938-86d2-4dda-b085-9b2c959bd8bb" providerId="ADAL" clId="{4B932ACE-212B-4F91-8A6A-C7E3B40542F3}" dt="2024-05-06T02:59:13.154" v="2255"/>
          <ac:spMkLst>
            <pc:docMk/>
            <pc:sldMk cId="2074503156" sldId="312"/>
            <ac:spMk id="36" creationId="{F0010436-A633-A5D2-EF19-407875B96F30}"/>
          </ac:spMkLst>
        </pc:spChg>
        <pc:spChg chg="mod">
          <ac:chgData name="Nguyễn Khánh Quỳnh" userId="dfc16938-86d2-4dda-b085-9b2c959bd8bb" providerId="ADAL" clId="{4B932ACE-212B-4F91-8A6A-C7E3B40542F3}" dt="2024-05-06T03:03:19.131" v="2268" actId="207"/>
          <ac:spMkLst>
            <pc:docMk/>
            <pc:sldMk cId="2074503156" sldId="312"/>
            <ac:spMk id="38" creationId="{5EC9E25E-2DDC-EC49-8ECA-FA5E52F3CF73}"/>
          </ac:spMkLst>
        </pc:spChg>
        <pc:spChg chg="mod">
          <ac:chgData name="Nguyễn Khánh Quỳnh" userId="dfc16938-86d2-4dda-b085-9b2c959bd8bb" providerId="ADAL" clId="{4B932ACE-212B-4F91-8A6A-C7E3B40542F3}" dt="2024-05-06T02:57:52.418" v="2204" actId="20577"/>
          <ac:spMkLst>
            <pc:docMk/>
            <pc:sldMk cId="2074503156" sldId="312"/>
            <ac:spMk id="45" creationId="{397A37E0-B760-461D-8D10-C709158784E4}"/>
          </ac:spMkLst>
        </pc:spChg>
        <pc:spChg chg="mod">
          <ac:chgData name="Nguyễn Khánh Quỳnh" userId="dfc16938-86d2-4dda-b085-9b2c959bd8bb" providerId="ADAL" clId="{4B932ACE-212B-4F91-8A6A-C7E3B40542F3}" dt="2024-05-06T02:59:19.955" v="2256"/>
          <ac:spMkLst>
            <pc:docMk/>
            <pc:sldMk cId="2074503156" sldId="312"/>
            <ac:spMk id="46" creationId="{1D7F8863-0B03-818D-B04D-F51CF68B0FB1}"/>
          </ac:spMkLst>
        </pc:spChg>
        <pc:spChg chg="mod">
          <ac:chgData name="Nguyễn Khánh Quỳnh" userId="dfc16938-86d2-4dda-b085-9b2c959bd8bb" providerId="ADAL" clId="{4B932ACE-212B-4F91-8A6A-C7E3B40542F3}" dt="2024-05-06T02:59:50.185" v="2259"/>
          <ac:spMkLst>
            <pc:docMk/>
            <pc:sldMk cId="2074503156" sldId="312"/>
            <ac:spMk id="59" creationId="{284A5BEA-B675-6493-54ED-6D9A8585D0D0}"/>
          </ac:spMkLst>
        </pc:spChg>
        <pc:spChg chg="mod">
          <ac:chgData name="Nguyễn Khánh Quỳnh" userId="dfc16938-86d2-4dda-b085-9b2c959bd8bb" providerId="ADAL" clId="{4B932ACE-212B-4F91-8A6A-C7E3B40542F3}" dt="2024-05-06T03:00:19.649" v="2260"/>
          <ac:spMkLst>
            <pc:docMk/>
            <pc:sldMk cId="2074503156" sldId="312"/>
            <ac:spMk id="62" creationId="{82A97152-DADA-1BE0-D67B-4B7FE492438F}"/>
          </ac:spMkLst>
        </pc:spChg>
        <pc:spChg chg="mod">
          <ac:chgData name="Nguyễn Khánh Quỳnh" userId="dfc16938-86d2-4dda-b085-9b2c959bd8bb" providerId="ADAL" clId="{4B932ACE-212B-4F91-8A6A-C7E3B40542F3}" dt="2024-05-06T02:59:32.155" v="2257"/>
          <ac:spMkLst>
            <pc:docMk/>
            <pc:sldMk cId="2074503156" sldId="312"/>
            <ac:spMk id="64" creationId="{252AC16E-3900-9F24-1BCB-A7E8C279A553}"/>
          </ac:spMkLst>
        </pc:spChg>
        <pc:spChg chg="mod">
          <ac:chgData name="Nguyễn Khánh Quỳnh" userId="dfc16938-86d2-4dda-b085-9b2c959bd8bb" providerId="ADAL" clId="{4B932ACE-212B-4F91-8A6A-C7E3B40542F3}" dt="2024-05-06T03:00:30.175" v="2261"/>
          <ac:spMkLst>
            <pc:docMk/>
            <pc:sldMk cId="2074503156" sldId="312"/>
            <ac:spMk id="67" creationId="{6ECCBA18-362A-C24C-4830-06B0C7F96853}"/>
          </ac:spMkLst>
        </pc:spChg>
        <pc:graphicFrameChg chg="modGraphic">
          <ac:chgData name="Nguyễn Khánh Quỳnh" userId="dfc16938-86d2-4dda-b085-9b2c959bd8bb" providerId="ADAL" clId="{4B932ACE-212B-4F91-8A6A-C7E3B40542F3}" dt="2024-05-06T03:10:52.522" v="2319"/>
          <ac:graphicFrameMkLst>
            <pc:docMk/>
            <pc:sldMk cId="2074503156" sldId="312"/>
            <ac:graphicFrameMk id="31" creationId="{9B05C4AB-B8E0-B397-FDF0-2A4C6E0A3DC2}"/>
          </ac:graphicFrameMkLst>
        </pc:graphicFrameChg>
      </pc:sldChg>
      <pc:sldChg chg="add del setBg">
        <pc:chgData name="Nguyễn Khánh Quỳnh" userId="dfc16938-86d2-4dda-b085-9b2c959bd8bb" providerId="ADAL" clId="{4B932ACE-212B-4F91-8A6A-C7E3B40542F3}" dt="2024-05-06T03:07:12.608" v="2270"/>
        <pc:sldMkLst>
          <pc:docMk/>
          <pc:sldMk cId="2052997325" sldId="313"/>
        </pc:sldMkLst>
      </pc:sldChg>
      <pc:sldMasterChg chg="del delSldLayout">
        <pc:chgData name="Nguyễn Khánh Quỳnh" userId="dfc16938-86d2-4dda-b085-9b2c959bd8bb" providerId="ADAL" clId="{4B932ACE-212B-4F91-8A6A-C7E3B40542F3}" dt="2024-05-06T02:56:32.230" v="2116" actId="47"/>
        <pc:sldMasterMkLst>
          <pc:docMk/>
          <pc:sldMasterMk cId="3400596549" sldId="2147483648"/>
        </pc:sldMasterMkLst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2906744253" sldId="2147483649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3531390081" sldId="2147483650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2733454085" sldId="2147483651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3938043906" sldId="2147483652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315793301" sldId="2147483653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2806405965" sldId="2147483654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1889984219" sldId="2147483655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2208588765" sldId="2147483656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747955415" sldId="2147483657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2607224031" sldId="2147483658"/>
          </pc:sldLayoutMkLst>
        </pc:sldLayoutChg>
        <pc:sldLayoutChg chg="del">
          <pc:chgData name="Nguyễn Khánh Quỳnh" userId="dfc16938-86d2-4dda-b085-9b2c959bd8bb" providerId="ADAL" clId="{4B932ACE-212B-4F91-8A6A-C7E3B40542F3}" dt="2024-05-06T02:56:32.230" v="2116" actId="47"/>
          <pc:sldLayoutMkLst>
            <pc:docMk/>
            <pc:sldMasterMk cId="3400596549" sldId="2147483648"/>
            <pc:sldLayoutMk cId="1555157925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agoras601-my.sharepoint.com/personal/quynhnk_dagoras_io/Documents/Input_Test%20RCM_2803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agoras601-my.sharepoint.com/personal/quynhnk_dagoras_io/Documents/Input_Test%20RCM_2803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agoras601-my.sharepoint.com/personal/quynhnk_dagoras_io/Documents/Input_Test%20RCM_2803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https://dagoras601-my.sharepoint.com/personal/quynhnk_dagoras_io/Documents/Input_Test%20RCM_2803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https://dagoras601-my.sharepoint.com/personal/quynhnk_dagoras_io/Documents/Input_Test%20RCM_2803.xlsx" TargetMode="Externa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https://dagoras601-my.sharepoint.com/personal/quynhnk_dagoras_io/Documents/Input_Test%20RCM_2803.xlsx" TargetMode="External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https://dagoras601-my.sharepoint.com/personal/quynhnk_dagoras_io/Documents/Input_Test%20RCM_2803.xlsx" TargetMode="External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https://dagoras601-my.sharepoint.com/personal/quynhnk_dagoras_io/Documents/Input_Test%20RCM_280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56781348964646"/>
          <c:y val="4.8239765764652052E-3"/>
          <c:w val="0.75881366786852322"/>
          <c:h val="0.9775352053154572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giao hàng thành công trung bình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D5-4AD8-BB1E-E785E1F927E9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D5-4AD8-BB1E-E785E1F927E9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D5-4AD8-BB1E-E785E1F927E9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D5-4AD8-BB1E-E785E1F927E9}"/>
              </c:ext>
            </c:extLst>
          </c:dPt>
          <c:dLbls>
            <c:dLbl>
              <c:idx val="0"/>
              <c:layout>
                <c:manualLayout>
                  <c:x val="0.20851905790438494"/>
                  <c:y val="-3.8983386938048342E-2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08D5-4AD8-BB1E-E785E1F927E9}"/>
                </c:ext>
              </c:extLst>
            </c:dLbl>
            <c:dLbl>
              <c:idx val="1"/>
              <c:layout>
                <c:manualLayout>
                  <c:x val="5.5237898425242266E-2"/>
                  <c:y val="0.19340220083641599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9987376708159202"/>
                      <c:h val="0.163923603222489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8D5-4AD8-BB1E-E785E1F927E9}"/>
                </c:ext>
              </c:extLst>
            </c:dLbl>
            <c:dLbl>
              <c:idx val="2"/>
              <c:layout>
                <c:manualLayout>
                  <c:x val="-0.12721235098244849"/>
                  <c:y val="6.3925997200698381E-9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6994592278470564"/>
                      <c:h val="0.224711292719806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8D5-4AD8-BB1E-E785E1F927E9}"/>
                </c:ext>
              </c:extLst>
            </c:dLbl>
            <c:dLbl>
              <c:idx val="3"/>
              <c:layout>
                <c:manualLayout>
                  <c:x val="-0.11927228009853368"/>
                  <c:y val="8.8897077039822942E-2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942083944310556"/>
                      <c:h val="0.254252719167977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8D5-4AD8-BB1E-E785E1F927E9}"/>
                </c:ext>
              </c:extLst>
            </c:dLbl>
            <c:spPr>
              <a:noFill/>
              <a:ln w="6350">
                <a:solidFill>
                  <a:prstClr val="black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&lt; 3 tháng</c:v>
                </c:pt>
                <c:pt idx="1">
                  <c:v>3- 6 tháng</c:v>
                </c:pt>
                <c:pt idx="2">
                  <c:v>6-12 tháng</c:v>
                </c:pt>
                <c:pt idx="3">
                  <c:v>Trên 12 tháng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8D5-4AD8-BB1E-E785E1F927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56781348964646"/>
          <c:y val="4.8239765764652052E-3"/>
          <c:w val="0.75881366786852322"/>
          <c:h val="0.9775352053154572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giao hàng thành công trung bình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5E-4483-9B5C-D9984CBC6FC1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5E-4483-9B5C-D9984CBC6FC1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5E-4483-9B5C-D9984CBC6FC1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5E-4483-9B5C-D9984CBC6FC1}"/>
              </c:ext>
            </c:extLst>
          </c:dPt>
          <c:dLbls>
            <c:dLbl>
              <c:idx val="0"/>
              <c:layout>
                <c:manualLayout>
                  <c:x val="0.20851905790438494"/>
                  <c:y val="-3.8983386938048342E-2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D25E-4483-9B5C-D9984CBC6FC1}"/>
                </c:ext>
              </c:extLst>
            </c:dLbl>
            <c:dLbl>
              <c:idx val="1"/>
              <c:layout>
                <c:manualLayout>
                  <c:x val="0.14060308482614553"/>
                  <c:y val="0.14816128347336713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D25E-4483-9B5C-D9984CBC6FC1}"/>
                </c:ext>
              </c:extLst>
            </c:dLbl>
            <c:dLbl>
              <c:idx val="2"/>
              <c:layout>
                <c:manualLayout>
                  <c:x val="-0.12721235098244849"/>
                  <c:y val="6.3925997200698381E-9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6994592278470564"/>
                      <c:h val="0.224711292719806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25E-4483-9B5C-D9984CBC6FC1}"/>
                </c:ext>
              </c:extLst>
            </c:dLbl>
            <c:dLbl>
              <c:idx val="3"/>
              <c:layout>
                <c:manualLayout>
                  <c:x val="-0.11927228009853368"/>
                  <c:y val="8.8897077039822942E-2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942083944310556"/>
                      <c:h val="0.254252719167977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25E-4483-9B5C-D9984CBC6FC1}"/>
                </c:ext>
              </c:extLst>
            </c:dLbl>
            <c:spPr>
              <a:noFill/>
              <a:ln w="6350">
                <a:solidFill>
                  <a:prstClr val="black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&lt; 95%</c:v>
                </c:pt>
                <c:pt idx="1">
                  <c:v>95 - 97%</c:v>
                </c:pt>
                <c:pt idx="2">
                  <c:v>97 - 99%</c:v>
                </c:pt>
                <c:pt idx="3">
                  <c:v>99 - 100%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5E-4483-9B5C-D9984CBC6F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56781348964646"/>
          <c:y val="4.8239765764652052E-3"/>
          <c:w val="0.75881366786852322"/>
          <c:h val="0.9775352053154572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giao hàng thành công trung bình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43-4113-B435-0580B337AECC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43-4113-B435-0580B337AECC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43-4113-B435-0580B337AECC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C43-4113-B435-0580B337AECC}"/>
              </c:ext>
            </c:extLst>
          </c:dPt>
          <c:dLbls>
            <c:dLbl>
              <c:idx val="0"/>
              <c:layout>
                <c:manualLayout>
                  <c:x val="0.20851905790438494"/>
                  <c:y val="-3.8983386938048342E-2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0C43-4113-B435-0580B337AECC}"/>
                </c:ext>
              </c:extLst>
            </c:dLbl>
            <c:dLbl>
              <c:idx val="1"/>
              <c:layout>
                <c:manualLayout>
                  <c:x val="0.14060308482614553"/>
                  <c:y val="0.14816128347336713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0C43-4113-B435-0580B337AECC}"/>
                </c:ext>
              </c:extLst>
            </c:dLbl>
            <c:dLbl>
              <c:idx val="2"/>
              <c:layout>
                <c:manualLayout>
                  <c:x val="-0.12721235098244849"/>
                  <c:y val="6.3925997200698381E-9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6994592278470564"/>
                      <c:h val="0.224711292719806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C43-4113-B435-0580B337AECC}"/>
                </c:ext>
              </c:extLst>
            </c:dLbl>
            <c:dLbl>
              <c:idx val="3"/>
              <c:layout>
                <c:manualLayout>
                  <c:x val="-0.11927228009853368"/>
                  <c:y val="8.8897077039822942E-2"/>
                </c:manualLayout>
              </c:layout>
              <c:spPr>
                <a:noFill/>
                <a:ln w="6350">
                  <a:solidFill>
                    <a:srgbClr val="4472C4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942083944310556"/>
                      <c:h val="0.254252719167977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C43-4113-B435-0580B337AECC}"/>
                </c:ext>
              </c:extLst>
            </c:dLbl>
            <c:spPr>
              <a:noFill/>
              <a:ln w="6350">
                <a:solidFill>
                  <a:prstClr val="black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3"/>
                <c:pt idx="0">
                  <c:v>&lt; 80%</c:v>
                </c:pt>
                <c:pt idx="1">
                  <c:v>80-90%</c:v>
                </c:pt>
                <c:pt idx="2">
                  <c:v>91-100%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139</c:v>
                </c:pt>
                <c:pt idx="2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C43-4113-B435-0580B337AE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221545547594678"/>
          <c:y val="2.3415159379799416E-2"/>
          <c:w val="0.81203735926305021"/>
          <c:h val="0.9531696812404011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'[Input_Test RCM_2803.xlsx]Sheet1'!$J$38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'[Input_Test RCM_2803.xlsx]Sheet1'!$I$39:$I$43</c:f>
              <c:strCache>
                <c:ptCount val="5"/>
                <c:pt idx="0">
                  <c:v>1-20%</c:v>
                </c:pt>
                <c:pt idx="1">
                  <c:v>21-40%</c:v>
                </c:pt>
                <c:pt idx="2">
                  <c:v>41-60%</c:v>
                </c:pt>
                <c:pt idx="3">
                  <c:v>61-80%</c:v>
                </c:pt>
                <c:pt idx="4">
                  <c:v>81-100%</c:v>
                </c:pt>
              </c:strCache>
            </c:strRef>
          </c:cat>
          <c:val>
            <c:numRef>
              <c:f>'[Input_Test RCM_2803.xlsx]Sheet1'!$J$39:$J$43</c:f>
              <c:numCache>
                <c:formatCode>General</c:formatCode>
                <c:ptCount val="5"/>
                <c:pt idx="0">
                  <c:v>890</c:v>
                </c:pt>
                <c:pt idx="1">
                  <c:v>456</c:v>
                </c:pt>
                <c:pt idx="2">
                  <c:v>360</c:v>
                </c:pt>
                <c:pt idx="3">
                  <c:v>900</c:v>
                </c:pt>
                <c:pt idx="4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E9-4751-8BC9-DAF1E76D18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Sheet1!$J$38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Sheet1!$G$48:$G$52</c:f>
              <c:strCache>
                <c:ptCount val="4"/>
                <c:pt idx="0">
                  <c:v>Từ 120 triệu - 240 triệu</c:v>
                </c:pt>
                <c:pt idx="1">
                  <c:v>Từ 240 triệu - 480 triệu</c:v>
                </c:pt>
                <c:pt idx="2">
                  <c:v>Từ 480 triệu - 720 triệu</c:v>
                </c:pt>
                <c:pt idx="3">
                  <c:v>&gt; 720 triệu</c:v>
                </c:pt>
              </c:strCache>
              <c:extLst/>
            </c:strRef>
          </c:cat>
          <c:val>
            <c:numRef>
              <c:f>Sheet1!$J$39:$J$43</c:f>
              <c:numCache>
                <c:formatCode>General</c:formatCode>
                <c:ptCount val="4"/>
                <c:pt idx="0">
                  <c:v>456</c:v>
                </c:pt>
                <c:pt idx="1">
                  <c:v>360</c:v>
                </c:pt>
                <c:pt idx="2">
                  <c:v>900</c:v>
                </c:pt>
                <c:pt idx="3">
                  <c:v>1000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034-432C-A871-B70ACEC978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Sheet1!$N$46</c:f>
              <c:strCache>
                <c:ptCount val="1"/>
                <c:pt idx="0">
                  <c:v>Count'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Sheet1!$M$47:$M$54</c:f>
              <c:strCache>
                <c:ptCount val="8"/>
                <c:pt idx="0">
                  <c:v>Dưới 15 đơn</c:v>
                </c:pt>
                <c:pt idx="1">
                  <c:v> 15 - 30 đơn</c:v>
                </c:pt>
                <c:pt idx="2">
                  <c:v> 30 - 75 đơn</c:v>
                </c:pt>
                <c:pt idx="3">
                  <c:v> 75 - 150 đơn</c:v>
                </c:pt>
                <c:pt idx="4">
                  <c:v> 150 - 300 đơn</c:v>
                </c:pt>
                <c:pt idx="5">
                  <c:v> 300 - 450  đơn</c:v>
                </c:pt>
                <c:pt idx="6">
                  <c:v> 450 - 750 đơn</c:v>
                </c:pt>
                <c:pt idx="7">
                  <c:v>Trên 750 đơn</c:v>
                </c:pt>
              </c:strCache>
            </c:strRef>
          </c:cat>
          <c:val>
            <c:numRef>
              <c:f>Sheet1!$N$47:$N$54</c:f>
              <c:numCache>
                <c:formatCode>General</c:formatCode>
                <c:ptCount val="8"/>
                <c:pt idx="0">
                  <c:v>890</c:v>
                </c:pt>
                <c:pt idx="1">
                  <c:v>456</c:v>
                </c:pt>
                <c:pt idx="2">
                  <c:v>360</c:v>
                </c:pt>
                <c:pt idx="3">
                  <c:v>900</c:v>
                </c:pt>
                <c:pt idx="4">
                  <c:v>230</c:v>
                </c:pt>
                <c:pt idx="5">
                  <c:v>890</c:v>
                </c:pt>
                <c:pt idx="6">
                  <c:v>230</c:v>
                </c:pt>
                <c:pt idx="7">
                  <c:v>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F-42CA-80CF-D46B6EBA62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Sheet1!$K$46</c:f>
              <c:strCache>
                <c:ptCount val="1"/>
                <c:pt idx="0">
                  <c:v>Count'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Sheet1!$J$47:$J$54</c:f>
              <c:strCache>
                <c:ptCount val="8"/>
                <c:pt idx="0">
                  <c:v>&lt; 300 đơn</c:v>
                </c:pt>
                <c:pt idx="1">
                  <c:v>  300 - 600 đơn </c:v>
                </c:pt>
                <c:pt idx="2">
                  <c:v>  600 - 1500 đơn</c:v>
                </c:pt>
                <c:pt idx="3">
                  <c:v>  1500 - 3000 đơn </c:v>
                </c:pt>
                <c:pt idx="4">
                  <c:v>  3000 - 6000 đơn </c:v>
                </c:pt>
                <c:pt idx="5">
                  <c:v>  6000 - 9000 đơn </c:v>
                </c:pt>
                <c:pt idx="6">
                  <c:v>  9000 - 15000 đơn </c:v>
                </c:pt>
                <c:pt idx="7">
                  <c:v> &gt; 15000 đơn </c:v>
                </c:pt>
              </c:strCache>
            </c:strRef>
          </c:cat>
          <c:val>
            <c:numRef>
              <c:f>Sheet1!$K$47:$K$54</c:f>
              <c:numCache>
                <c:formatCode>General</c:formatCode>
                <c:ptCount val="8"/>
                <c:pt idx="0">
                  <c:v>890</c:v>
                </c:pt>
                <c:pt idx="1">
                  <c:v>456</c:v>
                </c:pt>
                <c:pt idx="2">
                  <c:v>360</c:v>
                </c:pt>
                <c:pt idx="3">
                  <c:v>900</c:v>
                </c:pt>
                <c:pt idx="4">
                  <c:v>230</c:v>
                </c:pt>
                <c:pt idx="5">
                  <c:v>890</c:v>
                </c:pt>
                <c:pt idx="6">
                  <c:v>456</c:v>
                </c:pt>
                <c:pt idx="7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E-486C-9009-DC5CBA33D0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Sheet1!$K$46</c:f>
              <c:strCache>
                <c:ptCount val="1"/>
                <c:pt idx="0">
                  <c:v>Count'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Sheet1!$J$47:$J$54</c:f>
              <c:strCache>
                <c:ptCount val="8"/>
                <c:pt idx="0">
                  <c:v>&lt; 300 đơn</c:v>
                </c:pt>
                <c:pt idx="1">
                  <c:v>  300 - 600 đơn </c:v>
                </c:pt>
                <c:pt idx="2">
                  <c:v>  600 - 1500 đơn</c:v>
                </c:pt>
                <c:pt idx="3">
                  <c:v>  1500 - 3000 đơn </c:v>
                </c:pt>
                <c:pt idx="4">
                  <c:v>  3000 - 6000 đơn </c:v>
                </c:pt>
                <c:pt idx="5">
                  <c:v>  6000 - 9000 đơn </c:v>
                </c:pt>
                <c:pt idx="6">
                  <c:v>  9000 - 15000 đơn </c:v>
                </c:pt>
                <c:pt idx="7">
                  <c:v> &gt; 15000 đơn </c:v>
                </c:pt>
              </c:strCache>
            </c:strRef>
          </c:cat>
          <c:val>
            <c:numRef>
              <c:f>Sheet1!$K$47:$K$54</c:f>
              <c:numCache>
                <c:formatCode>General</c:formatCode>
                <c:ptCount val="8"/>
                <c:pt idx="0">
                  <c:v>890</c:v>
                </c:pt>
                <c:pt idx="1">
                  <c:v>456</c:v>
                </c:pt>
                <c:pt idx="2">
                  <c:v>360</c:v>
                </c:pt>
                <c:pt idx="3">
                  <c:v>900</c:v>
                </c:pt>
                <c:pt idx="4">
                  <c:v>230</c:v>
                </c:pt>
                <c:pt idx="5">
                  <c:v>890</c:v>
                </c:pt>
                <c:pt idx="6">
                  <c:v>456</c:v>
                </c:pt>
                <c:pt idx="7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C9-432F-875B-244DBD7C0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Sheet1!$J$38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Sheet1!$G$48:$G$52</c:f>
              <c:strCache>
                <c:ptCount val="4"/>
                <c:pt idx="0">
                  <c:v>Từ 120 triệu - 240 triệu</c:v>
                </c:pt>
                <c:pt idx="1">
                  <c:v>Từ 240 triệu - 480 triệu</c:v>
                </c:pt>
                <c:pt idx="2">
                  <c:v>Từ 480 triệu - 720 triệu</c:v>
                </c:pt>
                <c:pt idx="3">
                  <c:v>&gt; 720 triệu</c:v>
                </c:pt>
              </c:strCache>
              <c:extLst/>
            </c:strRef>
          </c:cat>
          <c:val>
            <c:numRef>
              <c:f>Sheet1!$J$39:$J$43</c:f>
              <c:numCache>
                <c:formatCode>General</c:formatCode>
                <c:ptCount val="4"/>
                <c:pt idx="0">
                  <c:v>456</c:v>
                </c:pt>
                <c:pt idx="1">
                  <c:v>360</c:v>
                </c:pt>
                <c:pt idx="2">
                  <c:v>900</c:v>
                </c:pt>
                <c:pt idx="3">
                  <c:v>1000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034-432C-A871-B70ACEC978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Sheet1!$K$46</c:f>
              <c:strCache>
                <c:ptCount val="1"/>
                <c:pt idx="0">
                  <c:v>Count'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Sheet1!$J$47:$J$54</c:f>
              <c:strCache>
                <c:ptCount val="8"/>
                <c:pt idx="0">
                  <c:v>&lt; 300 đơn</c:v>
                </c:pt>
                <c:pt idx="1">
                  <c:v>  300 - 600 đơn </c:v>
                </c:pt>
                <c:pt idx="2">
                  <c:v>  600 - 1500 đơn</c:v>
                </c:pt>
                <c:pt idx="3">
                  <c:v>  1500 - 3000 đơn </c:v>
                </c:pt>
                <c:pt idx="4">
                  <c:v>  3000 - 6000 đơn </c:v>
                </c:pt>
                <c:pt idx="5">
                  <c:v>  6000 - 9000 đơn </c:v>
                </c:pt>
                <c:pt idx="6">
                  <c:v>  9000 - 15000 đơn </c:v>
                </c:pt>
                <c:pt idx="7">
                  <c:v> &gt; 15000 đơn </c:v>
                </c:pt>
              </c:strCache>
            </c:strRef>
          </c:cat>
          <c:val>
            <c:numRef>
              <c:f>Sheet1!$K$47:$K$54</c:f>
              <c:numCache>
                <c:formatCode>General</c:formatCode>
                <c:ptCount val="8"/>
                <c:pt idx="0">
                  <c:v>890</c:v>
                </c:pt>
                <c:pt idx="1">
                  <c:v>456</c:v>
                </c:pt>
                <c:pt idx="2">
                  <c:v>360</c:v>
                </c:pt>
                <c:pt idx="3">
                  <c:v>900</c:v>
                </c:pt>
                <c:pt idx="4">
                  <c:v>230</c:v>
                </c:pt>
                <c:pt idx="5">
                  <c:v>890</c:v>
                </c:pt>
                <c:pt idx="6">
                  <c:v>456</c:v>
                </c:pt>
                <c:pt idx="7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14-4A30-84B7-3CCA3BD0D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28783185538572"/>
          <c:y val="7.3922879616299508E-2"/>
          <c:w val="0.7639353589542448"/>
          <c:h val="0.891579776562760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Sheet1!$K$46</c:f>
              <c:strCache>
                <c:ptCount val="1"/>
                <c:pt idx="0">
                  <c:v>Count'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Sheet1!$J$47:$J$54</c:f>
              <c:strCache>
                <c:ptCount val="8"/>
                <c:pt idx="0">
                  <c:v>&lt; 300 đơn</c:v>
                </c:pt>
                <c:pt idx="1">
                  <c:v>  300 - 600 đơn </c:v>
                </c:pt>
                <c:pt idx="2">
                  <c:v>  600 - 1500 đơn</c:v>
                </c:pt>
                <c:pt idx="3">
                  <c:v>  1500 - 3000 đơn </c:v>
                </c:pt>
                <c:pt idx="4">
                  <c:v>  3000 - 6000 đơn </c:v>
                </c:pt>
                <c:pt idx="5">
                  <c:v>  6000 - 9000 đơn </c:v>
                </c:pt>
                <c:pt idx="6">
                  <c:v>  9000 - 15000 đơn </c:v>
                </c:pt>
                <c:pt idx="7">
                  <c:v> &gt; 15000 đơn </c:v>
                </c:pt>
              </c:strCache>
            </c:strRef>
          </c:cat>
          <c:val>
            <c:numRef>
              <c:f>Sheet1!$K$47:$K$54</c:f>
              <c:numCache>
                <c:formatCode>General</c:formatCode>
                <c:ptCount val="8"/>
                <c:pt idx="0">
                  <c:v>890</c:v>
                </c:pt>
                <c:pt idx="1">
                  <c:v>456</c:v>
                </c:pt>
                <c:pt idx="2">
                  <c:v>360</c:v>
                </c:pt>
                <c:pt idx="3">
                  <c:v>900</c:v>
                </c:pt>
                <c:pt idx="4">
                  <c:v>230</c:v>
                </c:pt>
                <c:pt idx="5">
                  <c:v>890</c:v>
                </c:pt>
                <c:pt idx="6">
                  <c:v>456</c:v>
                </c:pt>
                <c:pt idx="7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E6-4AEA-BDE0-2A3678FF6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Sheet1!$J$38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Sheet1!$G$48:$G$52</c:f>
              <c:strCache>
                <c:ptCount val="4"/>
                <c:pt idx="0">
                  <c:v>Từ 120 triệu - 240 triệu</c:v>
                </c:pt>
                <c:pt idx="1">
                  <c:v>Từ 240 triệu - 480 triệu</c:v>
                </c:pt>
                <c:pt idx="2">
                  <c:v>Từ 480 triệu - 720 triệu</c:v>
                </c:pt>
                <c:pt idx="3">
                  <c:v>&gt; 720 triệu</c:v>
                </c:pt>
              </c:strCache>
              <c:extLst/>
            </c:strRef>
          </c:cat>
          <c:val>
            <c:numRef>
              <c:f>Sheet1!$J$39:$J$43</c:f>
              <c:numCache>
                <c:formatCode>General</c:formatCode>
                <c:ptCount val="4"/>
                <c:pt idx="0">
                  <c:v>456</c:v>
                </c:pt>
                <c:pt idx="1">
                  <c:v>360</c:v>
                </c:pt>
                <c:pt idx="2">
                  <c:v>900</c:v>
                </c:pt>
                <c:pt idx="3">
                  <c:v>1000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7515-498F-8EB2-A28326152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6177752"/>
        <c:axId val="594122576"/>
      </c:barChart>
      <c:catAx>
        <c:axId val="586177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122576"/>
        <c:crosses val="autoZero"/>
        <c:auto val="1"/>
        <c:lblAlgn val="ctr"/>
        <c:lblOffset val="100"/>
        <c:noMultiLvlLbl val="0"/>
      </c:catAx>
      <c:valAx>
        <c:axId val="5941225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6177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'[Input_Test RCM_2803.xlsx]Sheet1'!$B$2:$B$5959</cx:f>
        <cx:lvl ptCount="5958" formatCode="General">
          <cx:pt idx="0">50005</cx:pt>
          <cx:pt idx="1">50017</cx:pt>
          <cx:pt idx="2">50023</cx:pt>
          <cx:pt idx="3">50049</cx:pt>
          <cx:pt idx="4">50333</cx:pt>
          <cx:pt idx="5">50333</cx:pt>
          <cx:pt idx="6">50368</cx:pt>
          <cx:pt idx="7">50534</cx:pt>
          <cx:pt idx="8">50571</cx:pt>
          <cx:pt idx="9">50572</cx:pt>
          <cx:pt idx="10">50608</cx:pt>
          <cx:pt idx="11">50665</cx:pt>
          <cx:pt idx="12">50692</cx:pt>
          <cx:pt idx="13">50765</cx:pt>
          <cx:pt idx="14">50788</cx:pt>
          <cx:pt idx="15">50800</cx:pt>
          <cx:pt idx="16">50845</cx:pt>
          <cx:pt idx="17">50927</cx:pt>
          <cx:pt idx="18">50927</cx:pt>
          <cx:pt idx="19">50944</cx:pt>
          <cx:pt idx="20">51166</cx:pt>
          <cx:pt idx="21">51166</cx:pt>
          <cx:pt idx="22">51331</cx:pt>
          <cx:pt idx="23">51428</cx:pt>
          <cx:pt idx="24">51428</cx:pt>
          <cx:pt idx="25">51428</cx:pt>
          <cx:pt idx="26">51428</cx:pt>
          <cx:pt idx="27">51428</cx:pt>
          <cx:pt idx="28">51429</cx:pt>
          <cx:pt idx="29">51429</cx:pt>
          <cx:pt idx="30">51429</cx:pt>
          <cx:pt idx="31">51429</cx:pt>
          <cx:pt idx="32">51429</cx:pt>
          <cx:pt idx="33">51429</cx:pt>
          <cx:pt idx="34">51429</cx:pt>
          <cx:pt idx="35">51429</cx:pt>
          <cx:pt idx="36">51429</cx:pt>
          <cx:pt idx="37">51429</cx:pt>
          <cx:pt idx="38">51429</cx:pt>
          <cx:pt idx="39">51429</cx:pt>
          <cx:pt idx="40">51429</cx:pt>
          <cx:pt idx="41">51429</cx:pt>
          <cx:pt idx="42">51429</cx:pt>
          <cx:pt idx="43">51450</cx:pt>
          <cx:pt idx="44">51567</cx:pt>
          <cx:pt idx="45">51576</cx:pt>
          <cx:pt idx="46">51627</cx:pt>
          <cx:pt idx="47">51716</cx:pt>
          <cx:pt idx="48">51794</cx:pt>
          <cx:pt idx="49">51855</cx:pt>
          <cx:pt idx="50">52043</cx:pt>
          <cx:pt idx="51">52079</cx:pt>
          <cx:pt idx="52">52133</cx:pt>
          <cx:pt idx="53">52301</cx:pt>
          <cx:pt idx="54">52325</cx:pt>
          <cx:pt idx="55">52340</cx:pt>
          <cx:pt idx="56">52400</cx:pt>
          <cx:pt idx="57">52421</cx:pt>
          <cx:pt idx="58">52500</cx:pt>
          <cx:pt idx="59">52500</cx:pt>
          <cx:pt idx="60">52658</cx:pt>
          <cx:pt idx="61">52773</cx:pt>
          <cx:pt idx="62">52773</cx:pt>
          <cx:pt idx="63">52775</cx:pt>
          <cx:pt idx="64">52807</cx:pt>
          <cx:pt idx="65">52913</cx:pt>
          <cx:pt idx="66">52977</cx:pt>
          <cx:pt idx="67">53000</cx:pt>
          <cx:pt idx="68">53041</cx:pt>
          <cx:pt idx="69">53163</cx:pt>
          <cx:pt idx="70">53191</cx:pt>
          <cx:pt idx="71">53193</cx:pt>
          <cx:pt idx="72">53325</cx:pt>
          <cx:pt idx="73">53325</cx:pt>
          <cx:pt idx="74">53325</cx:pt>
          <cx:pt idx="75">53327</cx:pt>
          <cx:pt idx="76">53329</cx:pt>
          <cx:pt idx="77">53332</cx:pt>
          <cx:pt idx="78">53333</cx:pt>
          <cx:pt idx="79">53333</cx:pt>
          <cx:pt idx="80">53339</cx:pt>
          <cx:pt idx="81">53412</cx:pt>
          <cx:pt idx="82">53421</cx:pt>
          <cx:pt idx="83">53630</cx:pt>
          <cx:pt idx="84">53688</cx:pt>
          <cx:pt idx="85">53734</cx:pt>
          <cx:pt idx="86">53746</cx:pt>
          <cx:pt idx="87">53750</cx:pt>
          <cx:pt idx="88">53788</cx:pt>
          <cx:pt idx="89">53832</cx:pt>
          <cx:pt idx="90">53892</cx:pt>
          <cx:pt idx="91">53988</cx:pt>
          <cx:pt idx="92">53995</cx:pt>
          <cx:pt idx="93">54027</cx:pt>
          <cx:pt idx="94">54050</cx:pt>
          <cx:pt idx="95">54095</cx:pt>
          <cx:pt idx="96">54150</cx:pt>
          <cx:pt idx="97">54186</cx:pt>
          <cx:pt idx="98">54194</cx:pt>
          <cx:pt idx="99">54233</cx:pt>
          <cx:pt idx="100">54246</cx:pt>
          <cx:pt idx="101">54293</cx:pt>
          <cx:pt idx="102">54333</cx:pt>
          <cx:pt idx="103">54392</cx:pt>
          <cx:pt idx="104">54672</cx:pt>
          <cx:pt idx="105">54733</cx:pt>
          <cx:pt idx="106">54747</cx:pt>
          <cx:pt idx="107">54890</cx:pt>
          <cx:pt idx="108">54988</cx:pt>
          <cx:pt idx="109">55020</cx:pt>
          <cx:pt idx="110">55041</cx:pt>
          <cx:pt idx="111">55163</cx:pt>
          <cx:pt idx="112">55191</cx:pt>
          <cx:pt idx="113">55228</cx:pt>
          <cx:pt idx="114">55228</cx:pt>
          <cx:pt idx="115">55275</cx:pt>
          <cx:pt idx="116">55541</cx:pt>
          <cx:pt idx="117">55695</cx:pt>
          <cx:pt idx="118">55829</cx:pt>
          <cx:pt idx="119">55895</cx:pt>
          <cx:pt idx="120">55935</cx:pt>
          <cx:pt idx="121">56233</cx:pt>
          <cx:pt idx="122">56233</cx:pt>
          <cx:pt idx="123">56244</cx:pt>
          <cx:pt idx="124">56315</cx:pt>
          <cx:pt idx="125">56332</cx:pt>
          <cx:pt idx="126">56416</cx:pt>
          <cx:pt idx="127">56446</cx:pt>
          <cx:pt idx="128">56549</cx:pt>
          <cx:pt idx="129">56650</cx:pt>
          <cx:pt idx="130">56655</cx:pt>
          <cx:pt idx="131">56660</cx:pt>
          <cx:pt idx="132">56661</cx:pt>
          <cx:pt idx="133">56666</cx:pt>
          <cx:pt idx="134">56667</cx:pt>
          <cx:pt idx="135">56682</cx:pt>
          <cx:pt idx="136">56688</cx:pt>
          <cx:pt idx="137">56753</cx:pt>
          <cx:pt idx="138">56793</cx:pt>
          <cx:pt idx="139">56793</cx:pt>
          <cx:pt idx="140">56793</cx:pt>
          <cx:pt idx="141">56793</cx:pt>
          <cx:pt idx="142">56793</cx:pt>
          <cx:pt idx="143">56793</cx:pt>
          <cx:pt idx="144">56901</cx:pt>
          <cx:pt idx="145">57095</cx:pt>
          <cx:pt idx="146">57143</cx:pt>
          <cx:pt idx="147">57200</cx:pt>
          <cx:pt idx="148">57308</cx:pt>
          <cx:pt idx="149">57364</cx:pt>
          <cx:pt idx="150">57434</cx:pt>
          <cx:pt idx="151">57681</cx:pt>
          <cx:pt idx="152">57681</cx:pt>
          <cx:pt idx="153">57833</cx:pt>
          <cx:pt idx="154">57921</cx:pt>
          <cx:pt idx="155">57983</cx:pt>
          <cx:pt idx="156">58020</cx:pt>
          <cx:pt idx="157">58025</cx:pt>
          <cx:pt idx="158">58088</cx:pt>
          <cx:pt idx="159">58150</cx:pt>
          <cx:pt idx="160">58230</cx:pt>
          <cx:pt idx="161">58247</cx:pt>
          <cx:pt idx="162">58298</cx:pt>
          <cx:pt idx="163">58333</cx:pt>
          <cx:pt idx="164">58373</cx:pt>
          <cx:pt idx="165">58374</cx:pt>
          <cx:pt idx="166">58563</cx:pt>
          <cx:pt idx="167">58607</cx:pt>
          <cx:pt idx="168">58751</cx:pt>
          <cx:pt idx="169">58939</cx:pt>
          <cx:pt idx="170">59077</cx:pt>
          <cx:pt idx="171">59205</cx:pt>
          <cx:pt idx="172">59243</cx:pt>
          <cx:pt idx="173">59274</cx:pt>
          <cx:pt idx="174">59289</cx:pt>
          <cx:pt idx="175">59306</cx:pt>
          <cx:pt idx="176">59403</cx:pt>
          <cx:pt idx="177">59554</cx:pt>
          <cx:pt idx="178">59654</cx:pt>
          <cx:pt idx="179">59697</cx:pt>
          <cx:pt idx="180">59702</cx:pt>
          <cx:pt idx="181">59753</cx:pt>
          <cx:pt idx="182">59759</cx:pt>
          <cx:pt idx="183">59800</cx:pt>
          <cx:pt idx="184">59962</cx:pt>
          <cx:pt idx="185">59992</cx:pt>
          <cx:pt idx="186">60000</cx:pt>
          <cx:pt idx="187">60000</cx:pt>
          <cx:pt idx="188">60000</cx:pt>
          <cx:pt idx="189">60000</cx:pt>
          <cx:pt idx="190">60000</cx:pt>
          <cx:pt idx="191">60000</cx:pt>
          <cx:pt idx="192">60000</cx:pt>
          <cx:pt idx="193">60000</cx:pt>
          <cx:pt idx="194">60000</cx:pt>
          <cx:pt idx="195">60000</cx:pt>
          <cx:pt idx="196">60000</cx:pt>
          <cx:pt idx="197">60000</cx:pt>
          <cx:pt idx="198">60000</cx:pt>
          <cx:pt idx="199">60000</cx:pt>
          <cx:pt idx="200">60000</cx:pt>
          <cx:pt idx="201">60000</cx:pt>
          <cx:pt idx="202">60000</cx:pt>
          <cx:pt idx="203">60000</cx:pt>
          <cx:pt idx="204">60000</cx:pt>
          <cx:pt idx="205">60000</cx:pt>
          <cx:pt idx="206">60000</cx:pt>
          <cx:pt idx="207">60000</cx:pt>
          <cx:pt idx="208">60000</cx:pt>
          <cx:pt idx="209">60000</cx:pt>
          <cx:pt idx="210">60000</cx:pt>
          <cx:pt idx="211">60000</cx:pt>
          <cx:pt idx="212">60000</cx:pt>
          <cx:pt idx="213">60000</cx:pt>
          <cx:pt idx="214">60000</cx:pt>
          <cx:pt idx="215">60000</cx:pt>
          <cx:pt idx="216">60000</cx:pt>
          <cx:pt idx="217">60000</cx:pt>
          <cx:pt idx="218">60000</cx:pt>
          <cx:pt idx="219">60000</cx:pt>
          <cx:pt idx="220">60000</cx:pt>
          <cx:pt idx="221">60000</cx:pt>
          <cx:pt idx="222">60000</cx:pt>
          <cx:pt idx="223">60000</cx:pt>
          <cx:pt idx="224">60000</cx:pt>
          <cx:pt idx="225">60000</cx:pt>
          <cx:pt idx="226">60000</cx:pt>
          <cx:pt idx="227">60000</cx:pt>
          <cx:pt idx="228">60000</cx:pt>
          <cx:pt idx="229">60000</cx:pt>
          <cx:pt idx="230">60000</cx:pt>
          <cx:pt idx="231">60000</cx:pt>
          <cx:pt idx="232">60000</cx:pt>
          <cx:pt idx="233">60000</cx:pt>
          <cx:pt idx="234">60000</cx:pt>
          <cx:pt idx="235">60000</cx:pt>
          <cx:pt idx="236">60000</cx:pt>
          <cx:pt idx="237">60000</cx:pt>
          <cx:pt idx="238">60000</cx:pt>
          <cx:pt idx="239">60000</cx:pt>
          <cx:pt idx="240">60000</cx:pt>
          <cx:pt idx="241">60000</cx:pt>
          <cx:pt idx="242">60000</cx:pt>
          <cx:pt idx="243">60000</cx:pt>
          <cx:pt idx="244">60004</cx:pt>
          <cx:pt idx="245">60015</cx:pt>
          <cx:pt idx="246">60019</cx:pt>
          <cx:pt idx="247">60025</cx:pt>
          <cx:pt idx="248">60066</cx:pt>
          <cx:pt idx="249">60075</cx:pt>
          <cx:pt idx="250">60075</cx:pt>
          <cx:pt idx="251">60099</cx:pt>
          <cx:pt idx="252">60214</cx:pt>
          <cx:pt idx="253">60232</cx:pt>
          <cx:pt idx="254">60250</cx:pt>
          <cx:pt idx="255">60310</cx:pt>
          <cx:pt idx="256">60319</cx:pt>
          <cx:pt idx="257">60326</cx:pt>
          <cx:pt idx="258">60333</cx:pt>
          <cx:pt idx="259">60333</cx:pt>
          <cx:pt idx="260">60543</cx:pt>
          <cx:pt idx="261">60548</cx:pt>
          <cx:pt idx="262">60568</cx:pt>
          <cx:pt idx="263">60569</cx:pt>
          <cx:pt idx="264">60630</cx:pt>
          <cx:pt idx="265">60766</cx:pt>
          <cx:pt idx="266">60833</cx:pt>
          <cx:pt idx="267">60883</cx:pt>
          <cx:pt idx="268">61013</cx:pt>
          <cx:pt idx="269">61013</cx:pt>
          <cx:pt idx="270">61142</cx:pt>
          <cx:pt idx="271">61166</cx:pt>
          <cx:pt idx="272">61166</cx:pt>
          <cx:pt idx="273">61178</cx:pt>
          <cx:pt idx="274">61352</cx:pt>
          <cx:pt idx="275">61352</cx:pt>
          <cx:pt idx="276">61364</cx:pt>
          <cx:pt idx="277">61382</cx:pt>
          <cx:pt idx="278">61416</cx:pt>
          <cx:pt idx="279">61425</cx:pt>
          <cx:pt idx="280">61474</cx:pt>
          <cx:pt idx="281">61502</cx:pt>
          <cx:pt idx="282">61512</cx:pt>
          <cx:pt idx="283">61524</cx:pt>
          <cx:pt idx="284">61583</cx:pt>
          <cx:pt idx="285">61607</cx:pt>
          <cx:pt idx="286">61658</cx:pt>
          <cx:pt idx="287">61666</cx:pt>
          <cx:pt idx="288">61666</cx:pt>
          <cx:pt idx="289">61669</cx:pt>
          <cx:pt idx="290">61683</cx:pt>
          <cx:pt idx="291">61741</cx:pt>
          <cx:pt idx="292">61743</cx:pt>
          <cx:pt idx="293">61746</cx:pt>
          <cx:pt idx="294">61884</cx:pt>
          <cx:pt idx="295">61908</cx:pt>
          <cx:pt idx="296">62000</cx:pt>
          <cx:pt idx="297">62028</cx:pt>
          <cx:pt idx="298">62059</cx:pt>
          <cx:pt idx="299">62066</cx:pt>
          <cx:pt idx="300">62081</cx:pt>
          <cx:pt idx="301">62100</cx:pt>
          <cx:pt idx="302">62118</cx:pt>
          <cx:pt idx="303">62283</cx:pt>
          <cx:pt idx="304">62333</cx:pt>
          <cx:pt idx="305">62333</cx:pt>
          <cx:pt idx="306">62400</cx:pt>
          <cx:pt idx="307">62400</cx:pt>
          <cx:pt idx="308">62406</cx:pt>
          <cx:pt idx="309">62500</cx:pt>
          <cx:pt idx="310">62500</cx:pt>
          <cx:pt idx="311">62572</cx:pt>
          <cx:pt idx="312">62614</cx:pt>
          <cx:pt idx="313">62637</cx:pt>
          <cx:pt idx="314">62741</cx:pt>
          <cx:pt idx="315">62849</cx:pt>
          <cx:pt idx="316">62983</cx:pt>
          <cx:pt idx="317">62983</cx:pt>
          <cx:pt idx="318">63175</cx:pt>
          <cx:pt idx="319">63253</cx:pt>
          <cx:pt idx="320">63291</cx:pt>
          <cx:pt idx="321">63316</cx:pt>
          <cx:pt idx="322">63321</cx:pt>
          <cx:pt idx="323">63324</cx:pt>
          <cx:pt idx="324">63325</cx:pt>
          <cx:pt idx="325">63331</cx:pt>
          <cx:pt idx="326">63332</cx:pt>
          <cx:pt idx="327">63333</cx:pt>
          <cx:pt idx="328">63333</cx:pt>
          <cx:pt idx="329">63333</cx:pt>
          <cx:pt idx="330">63343</cx:pt>
          <cx:pt idx="331">63349</cx:pt>
          <cx:pt idx="332">63350</cx:pt>
          <cx:pt idx="333">63357</cx:pt>
          <cx:pt idx="334">63371</cx:pt>
          <cx:pt idx="335">63382</cx:pt>
          <cx:pt idx="336">63397</cx:pt>
          <cx:pt idx="337">63413</cx:pt>
          <cx:pt idx="338">63417</cx:pt>
          <cx:pt idx="339">63423</cx:pt>
          <cx:pt idx="340">63462</cx:pt>
          <cx:pt idx="341">63699</cx:pt>
          <cx:pt idx="342">63724</cx:pt>
          <cx:pt idx="343">63773</cx:pt>
          <cx:pt idx="344">63839</cx:pt>
          <cx:pt idx="345">63889</cx:pt>
          <cx:pt idx="346">63995</cx:pt>
          <cx:pt idx="347">63996</cx:pt>
          <cx:pt idx="348">64000</cx:pt>
          <cx:pt idx="349">64110</cx:pt>
          <cx:pt idx="350">64141</cx:pt>
          <cx:pt idx="351">64355</cx:pt>
          <cx:pt idx="352">64364</cx:pt>
          <cx:pt idx="353">64399</cx:pt>
          <cx:pt idx="354">64450</cx:pt>
          <cx:pt idx="355">64500</cx:pt>
          <cx:pt idx="356">64632</cx:pt>
          <cx:pt idx="357">64677</cx:pt>
          <cx:pt idx="358">64716</cx:pt>
          <cx:pt idx="359">64846</cx:pt>
          <cx:pt idx="360">64881</cx:pt>
          <cx:pt idx="361">64929</cx:pt>
          <cx:pt idx="362">64939</cx:pt>
          <cx:pt idx="363">64967</cx:pt>
          <cx:pt idx="364">64989</cx:pt>
          <cx:pt idx="365">64989</cx:pt>
          <cx:pt idx="366">65000</cx:pt>
          <cx:pt idx="367">65171</cx:pt>
          <cx:pt idx="368">65202</cx:pt>
          <cx:pt idx="369">65226</cx:pt>
          <cx:pt idx="370">65234</cx:pt>
          <cx:pt idx="371">65350</cx:pt>
          <cx:pt idx="372">65430</cx:pt>
          <cx:pt idx="373">65496</cx:pt>
          <cx:pt idx="374">65569</cx:pt>
          <cx:pt idx="375">65585</cx:pt>
          <cx:pt idx="376">65618</cx:pt>
          <cx:pt idx="377">65719</cx:pt>
          <cx:pt idx="378">65769</cx:pt>
          <cx:pt idx="379">65826</cx:pt>
          <cx:pt idx="380">65831</cx:pt>
          <cx:pt idx="381">65833</cx:pt>
          <cx:pt idx="382">65850</cx:pt>
          <cx:pt idx="383">65850</cx:pt>
          <cx:pt idx="384">65871</cx:pt>
          <cx:pt idx="385">65891</cx:pt>
          <cx:pt idx="386">65892</cx:pt>
          <cx:pt idx="387">65907</cx:pt>
          <cx:pt idx="388">65957</cx:pt>
          <cx:pt idx="389">66023</cx:pt>
          <cx:pt idx="390">66176</cx:pt>
          <cx:pt idx="391">66275</cx:pt>
          <cx:pt idx="392">66383</cx:pt>
          <cx:pt idx="393">66435</cx:pt>
          <cx:pt idx="394">66444</cx:pt>
          <cx:pt idx="395">66458</cx:pt>
          <cx:pt idx="396">66474</cx:pt>
          <cx:pt idx="397">66616</cx:pt>
          <cx:pt idx="398">66644</cx:pt>
          <cx:pt idx="399">66649</cx:pt>
          <cx:pt idx="400">66653</cx:pt>
          <cx:pt idx="401">66664</cx:pt>
          <cx:pt idx="402">66665</cx:pt>
          <cx:pt idx="403">66665</cx:pt>
          <cx:pt idx="404">66665</cx:pt>
          <cx:pt idx="405">66666</cx:pt>
          <cx:pt idx="406">66666</cx:pt>
          <cx:pt idx="407">66666</cx:pt>
          <cx:pt idx="408">66666</cx:pt>
          <cx:pt idx="409">66669</cx:pt>
          <cx:pt idx="410">66673</cx:pt>
          <cx:pt idx="411">66674</cx:pt>
          <cx:pt idx="412">66675</cx:pt>
          <cx:pt idx="413">66688</cx:pt>
          <cx:pt idx="414">66721</cx:pt>
          <cx:pt idx="415">66721</cx:pt>
          <cx:pt idx="416">66741</cx:pt>
          <cx:pt idx="417">66741</cx:pt>
          <cx:pt idx="418">66834</cx:pt>
          <cx:pt idx="419">66866</cx:pt>
          <cx:pt idx="420">66914</cx:pt>
          <cx:pt idx="421">66964</cx:pt>
          <cx:pt idx="422">66966</cx:pt>
          <cx:pt idx="423">66990</cx:pt>
          <cx:pt idx="424">66990</cx:pt>
          <cx:pt idx="425">67015</cx:pt>
          <cx:pt idx="426">67015</cx:pt>
          <cx:pt idx="427">67015</cx:pt>
          <cx:pt idx="428">67059</cx:pt>
          <cx:pt idx="429">67087</cx:pt>
          <cx:pt idx="430">67104</cx:pt>
          <cx:pt idx="431">67148</cx:pt>
          <cx:pt idx="432">67149</cx:pt>
          <cx:pt idx="433">67190</cx:pt>
          <cx:pt idx="434">67248</cx:pt>
          <cx:pt idx="435">67266</cx:pt>
          <cx:pt idx="436">67307</cx:pt>
          <cx:pt idx="437">67391</cx:pt>
          <cx:pt idx="438">67500</cx:pt>
          <cx:pt idx="439">67500</cx:pt>
          <cx:pt idx="440">67500</cx:pt>
          <cx:pt idx="441">67500</cx:pt>
          <cx:pt idx="442">67500</cx:pt>
          <cx:pt idx="443">67500</cx:pt>
          <cx:pt idx="444">67500</cx:pt>
          <cx:pt idx="445">67500</cx:pt>
          <cx:pt idx="446">67500</cx:pt>
          <cx:pt idx="447">67500</cx:pt>
          <cx:pt idx="448">67500</cx:pt>
          <cx:pt idx="449">67500</cx:pt>
          <cx:pt idx="450">67500</cx:pt>
          <cx:pt idx="451">67500</cx:pt>
          <cx:pt idx="452">67500</cx:pt>
          <cx:pt idx="453">67500</cx:pt>
          <cx:pt idx="454">67500</cx:pt>
          <cx:pt idx="455">67500</cx:pt>
          <cx:pt idx="456">67516</cx:pt>
          <cx:pt idx="457">67516</cx:pt>
          <cx:pt idx="458">67599</cx:pt>
          <cx:pt idx="459">67700</cx:pt>
          <cx:pt idx="460">67742</cx:pt>
          <cx:pt idx="461">67744</cx:pt>
          <cx:pt idx="462">67747</cx:pt>
          <cx:pt idx="463">67747</cx:pt>
          <cx:pt idx="464">67834</cx:pt>
          <cx:pt idx="465">67877</cx:pt>
          <cx:pt idx="466">67936</cx:pt>
          <cx:pt idx="467">67970</cx:pt>
          <cx:pt idx="468">67974</cx:pt>
          <cx:pt idx="469">68000</cx:pt>
          <cx:pt idx="470">68025</cx:pt>
          <cx:pt idx="471">68025</cx:pt>
          <cx:pt idx="472">68025</cx:pt>
          <cx:pt idx="473">68166</cx:pt>
          <cx:pt idx="474">68237</cx:pt>
          <cx:pt idx="475">68270</cx:pt>
          <cx:pt idx="476">68272</cx:pt>
          <cx:pt idx="477">68314</cx:pt>
          <cx:pt idx="478">68316</cx:pt>
          <cx:pt idx="479">68338</cx:pt>
          <cx:pt idx="480">68351</cx:pt>
          <cx:pt idx="481">68371</cx:pt>
          <cx:pt idx="482">68378</cx:pt>
          <cx:pt idx="483">68466</cx:pt>
          <cx:pt idx="484">68466</cx:pt>
          <cx:pt idx="485">68468</cx:pt>
          <cx:pt idx="486">68479</cx:pt>
          <cx:pt idx="487">68573</cx:pt>
          <cx:pt idx="488">68671</cx:pt>
          <cx:pt idx="489">68796</cx:pt>
          <cx:pt idx="490">68989</cx:pt>
          <cx:pt idx="491">69001</cx:pt>
          <cx:pt idx="492">69132</cx:pt>
          <cx:pt idx="493">69138</cx:pt>
          <cx:pt idx="494">69155</cx:pt>
          <cx:pt idx="495">69174</cx:pt>
          <cx:pt idx="496">69217</cx:pt>
          <cx:pt idx="497">69316</cx:pt>
          <cx:pt idx="498">69347</cx:pt>
          <cx:pt idx="499">69383</cx:pt>
          <cx:pt idx="500">69404</cx:pt>
          <cx:pt idx="501">69408</cx:pt>
          <cx:pt idx="502">69503</cx:pt>
          <cx:pt idx="503">69552</cx:pt>
          <cx:pt idx="504">69604</cx:pt>
          <cx:pt idx="505">69604</cx:pt>
          <cx:pt idx="506">69667</cx:pt>
          <cx:pt idx="507">69712</cx:pt>
          <cx:pt idx="508">69784</cx:pt>
          <cx:pt idx="509">69787</cx:pt>
          <cx:pt idx="510">69800</cx:pt>
          <cx:pt idx="511">69882</cx:pt>
          <cx:pt idx="512">69893</cx:pt>
          <cx:pt idx="513">69896</cx:pt>
          <cx:pt idx="514">69925</cx:pt>
          <cx:pt idx="515">69955</cx:pt>
          <cx:pt idx="516">69972</cx:pt>
          <cx:pt idx="517">69982</cx:pt>
          <cx:pt idx="518">69987</cx:pt>
          <cx:pt idx="519">69989</cx:pt>
          <cx:pt idx="520">70000</cx:pt>
          <cx:pt idx="521">70000</cx:pt>
          <cx:pt idx="522">70000</cx:pt>
          <cx:pt idx="523">70000</cx:pt>
          <cx:pt idx="524">70000</cx:pt>
          <cx:pt idx="525">70000</cx:pt>
          <cx:pt idx="526">70000</cx:pt>
          <cx:pt idx="527">70000</cx:pt>
          <cx:pt idx="528">70000</cx:pt>
          <cx:pt idx="529">70000</cx:pt>
          <cx:pt idx="530">70000</cx:pt>
          <cx:pt idx="531">70000</cx:pt>
          <cx:pt idx="532">70000</cx:pt>
          <cx:pt idx="533">70000</cx:pt>
          <cx:pt idx="534">70000</cx:pt>
          <cx:pt idx="535">70000</cx:pt>
          <cx:pt idx="536">70000</cx:pt>
          <cx:pt idx="537">70000</cx:pt>
          <cx:pt idx="538">70000</cx:pt>
          <cx:pt idx="539">70000</cx:pt>
          <cx:pt idx="540">70000</cx:pt>
          <cx:pt idx="541">70000</cx:pt>
          <cx:pt idx="542">70000</cx:pt>
          <cx:pt idx="543">70000</cx:pt>
          <cx:pt idx="544">70000</cx:pt>
          <cx:pt idx="545">70000</cx:pt>
          <cx:pt idx="546">70000</cx:pt>
          <cx:pt idx="547">70000</cx:pt>
          <cx:pt idx="548">70000</cx:pt>
          <cx:pt idx="549">70000</cx:pt>
          <cx:pt idx="550">70002</cx:pt>
          <cx:pt idx="551">70002</cx:pt>
          <cx:pt idx="552">70003</cx:pt>
          <cx:pt idx="553">70012</cx:pt>
          <cx:pt idx="554">70013</cx:pt>
          <cx:pt idx="555">70129</cx:pt>
          <cx:pt idx="556">70229</cx:pt>
          <cx:pt idx="557">70262</cx:pt>
          <cx:pt idx="558">70294</cx:pt>
          <cx:pt idx="559">70294</cx:pt>
          <cx:pt idx="560">70303</cx:pt>
          <cx:pt idx="561">70353</cx:pt>
          <cx:pt idx="562">70353</cx:pt>
          <cx:pt idx="563">70358</cx:pt>
          <cx:pt idx="564">70403</cx:pt>
          <cx:pt idx="565">70432</cx:pt>
          <cx:pt idx="566">70501</cx:pt>
          <cx:pt idx="567">70523</cx:pt>
          <cx:pt idx="568">70561</cx:pt>
          <cx:pt idx="569">70566</cx:pt>
          <cx:pt idx="570">70657</cx:pt>
          <cx:pt idx="571">70668</cx:pt>
          <cx:pt idx="572">70677</cx:pt>
          <cx:pt idx="573">70719</cx:pt>
          <cx:pt idx="574">70722</cx:pt>
          <cx:pt idx="575">70724</cx:pt>
          <cx:pt idx="576">70729</cx:pt>
          <cx:pt idx="577">70833</cx:pt>
          <cx:pt idx="578">70916</cx:pt>
          <cx:pt idx="579">71039</cx:pt>
          <cx:pt idx="580">71104</cx:pt>
          <cx:pt idx="581">71118</cx:pt>
          <cx:pt idx="582">71235</cx:pt>
          <cx:pt idx="583">71346</cx:pt>
          <cx:pt idx="584">71374</cx:pt>
          <cx:pt idx="585">71400</cx:pt>
          <cx:pt idx="586">71508</cx:pt>
          <cx:pt idx="587">71570</cx:pt>
          <cx:pt idx="588">71585</cx:pt>
          <cx:pt idx="589">71595</cx:pt>
          <cx:pt idx="590">71597</cx:pt>
          <cx:pt idx="591">71597</cx:pt>
          <cx:pt idx="592">71637</cx:pt>
          <cx:pt idx="593">71666</cx:pt>
          <cx:pt idx="594">71671</cx:pt>
          <cx:pt idx="595">71675</cx:pt>
          <cx:pt idx="596">71681</cx:pt>
          <cx:pt idx="597">71705</cx:pt>
          <cx:pt idx="598">71718</cx:pt>
          <cx:pt idx="599">71732</cx:pt>
          <cx:pt idx="600">71766</cx:pt>
          <cx:pt idx="601">71800</cx:pt>
          <cx:pt idx="602">71830</cx:pt>
          <cx:pt idx="603">71953</cx:pt>
          <cx:pt idx="604">71967</cx:pt>
          <cx:pt idx="605">72176</cx:pt>
          <cx:pt idx="606">72298</cx:pt>
          <cx:pt idx="607">72298</cx:pt>
          <cx:pt idx="608">72298</cx:pt>
          <cx:pt idx="609">72341</cx:pt>
          <cx:pt idx="610">72361</cx:pt>
          <cx:pt idx="611">72365</cx:pt>
          <cx:pt idx="612">72389</cx:pt>
          <cx:pt idx="613">72395</cx:pt>
          <cx:pt idx="614">72500</cx:pt>
          <cx:pt idx="615">72500</cx:pt>
          <cx:pt idx="616">72521</cx:pt>
          <cx:pt idx="617">72525</cx:pt>
          <cx:pt idx="618">72599</cx:pt>
          <cx:pt idx="619">72667</cx:pt>
          <cx:pt idx="620">72669</cx:pt>
          <cx:pt idx="621">72689</cx:pt>
          <cx:pt idx="622">72725</cx:pt>
          <cx:pt idx="623">72729</cx:pt>
          <cx:pt idx="624">72738</cx:pt>
          <cx:pt idx="625">72742</cx:pt>
          <cx:pt idx="626">72789</cx:pt>
          <cx:pt idx="627">72792</cx:pt>
          <cx:pt idx="628">72825</cx:pt>
          <cx:pt idx="629">72877</cx:pt>
          <cx:pt idx="630">72989</cx:pt>
          <cx:pt idx="631">73008</cx:pt>
          <cx:pt idx="632">73142</cx:pt>
          <cx:pt idx="633">73273</cx:pt>
          <cx:pt idx="634">73278</cx:pt>
          <cx:pt idx="635">73309</cx:pt>
          <cx:pt idx="636">73332</cx:pt>
          <cx:pt idx="637">73333</cx:pt>
          <cx:pt idx="638">73341</cx:pt>
          <cx:pt idx="639">73375</cx:pt>
          <cx:pt idx="640">73391</cx:pt>
          <cx:pt idx="641">73421</cx:pt>
          <cx:pt idx="642">73421</cx:pt>
          <cx:pt idx="643">73422</cx:pt>
          <cx:pt idx="644">73503</cx:pt>
          <cx:pt idx="645">73531</cx:pt>
          <cx:pt idx="646">73536</cx:pt>
          <cx:pt idx="647">73640</cx:pt>
          <cx:pt idx="648">73640</cx:pt>
          <cx:pt idx="649">73683</cx:pt>
          <cx:pt idx="650">73691</cx:pt>
          <cx:pt idx="651">73694</cx:pt>
          <cx:pt idx="652">73730</cx:pt>
          <cx:pt idx="653">73737</cx:pt>
          <cx:pt idx="654">73758</cx:pt>
          <cx:pt idx="655">73758</cx:pt>
          <cx:pt idx="656">73846</cx:pt>
          <cx:pt idx="657">73846</cx:pt>
          <cx:pt idx="658">73914</cx:pt>
          <cx:pt idx="659">73945</cx:pt>
          <cx:pt idx="660">73980</cx:pt>
          <cx:pt idx="661">73989</cx:pt>
          <cx:pt idx="662">74000</cx:pt>
          <cx:pt idx="663">74070</cx:pt>
          <cx:pt idx="664">74199</cx:pt>
          <cx:pt idx="665">74218</cx:pt>
          <cx:pt idx="666">74218</cx:pt>
          <cx:pt idx="667">74219</cx:pt>
          <cx:pt idx="668">74307</cx:pt>
          <cx:pt idx="669">74441</cx:pt>
          <cx:pt idx="670">74471</cx:pt>
          <cx:pt idx="671">74493</cx:pt>
          <cx:pt idx="672">74505</cx:pt>
          <cx:pt idx="673">74518</cx:pt>
          <cx:pt idx="674">74588</cx:pt>
          <cx:pt idx="675">74694</cx:pt>
          <cx:pt idx="676">74772</cx:pt>
          <cx:pt idx="677">74801</cx:pt>
          <cx:pt idx="678">74801</cx:pt>
          <cx:pt idx="679">74866</cx:pt>
          <cx:pt idx="680">74907</cx:pt>
          <cx:pt idx="681">74947</cx:pt>
          <cx:pt idx="682">74969</cx:pt>
          <cx:pt idx="683">74998</cx:pt>
          <cx:pt idx="684">74999</cx:pt>
          <cx:pt idx="685">74999</cx:pt>
          <cx:pt idx="686">75000</cx:pt>
          <cx:pt idx="687">75037</cx:pt>
          <cx:pt idx="688">75119</cx:pt>
          <cx:pt idx="689">75155</cx:pt>
          <cx:pt idx="690">75184</cx:pt>
          <cx:pt idx="691">75187</cx:pt>
          <cx:pt idx="692">75204</cx:pt>
          <cx:pt idx="693">75242</cx:pt>
          <cx:pt idx="694">75245</cx:pt>
          <cx:pt idx="695">75246</cx:pt>
          <cx:pt idx="696">75280</cx:pt>
          <cx:pt idx="697">75312</cx:pt>
          <cx:pt idx="698">75358</cx:pt>
          <cx:pt idx="699">75496</cx:pt>
          <cx:pt idx="700">75680</cx:pt>
          <cx:pt idx="701">75685</cx:pt>
          <cx:pt idx="702">75714</cx:pt>
          <cx:pt idx="703">75741</cx:pt>
          <cx:pt idx="704">75847</cx:pt>
          <cx:pt idx="705">75895</cx:pt>
          <cx:pt idx="706">76000</cx:pt>
          <cx:pt idx="707">76005</cx:pt>
          <cx:pt idx="708">76008</cx:pt>
          <cx:pt idx="709">76057</cx:pt>
          <cx:pt idx="710">76108</cx:pt>
          <cx:pt idx="711">76192</cx:pt>
          <cx:pt idx="712">76192</cx:pt>
          <cx:pt idx="713">76192</cx:pt>
          <cx:pt idx="714">76262</cx:pt>
          <cx:pt idx="715">76353</cx:pt>
          <cx:pt idx="716">76380</cx:pt>
          <cx:pt idx="717">76381</cx:pt>
          <cx:pt idx="718">76381</cx:pt>
          <cx:pt idx="719">76429</cx:pt>
          <cx:pt idx="720">76610</cx:pt>
          <cx:pt idx="721">76637</cx:pt>
          <cx:pt idx="722">76649</cx:pt>
          <cx:pt idx="723">76666</cx:pt>
          <cx:pt idx="724">76666</cx:pt>
          <cx:pt idx="725">76666</cx:pt>
          <cx:pt idx="726">76666</cx:pt>
          <cx:pt idx="727">76676</cx:pt>
          <cx:pt idx="728">76752</cx:pt>
          <cx:pt idx="729">76804</cx:pt>
          <cx:pt idx="730">76827</cx:pt>
          <cx:pt idx="731">76890</cx:pt>
          <cx:pt idx="732">76954</cx:pt>
          <cx:pt idx="733">76977</cx:pt>
          <cx:pt idx="734">76977</cx:pt>
          <cx:pt idx="735">76977</cx:pt>
          <cx:pt idx="736">76977</cx:pt>
          <cx:pt idx="737">77044</cx:pt>
          <cx:pt idx="738">77054</cx:pt>
          <cx:pt idx="739">77074</cx:pt>
          <cx:pt idx="740">77075</cx:pt>
          <cx:pt idx="741">77075</cx:pt>
          <cx:pt idx="742">77077</cx:pt>
          <cx:pt idx="743">77078</cx:pt>
          <cx:pt idx="744">77133</cx:pt>
          <cx:pt idx="745">77143</cx:pt>
          <cx:pt idx="746">77143</cx:pt>
          <cx:pt idx="747">77143</cx:pt>
          <cx:pt idx="748">77143</cx:pt>
          <cx:pt idx="749">77143</cx:pt>
          <cx:pt idx="750">77150</cx:pt>
          <cx:pt idx="751">77181</cx:pt>
          <cx:pt idx="752">77187</cx:pt>
          <cx:pt idx="753">77259</cx:pt>
          <cx:pt idx="754">77387</cx:pt>
          <cx:pt idx="755">77388</cx:pt>
          <cx:pt idx="756">77431</cx:pt>
          <cx:pt idx="757">77445</cx:pt>
          <cx:pt idx="758">77581</cx:pt>
          <cx:pt idx="759">77588</cx:pt>
          <cx:pt idx="760">77775</cx:pt>
          <cx:pt idx="761">77941</cx:pt>
          <cx:pt idx="762">77941</cx:pt>
          <cx:pt idx="763">78083</cx:pt>
          <cx:pt idx="764">78086</cx:pt>
          <cx:pt idx="765">78111</cx:pt>
          <cx:pt idx="766">78310</cx:pt>
          <cx:pt idx="767">78345</cx:pt>
          <cx:pt idx="768">78352</cx:pt>
          <cx:pt idx="769">78513</cx:pt>
          <cx:pt idx="770">78527</cx:pt>
          <cx:pt idx="771">78596</cx:pt>
          <cx:pt idx="772">78612</cx:pt>
          <cx:pt idx="773">78667</cx:pt>
          <cx:pt idx="774">78691</cx:pt>
          <cx:pt idx="775">78876</cx:pt>
          <cx:pt idx="776">78911</cx:pt>
          <cx:pt idx="777">78980</cx:pt>
          <cx:pt idx="778">78998</cx:pt>
          <cx:pt idx="779">78999</cx:pt>
          <cx:pt idx="780">79050</cx:pt>
          <cx:pt idx="781">79054</cx:pt>
          <cx:pt idx="782">79056</cx:pt>
          <cx:pt idx="783">79139</cx:pt>
          <cx:pt idx="784">79152</cx:pt>
          <cx:pt idx="785">79170</cx:pt>
          <cx:pt idx="786">79207</cx:pt>
          <cx:pt idx="787">79269</cx:pt>
          <cx:pt idx="788">79275</cx:pt>
          <cx:pt idx="789">79343</cx:pt>
          <cx:pt idx="790">79348</cx:pt>
          <cx:pt idx="791">79373</cx:pt>
          <cx:pt idx="792">79402</cx:pt>
          <cx:pt idx="793">79419</cx:pt>
          <cx:pt idx="794">79450</cx:pt>
          <cx:pt idx="795">79458</cx:pt>
          <cx:pt idx="796">79524</cx:pt>
          <cx:pt idx="797">79598</cx:pt>
          <cx:pt idx="798">79633</cx:pt>
          <cx:pt idx="799">79657</cx:pt>
          <cx:pt idx="800">79692</cx:pt>
          <cx:pt idx="801">79775</cx:pt>
          <cx:pt idx="802">79825</cx:pt>
          <cx:pt idx="803">79833</cx:pt>
          <cx:pt idx="804">79923</cx:pt>
          <cx:pt idx="805">79978</cx:pt>
          <cx:pt idx="806">79979</cx:pt>
          <cx:pt idx="807">79987</cx:pt>
          <cx:pt idx="808">79987</cx:pt>
          <cx:pt idx="809">79989</cx:pt>
          <cx:pt idx="810">79998</cx:pt>
          <cx:pt idx="811">80000</cx:pt>
          <cx:pt idx="812">80000</cx:pt>
          <cx:pt idx="813">80000</cx:pt>
          <cx:pt idx="814">80000</cx:pt>
          <cx:pt idx="815">80000</cx:pt>
          <cx:pt idx="816">80000</cx:pt>
          <cx:pt idx="817">80000</cx:pt>
          <cx:pt idx="818">80000</cx:pt>
          <cx:pt idx="819">80000</cx:pt>
          <cx:pt idx="820">80000</cx:pt>
          <cx:pt idx="821">80000</cx:pt>
          <cx:pt idx="822">80001</cx:pt>
          <cx:pt idx="823">80005</cx:pt>
          <cx:pt idx="824">80009</cx:pt>
          <cx:pt idx="825">80012</cx:pt>
          <cx:pt idx="826">80022</cx:pt>
          <cx:pt idx="827">80025</cx:pt>
          <cx:pt idx="828">80050</cx:pt>
          <cx:pt idx="829">80061</cx:pt>
          <cx:pt idx="830">80069</cx:pt>
          <cx:pt idx="831">80069</cx:pt>
          <cx:pt idx="832">80091</cx:pt>
          <cx:pt idx="833">80125</cx:pt>
          <cx:pt idx="834">80184</cx:pt>
          <cx:pt idx="835">80257</cx:pt>
          <cx:pt idx="836">80279</cx:pt>
          <cx:pt idx="837">80449</cx:pt>
          <cx:pt idx="838">80481</cx:pt>
          <cx:pt idx="839">80502</cx:pt>
          <cx:pt idx="840">80600</cx:pt>
          <cx:pt idx="841">80616</cx:pt>
          <cx:pt idx="842">80650</cx:pt>
          <cx:pt idx="843">80650</cx:pt>
          <cx:pt idx="844">80650</cx:pt>
          <cx:pt idx="845">80650</cx:pt>
          <cx:pt idx="846">80650</cx:pt>
          <cx:pt idx="847">80650</cx:pt>
          <cx:pt idx="848">80658</cx:pt>
          <cx:pt idx="849">80658</cx:pt>
          <cx:pt idx="850">80666</cx:pt>
          <cx:pt idx="851">80670</cx:pt>
          <cx:pt idx="852">80676</cx:pt>
          <cx:pt idx="853">80730</cx:pt>
          <cx:pt idx="854">80805</cx:pt>
          <cx:pt idx="855">80851</cx:pt>
          <cx:pt idx="856">80856</cx:pt>
          <cx:pt idx="857">80908</cx:pt>
          <cx:pt idx="858">80937</cx:pt>
          <cx:pt idx="859">80939</cx:pt>
          <cx:pt idx="860">81000</cx:pt>
          <cx:pt idx="861">81025</cx:pt>
          <cx:pt idx="862">81050</cx:pt>
          <cx:pt idx="863">81073</cx:pt>
          <cx:pt idx="864">81162</cx:pt>
          <cx:pt idx="865">81173</cx:pt>
          <cx:pt idx="866">81176</cx:pt>
          <cx:pt idx="867">81176</cx:pt>
          <cx:pt idx="868">81226</cx:pt>
          <cx:pt idx="869">81256</cx:pt>
          <cx:pt idx="870">81258</cx:pt>
          <cx:pt idx="871">81260</cx:pt>
          <cx:pt idx="872">81343</cx:pt>
          <cx:pt idx="873">81344</cx:pt>
          <cx:pt idx="874">81371</cx:pt>
          <cx:pt idx="875">81379</cx:pt>
          <cx:pt idx="876">81395</cx:pt>
          <cx:pt idx="877">81508</cx:pt>
          <cx:pt idx="878">81525</cx:pt>
          <cx:pt idx="879">81534</cx:pt>
          <cx:pt idx="880">81541</cx:pt>
          <cx:pt idx="881">81732</cx:pt>
          <cx:pt idx="882">81750</cx:pt>
          <cx:pt idx="883">81816</cx:pt>
          <cx:pt idx="884">81868</cx:pt>
          <cx:pt idx="885">81875</cx:pt>
          <cx:pt idx="886">81931</cx:pt>
          <cx:pt idx="887">81933</cx:pt>
          <cx:pt idx="888">81933</cx:pt>
          <cx:pt idx="889">81951</cx:pt>
          <cx:pt idx="890">81976</cx:pt>
          <cx:pt idx="891">82056</cx:pt>
          <cx:pt idx="892">82065</cx:pt>
          <cx:pt idx="893">82198</cx:pt>
          <cx:pt idx="894">82252</cx:pt>
          <cx:pt idx="895">82284</cx:pt>
          <cx:pt idx="896">82301</cx:pt>
          <cx:pt idx="897">82301</cx:pt>
          <cx:pt idx="898">82309</cx:pt>
          <cx:pt idx="899">82460</cx:pt>
          <cx:pt idx="900">82551</cx:pt>
          <cx:pt idx="901">82551</cx:pt>
          <cx:pt idx="902">82642</cx:pt>
          <cx:pt idx="903">82642</cx:pt>
          <cx:pt idx="904">82652</cx:pt>
          <cx:pt idx="905">82709</cx:pt>
          <cx:pt idx="906">82718</cx:pt>
          <cx:pt idx="907">82748</cx:pt>
          <cx:pt idx="908">82765</cx:pt>
          <cx:pt idx="909">82797</cx:pt>
          <cx:pt idx="910">82841</cx:pt>
          <cx:pt idx="911">82919</cx:pt>
          <cx:pt idx="912">82971</cx:pt>
          <cx:pt idx="913">82973</cx:pt>
          <cx:pt idx="914">82973</cx:pt>
          <cx:pt idx="915">82987</cx:pt>
          <cx:pt idx="916">83008</cx:pt>
          <cx:pt idx="917">83158</cx:pt>
          <cx:pt idx="918">83209</cx:pt>
          <cx:pt idx="919">83217</cx:pt>
          <cx:pt idx="920">83238</cx:pt>
          <cx:pt idx="921">83273</cx:pt>
          <cx:pt idx="922">83279</cx:pt>
          <cx:pt idx="923">83281</cx:pt>
          <cx:pt idx="924">83281</cx:pt>
          <cx:pt idx="925">83287</cx:pt>
          <cx:pt idx="926">83301</cx:pt>
          <cx:pt idx="927">83316</cx:pt>
          <cx:pt idx="928">83325</cx:pt>
          <cx:pt idx="929">83330</cx:pt>
          <cx:pt idx="930">83332</cx:pt>
          <cx:pt idx="931">83333</cx:pt>
          <cx:pt idx="932">83333</cx:pt>
          <cx:pt idx="933">83333</cx:pt>
          <cx:pt idx="934">83333</cx:pt>
          <cx:pt idx="935">83333</cx:pt>
          <cx:pt idx="936">83333</cx:pt>
          <cx:pt idx="937">83333</cx:pt>
          <cx:pt idx="938">83342</cx:pt>
          <cx:pt idx="939">83399</cx:pt>
          <cx:pt idx="940">83454</cx:pt>
          <cx:pt idx="941">83457</cx:pt>
          <cx:pt idx="942">83457</cx:pt>
          <cx:pt idx="943">83548</cx:pt>
          <cx:pt idx="944">83601</cx:pt>
          <cx:pt idx="945">83621</cx:pt>
          <cx:pt idx="946">83623</cx:pt>
          <cx:pt idx="947">83648</cx:pt>
          <cx:pt idx="948">83661</cx:pt>
          <cx:pt idx="949">83685</cx:pt>
          <cx:pt idx="950">83743</cx:pt>
          <cx:pt idx="951">83766</cx:pt>
          <cx:pt idx="952">83835</cx:pt>
          <cx:pt idx="953">83845</cx:pt>
          <cx:pt idx="954">83845</cx:pt>
          <cx:pt idx="955">83845</cx:pt>
          <cx:pt idx="956">83845</cx:pt>
          <cx:pt idx="957">83845</cx:pt>
          <cx:pt idx="958">83845</cx:pt>
          <cx:pt idx="959">83854</cx:pt>
          <cx:pt idx="960">83882</cx:pt>
          <cx:pt idx="961">83923</cx:pt>
          <cx:pt idx="962">83961</cx:pt>
          <cx:pt idx="963">83967</cx:pt>
          <cx:pt idx="964">83974</cx:pt>
          <cx:pt idx="965">83990</cx:pt>
          <cx:pt idx="966">83993</cx:pt>
          <cx:pt idx="967">84030</cx:pt>
          <cx:pt idx="968">84155</cx:pt>
          <cx:pt idx="969">84166</cx:pt>
          <cx:pt idx="970">84224</cx:pt>
          <cx:pt idx="971">84246</cx:pt>
          <cx:pt idx="972">84249</cx:pt>
          <cx:pt idx="973">84259</cx:pt>
          <cx:pt idx="974">84268</cx:pt>
          <cx:pt idx="975">84333</cx:pt>
          <cx:pt idx="976">84364</cx:pt>
          <cx:pt idx="977">84381</cx:pt>
          <cx:pt idx="978">84399</cx:pt>
          <cx:pt idx="979">84435</cx:pt>
          <cx:pt idx="980">84506</cx:pt>
          <cx:pt idx="981">84520</cx:pt>
          <cx:pt idx="982">84546</cx:pt>
          <cx:pt idx="983">84593</cx:pt>
          <cx:pt idx="984">84615</cx:pt>
          <cx:pt idx="985">84659</cx:pt>
          <cx:pt idx="986">84690</cx:pt>
          <cx:pt idx="987">84791</cx:pt>
          <cx:pt idx="988">84857</cx:pt>
          <cx:pt idx="989">84857</cx:pt>
          <cx:pt idx="990">84857</cx:pt>
          <cx:pt idx="991">84857</cx:pt>
          <cx:pt idx="992">84872</cx:pt>
          <cx:pt idx="993">84910</cx:pt>
          <cx:pt idx="994">84923</cx:pt>
          <cx:pt idx="995">84939</cx:pt>
          <cx:pt idx="996">84940</cx:pt>
          <cx:pt idx="997">85000</cx:pt>
          <cx:pt idx="998">85016</cx:pt>
          <cx:pt idx="999">85030</cx:pt>
          <cx:pt idx="1000">85037</cx:pt>
          <cx:pt idx="1001">85064</cx:pt>
          <cx:pt idx="1002">85067</cx:pt>
          <cx:pt idx="1003">85078</cx:pt>
          <cx:pt idx="1004">85137</cx:pt>
          <cx:pt idx="1005">85138</cx:pt>
          <cx:pt idx="1006">85179</cx:pt>
          <cx:pt idx="1007">85227</cx:pt>
          <cx:pt idx="1008">85242</cx:pt>
          <cx:pt idx="1009">85257</cx:pt>
          <cx:pt idx="1010">85267</cx:pt>
          <cx:pt idx="1011">85411</cx:pt>
          <cx:pt idx="1012">85637</cx:pt>
          <cx:pt idx="1013">85642</cx:pt>
          <cx:pt idx="1014">85642</cx:pt>
          <cx:pt idx="1015">85710</cx:pt>
          <cx:pt idx="1016">85816</cx:pt>
          <cx:pt idx="1017">85833</cx:pt>
          <cx:pt idx="1018">85868</cx:pt>
          <cx:pt idx="1019">85987</cx:pt>
          <cx:pt idx="1020">86025</cx:pt>
          <cx:pt idx="1021">86038</cx:pt>
          <cx:pt idx="1022">86039</cx:pt>
          <cx:pt idx="1023">86045</cx:pt>
          <cx:pt idx="1024">86049</cx:pt>
          <cx:pt idx="1025">86095</cx:pt>
          <cx:pt idx="1026">86131</cx:pt>
          <cx:pt idx="1027">86175</cx:pt>
          <cx:pt idx="1028">86175</cx:pt>
          <cx:pt idx="1029">86183</cx:pt>
          <cx:pt idx="1030">86318</cx:pt>
          <cx:pt idx="1031">86399</cx:pt>
          <cx:pt idx="1032">86415</cx:pt>
          <cx:pt idx="1033">86467</cx:pt>
          <cx:pt idx="1034">86485</cx:pt>
          <cx:pt idx="1035">86485</cx:pt>
          <cx:pt idx="1036">86507</cx:pt>
          <cx:pt idx="1037">86598</cx:pt>
          <cx:pt idx="1038">86610</cx:pt>
          <cx:pt idx="1039">86636</cx:pt>
          <cx:pt idx="1040">86655</cx:pt>
          <cx:pt idx="1041">86658</cx:pt>
          <cx:pt idx="1042">86665</cx:pt>
          <cx:pt idx="1043">86666</cx:pt>
          <cx:pt idx="1044">86666</cx:pt>
          <cx:pt idx="1045">86667</cx:pt>
          <cx:pt idx="1046">86667</cx:pt>
          <cx:pt idx="1047">86683</cx:pt>
          <cx:pt idx="1048">86683</cx:pt>
          <cx:pt idx="1049">86692</cx:pt>
          <cx:pt idx="1050">86708</cx:pt>
          <cx:pt idx="1051">86767</cx:pt>
          <cx:pt idx="1052">86808</cx:pt>
          <cx:pt idx="1053">86816</cx:pt>
          <cx:pt idx="1054">86849</cx:pt>
          <cx:pt idx="1055">86908</cx:pt>
          <cx:pt idx="1056">87098</cx:pt>
          <cx:pt idx="1057">87417</cx:pt>
          <cx:pt idx="1058">87466</cx:pt>
          <cx:pt idx="1059">87496</cx:pt>
          <cx:pt idx="1060">87535</cx:pt>
          <cx:pt idx="1061">87538</cx:pt>
          <cx:pt idx="1062">87570</cx:pt>
          <cx:pt idx="1063">87572</cx:pt>
          <cx:pt idx="1064">87617</cx:pt>
          <cx:pt idx="1065">87651</cx:pt>
          <cx:pt idx="1066">87666</cx:pt>
          <cx:pt idx="1067">87679</cx:pt>
          <cx:pt idx="1068">87703</cx:pt>
          <cx:pt idx="1069">87791</cx:pt>
          <cx:pt idx="1070">87795</cx:pt>
          <cx:pt idx="1071">88059</cx:pt>
          <cx:pt idx="1072">88060</cx:pt>
          <cx:pt idx="1073">88100</cx:pt>
          <cx:pt idx="1074">88100</cx:pt>
          <cx:pt idx="1075">88125</cx:pt>
          <cx:pt idx="1076">88156</cx:pt>
          <cx:pt idx="1077">88161</cx:pt>
          <cx:pt idx="1078">88176</cx:pt>
          <cx:pt idx="1079">88232</cx:pt>
          <cx:pt idx="1080">88280</cx:pt>
          <cx:pt idx="1081">88321</cx:pt>
          <cx:pt idx="1082">88333</cx:pt>
          <cx:pt idx="1083">88465</cx:pt>
          <cx:pt idx="1084">88511</cx:pt>
          <cx:pt idx="1085">88524</cx:pt>
          <cx:pt idx="1086">88534</cx:pt>
          <cx:pt idx="1087">88535</cx:pt>
          <cx:pt idx="1088">88537</cx:pt>
          <cx:pt idx="1089">88568</cx:pt>
          <cx:pt idx="1090">88648</cx:pt>
          <cx:pt idx="1091">88666</cx:pt>
          <cx:pt idx="1092">88835</cx:pt>
          <cx:pt idx="1093">88922</cx:pt>
          <cx:pt idx="1094">88943</cx:pt>
          <cx:pt idx="1095">88966</cx:pt>
          <cx:pt idx="1096">88971</cx:pt>
          <cx:pt idx="1097">89015</cx:pt>
          <cx:pt idx="1098">89118</cx:pt>
          <cx:pt idx="1099">89118</cx:pt>
          <cx:pt idx="1100">89125</cx:pt>
          <cx:pt idx="1101">89181</cx:pt>
          <cx:pt idx="1102">89221</cx:pt>
          <cx:pt idx="1103">89283</cx:pt>
          <cx:pt idx="1104">89315</cx:pt>
          <cx:pt idx="1105">89337</cx:pt>
          <cx:pt idx="1106">89390</cx:pt>
          <cx:pt idx="1107">89400</cx:pt>
          <cx:pt idx="1108">89455</cx:pt>
          <cx:pt idx="1109">89464</cx:pt>
          <cx:pt idx="1110">89683</cx:pt>
          <cx:pt idx="1111">89745</cx:pt>
          <cx:pt idx="1112">89829</cx:pt>
          <cx:pt idx="1113">89925</cx:pt>
          <cx:pt idx="1114">89953</cx:pt>
          <cx:pt idx="1115">89978</cx:pt>
          <cx:pt idx="1116">89996</cx:pt>
          <cx:pt idx="1117">89999</cx:pt>
          <cx:pt idx="1118">90000</cx:pt>
          <cx:pt idx="1119">90000</cx:pt>
          <cx:pt idx="1120">90000</cx:pt>
          <cx:pt idx="1121">90000</cx:pt>
          <cx:pt idx="1122">90000</cx:pt>
          <cx:pt idx="1123">90000</cx:pt>
          <cx:pt idx="1124">90000</cx:pt>
          <cx:pt idx="1125">90000</cx:pt>
          <cx:pt idx="1126">90000</cx:pt>
          <cx:pt idx="1127">90000</cx:pt>
          <cx:pt idx="1128">90000</cx:pt>
          <cx:pt idx="1129">90000</cx:pt>
          <cx:pt idx="1130">90000</cx:pt>
          <cx:pt idx="1131">90000</cx:pt>
          <cx:pt idx="1132">90000</cx:pt>
          <cx:pt idx="1133">90000</cx:pt>
          <cx:pt idx="1134">90000</cx:pt>
          <cx:pt idx="1135">90000</cx:pt>
          <cx:pt idx="1136">90000</cx:pt>
          <cx:pt idx="1137">90000</cx:pt>
          <cx:pt idx="1138">90000</cx:pt>
          <cx:pt idx="1139">90000</cx:pt>
          <cx:pt idx="1140">90000</cx:pt>
          <cx:pt idx="1141">90000</cx:pt>
          <cx:pt idx="1142">90000</cx:pt>
          <cx:pt idx="1143">90000</cx:pt>
          <cx:pt idx="1144">90000</cx:pt>
          <cx:pt idx="1145">90000</cx:pt>
          <cx:pt idx="1146">90000</cx:pt>
          <cx:pt idx="1147">90000</cx:pt>
          <cx:pt idx="1148">90000</cx:pt>
          <cx:pt idx="1149">90000</cx:pt>
          <cx:pt idx="1150">90000</cx:pt>
          <cx:pt idx="1151">90000</cx:pt>
          <cx:pt idx="1152">90000</cx:pt>
          <cx:pt idx="1153">90000</cx:pt>
          <cx:pt idx="1154">90000</cx:pt>
          <cx:pt idx="1155">90000</cx:pt>
          <cx:pt idx="1156">90000</cx:pt>
          <cx:pt idx="1157">90000</cx:pt>
          <cx:pt idx="1158">90000</cx:pt>
          <cx:pt idx="1159">90001</cx:pt>
          <cx:pt idx="1160">90002</cx:pt>
          <cx:pt idx="1161">90066</cx:pt>
          <cx:pt idx="1162">90109</cx:pt>
          <cx:pt idx="1163">90150</cx:pt>
          <cx:pt idx="1164">90187</cx:pt>
          <cx:pt idx="1165">90188</cx:pt>
          <cx:pt idx="1166">90200</cx:pt>
          <cx:pt idx="1167">90211</cx:pt>
          <cx:pt idx="1168">90233</cx:pt>
          <cx:pt idx="1169">90241</cx:pt>
          <cx:pt idx="1170">90247</cx:pt>
          <cx:pt idx="1171">90311</cx:pt>
          <cx:pt idx="1172">90332</cx:pt>
          <cx:pt idx="1173">90333</cx:pt>
          <cx:pt idx="1174">90333</cx:pt>
          <cx:pt idx="1175">90387</cx:pt>
          <cx:pt idx="1176">90400</cx:pt>
          <cx:pt idx="1177">90408</cx:pt>
          <cx:pt idx="1178">90415</cx:pt>
          <cx:pt idx="1179">90441</cx:pt>
          <cx:pt idx="1180">90480</cx:pt>
          <cx:pt idx="1181">90500</cx:pt>
          <cx:pt idx="1182">90500</cx:pt>
          <cx:pt idx="1183">90526</cx:pt>
          <cx:pt idx="1184">90541</cx:pt>
          <cx:pt idx="1185">90546</cx:pt>
          <cx:pt idx="1186">90579</cx:pt>
          <cx:pt idx="1187">90605</cx:pt>
          <cx:pt idx="1188">90633</cx:pt>
          <cx:pt idx="1189">90658</cx:pt>
          <cx:pt idx="1190">90658</cx:pt>
          <cx:pt idx="1191">90685</cx:pt>
          <cx:pt idx="1192">90714</cx:pt>
          <cx:pt idx="1193">90716</cx:pt>
          <cx:pt idx="1194">90731</cx:pt>
          <cx:pt idx="1195">90733</cx:pt>
          <cx:pt idx="1196">90750</cx:pt>
          <cx:pt idx="1197">90750</cx:pt>
          <cx:pt idx="1198">90800</cx:pt>
          <cx:pt idx="1199">90828</cx:pt>
          <cx:pt idx="1200">90828</cx:pt>
          <cx:pt idx="1201">90872</cx:pt>
          <cx:pt idx="1202">90872</cx:pt>
          <cx:pt idx="1203">90983</cx:pt>
          <cx:pt idx="1204">91000</cx:pt>
          <cx:pt idx="1205">91018</cx:pt>
          <cx:pt idx="1206">91033</cx:pt>
          <cx:pt idx="1207">91033</cx:pt>
          <cx:pt idx="1208">91033</cx:pt>
          <cx:pt idx="1209">91033</cx:pt>
          <cx:pt idx="1210">91033</cx:pt>
          <cx:pt idx="1211">91033</cx:pt>
          <cx:pt idx="1212">91042</cx:pt>
          <cx:pt idx="1213">91054</cx:pt>
          <cx:pt idx="1214">91066</cx:pt>
          <cx:pt idx="1215">91084</cx:pt>
          <cx:pt idx="1216">91101</cx:pt>
          <cx:pt idx="1217">91150</cx:pt>
          <cx:pt idx="1218">91166</cx:pt>
          <cx:pt idx="1219">91177</cx:pt>
          <cx:pt idx="1220">91200</cx:pt>
          <cx:pt idx="1221">91250</cx:pt>
          <cx:pt idx="1222">91250</cx:pt>
          <cx:pt idx="1223">91350</cx:pt>
          <cx:pt idx="1224">91353</cx:pt>
          <cx:pt idx="1225">91362</cx:pt>
          <cx:pt idx="1226">91371</cx:pt>
          <cx:pt idx="1227">91375</cx:pt>
          <cx:pt idx="1228">91383</cx:pt>
          <cx:pt idx="1229">91433</cx:pt>
          <cx:pt idx="1230">91495</cx:pt>
          <cx:pt idx="1231">91500</cx:pt>
          <cx:pt idx="1232">91536</cx:pt>
          <cx:pt idx="1233">91565</cx:pt>
          <cx:pt idx="1234">91624</cx:pt>
          <cx:pt idx="1235">91649</cx:pt>
          <cx:pt idx="1236">91666</cx:pt>
          <cx:pt idx="1237">91675</cx:pt>
          <cx:pt idx="1238">91704</cx:pt>
          <cx:pt idx="1239">91716</cx:pt>
          <cx:pt idx="1240">91775</cx:pt>
          <cx:pt idx="1241">91792</cx:pt>
          <cx:pt idx="1242">91811</cx:pt>
          <cx:pt idx="1243">91843</cx:pt>
          <cx:pt idx="1244">91860</cx:pt>
          <cx:pt idx="1245">91866</cx:pt>
          <cx:pt idx="1246">91880</cx:pt>
          <cx:pt idx="1247">91891</cx:pt>
          <cx:pt idx="1248">91918</cx:pt>
          <cx:pt idx="1249">91933</cx:pt>
          <cx:pt idx="1250">91933</cx:pt>
          <cx:pt idx="1251">91933</cx:pt>
          <cx:pt idx="1252">91936</cx:pt>
          <cx:pt idx="1253">91950</cx:pt>
          <cx:pt idx="1254">92015</cx:pt>
          <cx:pt idx="1255">92083</cx:pt>
          <cx:pt idx="1256">92164</cx:pt>
          <cx:pt idx="1257">92166</cx:pt>
          <cx:pt idx="1258">92197</cx:pt>
          <cx:pt idx="1259">92222</cx:pt>
          <cx:pt idx="1260">92250</cx:pt>
          <cx:pt idx="1261">92253</cx:pt>
          <cx:pt idx="1262">92272</cx:pt>
          <cx:pt idx="1263">92437</cx:pt>
          <cx:pt idx="1264">92454</cx:pt>
          <cx:pt idx="1265">92467</cx:pt>
          <cx:pt idx="1266">92486</cx:pt>
          <cx:pt idx="1267">92500</cx:pt>
          <cx:pt idx="1268">92500</cx:pt>
          <cx:pt idx="1269">92502</cx:pt>
          <cx:pt idx="1270">92596</cx:pt>
          <cx:pt idx="1271">92650</cx:pt>
          <cx:pt idx="1272">92650</cx:pt>
          <cx:pt idx="1273">92676</cx:pt>
          <cx:pt idx="1274">92683</cx:pt>
          <cx:pt idx="1275">92752</cx:pt>
          <cx:pt idx="1276">92833</cx:pt>
          <cx:pt idx="1277">92833</cx:pt>
          <cx:pt idx="1278">92847</cx:pt>
          <cx:pt idx="1279">92879</cx:pt>
          <cx:pt idx="1280">92927</cx:pt>
          <cx:pt idx="1281">92984</cx:pt>
          <cx:pt idx="1282">93056</cx:pt>
          <cx:pt idx="1283">93074</cx:pt>
          <cx:pt idx="1284">93164</cx:pt>
          <cx:pt idx="1285">93172</cx:pt>
          <cx:pt idx="1286">93219</cx:pt>
          <cx:pt idx="1287">93230</cx:pt>
          <cx:pt idx="1288">93262</cx:pt>
          <cx:pt idx="1289">93266</cx:pt>
          <cx:pt idx="1290">93315</cx:pt>
          <cx:pt idx="1291">93315</cx:pt>
          <cx:pt idx="1292">93315</cx:pt>
          <cx:pt idx="1293">93315</cx:pt>
          <cx:pt idx="1294">93315</cx:pt>
          <cx:pt idx="1295">93315</cx:pt>
          <cx:pt idx="1296">93317</cx:pt>
          <cx:pt idx="1297">93325</cx:pt>
          <cx:pt idx="1298">93326</cx:pt>
          <cx:pt idx="1299">93327</cx:pt>
          <cx:pt idx="1300">93331</cx:pt>
          <cx:pt idx="1301">93333</cx:pt>
          <cx:pt idx="1302">93333</cx:pt>
          <cx:pt idx="1303">93334</cx:pt>
          <cx:pt idx="1304">93341</cx:pt>
          <cx:pt idx="1305">93345</cx:pt>
          <cx:pt idx="1306">93346</cx:pt>
          <cx:pt idx="1307">93404</cx:pt>
          <cx:pt idx="1308">93456</cx:pt>
          <cx:pt idx="1309">93499</cx:pt>
          <cx:pt idx="1310">93560</cx:pt>
          <cx:pt idx="1311">93578</cx:pt>
          <cx:pt idx="1312">93593</cx:pt>
          <cx:pt idx="1313">93616</cx:pt>
          <cx:pt idx="1314">93670</cx:pt>
          <cx:pt idx="1315">93681</cx:pt>
          <cx:pt idx="1316">93681</cx:pt>
          <cx:pt idx="1317">93766</cx:pt>
          <cx:pt idx="1318">93811</cx:pt>
          <cx:pt idx="1319">93825</cx:pt>
          <cx:pt idx="1320">93825</cx:pt>
          <cx:pt idx="1321">93858</cx:pt>
          <cx:pt idx="1322">93904</cx:pt>
          <cx:pt idx="1323">94016</cx:pt>
          <cx:pt idx="1324">94024</cx:pt>
          <cx:pt idx="1325">94075</cx:pt>
          <cx:pt idx="1326">94166</cx:pt>
          <cx:pt idx="1327">94170</cx:pt>
          <cx:pt idx="1328">94211</cx:pt>
          <cx:pt idx="1329">94233</cx:pt>
          <cx:pt idx="1330">94250</cx:pt>
          <cx:pt idx="1331">94252</cx:pt>
          <cx:pt idx="1332">94257</cx:pt>
          <cx:pt idx="1333">94331</cx:pt>
          <cx:pt idx="1334">94369</cx:pt>
          <cx:pt idx="1335">94369</cx:pt>
          <cx:pt idx="1336">94383</cx:pt>
          <cx:pt idx="1337">94389</cx:pt>
          <cx:pt idx="1338">94404</cx:pt>
          <cx:pt idx="1339">94447</cx:pt>
          <cx:pt idx="1340">94488</cx:pt>
          <cx:pt idx="1341">94566</cx:pt>
          <cx:pt idx="1342">94601</cx:pt>
          <cx:pt idx="1343">94607</cx:pt>
          <cx:pt idx="1344">94658</cx:pt>
          <cx:pt idx="1345">94710</cx:pt>
          <cx:pt idx="1346">94760</cx:pt>
          <cx:pt idx="1347">94763</cx:pt>
          <cx:pt idx="1348">94764</cx:pt>
          <cx:pt idx="1349">94803</cx:pt>
          <cx:pt idx="1350">94902</cx:pt>
          <cx:pt idx="1351">94916</cx:pt>
          <cx:pt idx="1352">94950</cx:pt>
          <cx:pt idx="1353">94991</cx:pt>
          <cx:pt idx="1354">95000</cx:pt>
          <cx:pt idx="1355">95000</cx:pt>
          <cx:pt idx="1356">95047</cx:pt>
          <cx:pt idx="1357">95050</cx:pt>
          <cx:pt idx="1358">95061</cx:pt>
          <cx:pt idx="1359">95083</cx:pt>
          <cx:pt idx="1360">95103</cx:pt>
          <cx:pt idx="1361">95183</cx:pt>
          <cx:pt idx="1362">95250</cx:pt>
          <cx:pt idx="1363">95263</cx:pt>
          <cx:pt idx="1364">95275</cx:pt>
          <cx:pt idx="1365">95328</cx:pt>
          <cx:pt idx="1366">95339</cx:pt>
          <cx:pt idx="1367">95348</cx:pt>
          <cx:pt idx="1368">95361</cx:pt>
          <cx:pt idx="1369">95391</cx:pt>
          <cx:pt idx="1370">95434</cx:pt>
          <cx:pt idx="1371">95451</cx:pt>
          <cx:pt idx="1372">95477</cx:pt>
          <cx:pt idx="1373">95499</cx:pt>
          <cx:pt idx="1374">95634</cx:pt>
          <cx:pt idx="1375">95634</cx:pt>
          <cx:pt idx="1376">95634</cx:pt>
          <cx:pt idx="1377">95657</cx:pt>
          <cx:pt idx="1378">95671</cx:pt>
          <cx:pt idx="1379">95693</cx:pt>
          <cx:pt idx="1380">95715</cx:pt>
          <cx:pt idx="1381">95736</cx:pt>
          <cx:pt idx="1382">95750</cx:pt>
          <cx:pt idx="1383">95862</cx:pt>
          <cx:pt idx="1384">95922</cx:pt>
          <cx:pt idx="1385">95924</cx:pt>
          <cx:pt idx="1386">95965</cx:pt>
          <cx:pt idx="1387">96012</cx:pt>
          <cx:pt idx="1388">96012</cx:pt>
          <cx:pt idx="1389">96022</cx:pt>
          <cx:pt idx="1390">96063</cx:pt>
          <cx:pt idx="1391">96106</cx:pt>
          <cx:pt idx="1392">96129</cx:pt>
          <cx:pt idx="1393">96141</cx:pt>
          <cx:pt idx="1394">96176</cx:pt>
          <cx:pt idx="1395">96216</cx:pt>
          <cx:pt idx="1396">96283</cx:pt>
          <cx:pt idx="1397">96283</cx:pt>
          <cx:pt idx="1398">96351</cx:pt>
          <cx:pt idx="1399">96422</cx:pt>
          <cx:pt idx="1400">96428</cx:pt>
          <cx:pt idx="1401">96466</cx:pt>
          <cx:pt idx="1402">96505</cx:pt>
          <cx:pt idx="1403">96533</cx:pt>
          <cx:pt idx="1404">96534</cx:pt>
          <cx:pt idx="1405">96534</cx:pt>
          <cx:pt idx="1406">96540</cx:pt>
          <cx:pt idx="1407">96615</cx:pt>
          <cx:pt idx="1408">96647</cx:pt>
          <cx:pt idx="1409">96658</cx:pt>
          <cx:pt idx="1410">96665</cx:pt>
          <cx:pt idx="1411">96666</cx:pt>
          <cx:pt idx="1412">96666</cx:pt>
          <cx:pt idx="1413">96666</cx:pt>
          <cx:pt idx="1414">96666</cx:pt>
          <cx:pt idx="1415">96666</cx:pt>
          <cx:pt idx="1416">96666</cx:pt>
          <cx:pt idx="1417">96666</cx:pt>
          <cx:pt idx="1418">96666</cx:pt>
          <cx:pt idx="1419">96666</cx:pt>
          <cx:pt idx="1420">96666</cx:pt>
          <cx:pt idx="1421">96666</cx:pt>
          <cx:pt idx="1422">96666</cx:pt>
          <cx:pt idx="1423">96666</cx:pt>
          <cx:pt idx="1424">96683</cx:pt>
          <cx:pt idx="1425">96717</cx:pt>
          <cx:pt idx="1426">96727</cx:pt>
          <cx:pt idx="1427">96750</cx:pt>
          <cx:pt idx="1428">96784</cx:pt>
          <cx:pt idx="1429">96800</cx:pt>
          <cx:pt idx="1430">96800</cx:pt>
          <cx:pt idx="1431">96800</cx:pt>
          <cx:pt idx="1432">96800</cx:pt>
          <cx:pt idx="1433">96800</cx:pt>
          <cx:pt idx="1434">96800</cx:pt>
          <cx:pt idx="1435">96800</cx:pt>
          <cx:pt idx="1436">96839</cx:pt>
          <cx:pt idx="1437">96870</cx:pt>
          <cx:pt idx="1438">97006</cx:pt>
          <cx:pt idx="1439">97020</cx:pt>
          <cx:pt idx="1440">97044</cx:pt>
          <cx:pt idx="1441">97074</cx:pt>
          <cx:pt idx="1442">97153</cx:pt>
          <cx:pt idx="1443">97186</cx:pt>
          <cx:pt idx="1444">97233</cx:pt>
          <cx:pt idx="1445">97234</cx:pt>
          <cx:pt idx="1446">97249</cx:pt>
          <cx:pt idx="1447">97281</cx:pt>
          <cx:pt idx="1448">97350</cx:pt>
          <cx:pt idx="1449">97361</cx:pt>
          <cx:pt idx="1450">97361</cx:pt>
          <cx:pt idx="1451">97361</cx:pt>
          <cx:pt idx="1452">97361</cx:pt>
          <cx:pt idx="1453">97361</cx:pt>
          <cx:pt idx="1454">97361</cx:pt>
          <cx:pt idx="1455">97370</cx:pt>
          <cx:pt idx="1456">97400</cx:pt>
          <cx:pt idx="1457">97416</cx:pt>
          <cx:pt idx="1458">97500</cx:pt>
          <cx:pt idx="1459">97527</cx:pt>
          <cx:pt idx="1460">97605</cx:pt>
          <cx:pt idx="1461">97606</cx:pt>
          <cx:pt idx="1462">97606</cx:pt>
          <cx:pt idx="1463">97632</cx:pt>
          <cx:pt idx="1464">97635</cx:pt>
          <cx:pt idx="1465">97652</cx:pt>
          <cx:pt idx="1466">97673</cx:pt>
          <cx:pt idx="1467">97678</cx:pt>
          <cx:pt idx="1468">97720</cx:pt>
          <cx:pt idx="1469">97728</cx:pt>
          <cx:pt idx="1470">97731</cx:pt>
          <cx:pt idx="1471">97731</cx:pt>
          <cx:pt idx="1472">97744</cx:pt>
          <cx:pt idx="1473">97841</cx:pt>
          <cx:pt idx="1474">97876</cx:pt>
          <cx:pt idx="1475">97923</cx:pt>
          <cx:pt idx="1476">98000</cx:pt>
          <cx:pt idx="1477">98009</cx:pt>
          <cx:pt idx="1478">98118</cx:pt>
          <cx:pt idx="1479">98175</cx:pt>
          <cx:pt idx="1480">98213</cx:pt>
          <cx:pt idx="1481">98261</cx:pt>
          <cx:pt idx="1482">98277</cx:pt>
          <cx:pt idx="1483">98278</cx:pt>
          <cx:pt idx="1484">98282</cx:pt>
          <cx:pt idx="1485">98282</cx:pt>
          <cx:pt idx="1486">98382</cx:pt>
          <cx:pt idx="1487">98483</cx:pt>
          <cx:pt idx="1488">98552</cx:pt>
          <cx:pt idx="1489">98569</cx:pt>
          <cx:pt idx="1490">98580</cx:pt>
          <cx:pt idx="1491">98583</cx:pt>
          <cx:pt idx="1492">98678</cx:pt>
          <cx:pt idx="1493">98684</cx:pt>
          <cx:pt idx="1494">98706</cx:pt>
          <cx:pt idx="1495">98733</cx:pt>
          <cx:pt idx="1496">98733</cx:pt>
          <cx:pt idx="1497">98758</cx:pt>
          <cx:pt idx="1498">98778</cx:pt>
          <cx:pt idx="1499">98800</cx:pt>
          <cx:pt idx="1500">98978</cx:pt>
          <cx:pt idx="1501">99000</cx:pt>
          <cx:pt idx="1502">99000</cx:pt>
          <cx:pt idx="1503">99009</cx:pt>
          <cx:pt idx="1504">99011</cx:pt>
          <cx:pt idx="1505">99013</cx:pt>
          <cx:pt idx="1506">99049</cx:pt>
          <cx:pt idx="1507">99132</cx:pt>
          <cx:pt idx="1508">99141</cx:pt>
          <cx:pt idx="1509">99150</cx:pt>
          <cx:pt idx="1510">99216</cx:pt>
          <cx:pt idx="1511">99244</cx:pt>
          <cx:pt idx="1512">99277</cx:pt>
          <cx:pt idx="1513">99325</cx:pt>
          <cx:pt idx="1514">99333</cx:pt>
          <cx:pt idx="1515">99334</cx:pt>
          <cx:pt idx="1516">99364</cx:pt>
          <cx:pt idx="1517">99366</cx:pt>
          <cx:pt idx="1518">99368</cx:pt>
          <cx:pt idx="1519">99369</cx:pt>
          <cx:pt idx="1520">99392</cx:pt>
          <cx:pt idx="1521">99455</cx:pt>
          <cx:pt idx="1522">99470</cx:pt>
          <cx:pt idx="1523">99498</cx:pt>
          <cx:pt idx="1524">99500</cx:pt>
          <cx:pt idx="1525">99511</cx:pt>
          <cx:pt idx="1526">99564</cx:pt>
          <cx:pt idx="1527">99564</cx:pt>
          <cx:pt idx="1528">99598</cx:pt>
          <cx:pt idx="1529">99622</cx:pt>
          <cx:pt idx="1530">99691</cx:pt>
          <cx:pt idx="1531">99691</cx:pt>
          <cx:pt idx="1532">99699</cx:pt>
          <cx:pt idx="1533">99702</cx:pt>
          <cx:pt idx="1534">99757</cx:pt>
          <cx:pt idx="1535">99761</cx:pt>
          <cx:pt idx="1536">99783</cx:pt>
          <cx:pt idx="1537">99833</cx:pt>
          <cx:pt idx="1538">99862</cx:pt>
          <cx:pt idx="1539">99881</cx:pt>
          <cx:pt idx="1540">99895</cx:pt>
          <cx:pt idx="1541">99908</cx:pt>
          <cx:pt idx="1542">99968</cx:pt>
          <cx:pt idx="1543">99972</cx:pt>
          <cx:pt idx="1544">99981</cx:pt>
          <cx:pt idx="1545">99985</cx:pt>
          <cx:pt idx="1546">99991</cx:pt>
          <cx:pt idx="1547">99991</cx:pt>
          <cx:pt idx="1548">99994</cx:pt>
          <cx:pt idx="1549">99996</cx:pt>
          <cx:pt idx="1550">99996</cx:pt>
          <cx:pt idx="1551">99996</cx:pt>
          <cx:pt idx="1552">99996</cx:pt>
          <cx:pt idx="1553">99996</cx:pt>
          <cx:pt idx="1554">99996</cx:pt>
          <cx:pt idx="1555">99997</cx:pt>
          <cx:pt idx="1556">99999</cx:pt>
          <cx:pt idx="1557">99999</cx:pt>
          <cx:pt idx="1558">99999</cx:pt>
          <cx:pt idx="1559">99999</cx:pt>
          <cx:pt idx="1560">99999</cx:pt>
          <cx:pt idx="1561">99999</cx:pt>
          <cx:pt idx="1562">100000</cx:pt>
          <cx:pt idx="1563">100000</cx:pt>
          <cx:pt idx="1564">100000</cx:pt>
          <cx:pt idx="1565">100000</cx:pt>
          <cx:pt idx="1566">100000</cx:pt>
          <cx:pt idx="1567">100000</cx:pt>
          <cx:pt idx="1568">100000</cx:pt>
          <cx:pt idx="1569">100000</cx:pt>
          <cx:pt idx="1570">100000</cx:pt>
          <cx:pt idx="1571">100000</cx:pt>
          <cx:pt idx="1572">100000</cx:pt>
          <cx:pt idx="1573">100000</cx:pt>
          <cx:pt idx="1574">100000</cx:pt>
          <cx:pt idx="1575">100000</cx:pt>
          <cx:pt idx="1576">100000</cx:pt>
          <cx:pt idx="1577">100000</cx:pt>
          <cx:pt idx="1578">100000</cx:pt>
          <cx:pt idx="1579">100000</cx:pt>
          <cx:pt idx="1580">100000</cx:pt>
          <cx:pt idx="1581">100000</cx:pt>
          <cx:pt idx="1582">100000</cx:pt>
          <cx:pt idx="1583">100000</cx:pt>
          <cx:pt idx="1584">100000</cx:pt>
          <cx:pt idx="1585">100000</cx:pt>
          <cx:pt idx="1586">100000</cx:pt>
          <cx:pt idx="1587">100000</cx:pt>
          <cx:pt idx="1588">100000</cx:pt>
          <cx:pt idx="1589">100000</cx:pt>
          <cx:pt idx="1590">100000</cx:pt>
          <cx:pt idx="1591">100000</cx:pt>
          <cx:pt idx="1592">100000</cx:pt>
          <cx:pt idx="1593">100000</cx:pt>
          <cx:pt idx="1594">100000</cx:pt>
          <cx:pt idx="1595">100000</cx:pt>
          <cx:pt idx="1596">100000</cx:pt>
          <cx:pt idx="1597">100000</cx:pt>
          <cx:pt idx="1598">100000</cx:pt>
          <cx:pt idx="1599">100000</cx:pt>
          <cx:pt idx="1600">100000</cx:pt>
          <cx:pt idx="1601">100000</cx:pt>
          <cx:pt idx="1602">100000</cx:pt>
          <cx:pt idx="1603">100000</cx:pt>
          <cx:pt idx="1604">100000</cx:pt>
          <cx:pt idx="1605">100000</cx:pt>
          <cx:pt idx="1606">100000</cx:pt>
          <cx:pt idx="1607">100000</cx:pt>
          <cx:pt idx="1608">100000</cx:pt>
          <cx:pt idx="1609">100000</cx:pt>
          <cx:pt idx="1610">100000</cx:pt>
          <cx:pt idx="1611">100000</cx:pt>
          <cx:pt idx="1612">100000</cx:pt>
          <cx:pt idx="1613">100000</cx:pt>
          <cx:pt idx="1614">100000</cx:pt>
          <cx:pt idx="1615">100008</cx:pt>
          <cx:pt idx="1616">100011</cx:pt>
          <cx:pt idx="1617">100067</cx:pt>
          <cx:pt idx="1618">100096</cx:pt>
          <cx:pt idx="1619">100106</cx:pt>
          <cx:pt idx="1620">100114</cx:pt>
          <cx:pt idx="1621">100125</cx:pt>
          <cx:pt idx="1622">100125</cx:pt>
          <cx:pt idx="1623">100133</cx:pt>
          <cx:pt idx="1624">100181</cx:pt>
          <cx:pt idx="1625">100181</cx:pt>
          <cx:pt idx="1626">100190</cx:pt>
          <cx:pt idx="1627">100221</cx:pt>
          <cx:pt idx="1628">100242</cx:pt>
          <cx:pt idx="1629">100250</cx:pt>
          <cx:pt idx="1630">100250</cx:pt>
          <cx:pt idx="1631">100254</cx:pt>
          <cx:pt idx="1632">100299</cx:pt>
          <cx:pt idx="1633">100300</cx:pt>
          <cx:pt idx="1634">100325</cx:pt>
          <cx:pt idx="1635">100356</cx:pt>
          <cx:pt idx="1636">100388</cx:pt>
          <cx:pt idx="1637">100452</cx:pt>
          <cx:pt idx="1638">100474</cx:pt>
          <cx:pt idx="1639">100487</cx:pt>
          <cx:pt idx="1640">100487</cx:pt>
          <cx:pt idx="1641">100487</cx:pt>
          <cx:pt idx="1642">100487</cx:pt>
          <cx:pt idx="1643">100575</cx:pt>
          <cx:pt idx="1644">100618</cx:pt>
          <cx:pt idx="1645">100625</cx:pt>
          <cx:pt idx="1646">100641</cx:pt>
          <cx:pt idx="1647">100715</cx:pt>
          <cx:pt idx="1648">100730</cx:pt>
          <cx:pt idx="1649">100741</cx:pt>
          <cx:pt idx="1650">100743</cx:pt>
          <cx:pt idx="1651">100746</cx:pt>
          <cx:pt idx="1652">100777</cx:pt>
          <cx:pt idx="1653">100801</cx:pt>
          <cx:pt idx="1654">100816</cx:pt>
          <cx:pt idx="1655">100829</cx:pt>
          <cx:pt idx="1656">100833</cx:pt>
          <cx:pt idx="1657">100833</cx:pt>
          <cx:pt idx="1658">100840</cx:pt>
          <cx:pt idx="1659">100844</cx:pt>
          <cx:pt idx="1660">100860</cx:pt>
          <cx:pt idx="1661">100883</cx:pt>
          <cx:pt idx="1662">100928</cx:pt>
          <cx:pt idx="1663">100928</cx:pt>
          <cx:pt idx="1664">100933</cx:pt>
          <cx:pt idx="1665">101000</cx:pt>
          <cx:pt idx="1666">101109</cx:pt>
          <cx:pt idx="1667">101126</cx:pt>
          <cx:pt idx="1668">101150</cx:pt>
          <cx:pt idx="1669">101150</cx:pt>
          <cx:pt idx="1670">101166</cx:pt>
          <cx:pt idx="1671">101170</cx:pt>
          <cx:pt idx="1672">101191</cx:pt>
          <cx:pt idx="1673">101250</cx:pt>
          <cx:pt idx="1674">101283</cx:pt>
          <cx:pt idx="1675">101304</cx:pt>
          <cx:pt idx="1676">101324</cx:pt>
          <cx:pt idx="1677">101352</cx:pt>
          <cx:pt idx="1678">101367</cx:pt>
          <cx:pt idx="1679">101422</cx:pt>
          <cx:pt idx="1680">101436</cx:pt>
          <cx:pt idx="1681">101485</cx:pt>
          <cx:pt idx="1682">101485</cx:pt>
          <cx:pt idx="1683">101506</cx:pt>
          <cx:pt idx="1684">101513</cx:pt>
          <cx:pt idx="1685">101550</cx:pt>
          <cx:pt idx="1686">101555</cx:pt>
          <cx:pt idx="1687">101583</cx:pt>
          <cx:pt idx="1688">101670</cx:pt>
          <cx:pt idx="1689">101707</cx:pt>
          <cx:pt idx="1690">101743</cx:pt>
          <cx:pt idx="1691">101750</cx:pt>
          <cx:pt idx="1692">101752</cx:pt>
          <cx:pt idx="1693">101867</cx:pt>
          <cx:pt idx="1694">101875</cx:pt>
          <cx:pt idx="1695">101916</cx:pt>
          <cx:pt idx="1696">101939</cx:pt>
          <cx:pt idx="1697">101946</cx:pt>
          <cx:pt idx="1698">101955</cx:pt>
          <cx:pt idx="1699">101974</cx:pt>
          <cx:pt idx="1700">102000</cx:pt>
          <cx:pt idx="1701">102009</cx:pt>
          <cx:pt idx="1702">102048</cx:pt>
          <cx:pt idx="1703">102065</cx:pt>
          <cx:pt idx="1704">102100</cx:pt>
          <cx:pt idx="1705">102109</cx:pt>
          <cx:pt idx="1706">102156</cx:pt>
          <cx:pt idx="1707">102156</cx:pt>
          <cx:pt idx="1708">102222</cx:pt>
          <cx:pt idx="1709">102246</cx:pt>
          <cx:pt idx="1710">102254</cx:pt>
          <cx:pt idx="1711">102271</cx:pt>
          <cx:pt idx="1712">102283</cx:pt>
          <cx:pt idx="1713">102297</cx:pt>
          <cx:pt idx="1714">102312</cx:pt>
          <cx:pt idx="1715">102312</cx:pt>
          <cx:pt idx="1716">102377</cx:pt>
          <cx:pt idx="1717">102400</cx:pt>
          <cx:pt idx="1718">102469</cx:pt>
          <cx:pt idx="1719">102469</cx:pt>
          <cx:pt idx="1720">102498</cx:pt>
          <cx:pt idx="1721">102551</cx:pt>
          <cx:pt idx="1722">102587</cx:pt>
          <cx:pt idx="1723">102587</cx:pt>
          <cx:pt idx="1724">102632</cx:pt>
          <cx:pt idx="1725">102670</cx:pt>
          <cx:pt idx="1726">102721</cx:pt>
          <cx:pt idx="1727">102721</cx:pt>
          <cx:pt idx="1728">102751</cx:pt>
          <cx:pt idx="1729">102810</cx:pt>
          <cx:pt idx="1730">102816</cx:pt>
          <cx:pt idx="1731">102857</cx:pt>
          <cx:pt idx="1732">102857</cx:pt>
          <cx:pt idx="1733">102857</cx:pt>
          <cx:pt idx="1734">102857</cx:pt>
          <cx:pt idx="1735">102857</cx:pt>
          <cx:pt idx="1736">102857</cx:pt>
          <cx:pt idx="1737">102857</cx:pt>
          <cx:pt idx="1738">102857</cx:pt>
          <cx:pt idx="1739">102857</cx:pt>
          <cx:pt idx="1740">102857</cx:pt>
          <cx:pt idx="1741">102857</cx:pt>
          <cx:pt idx="1742">102857</cx:pt>
          <cx:pt idx="1743">102857</cx:pt>
          <cx:pt idx="1744">102857</cx:pt>
          <cx:pt idx="1745">102857</cx:pt>
          <cx:pt idx="1746">102857</cx:pt>
          <cx:pt idx="1747">102857</cx:pt>
          <cx:pt idx="1748">102857</cx:pt>
          <cx:pt idx="1749">102857</cx:pt>
          <cx:pt idx="1750">102857</cx:pt>
          <cx:pt idx="1751">102857</cx:pt>
          <cx:pt idx="1752">102857</cx:pt>
          <cx:pt idx="1753">102857</cx:pt>
          <cx:pt idx="1754">102857</cx:pt>
          <cx:pt idx="1755">102857</cx:pt>
          <cx:pt idx="1756">102857</cx:pt>
          <cx:pt idx="1757">102857</cx:pt>
          <cx:pt idx="1758">102857</cx:pt>
          <cx:pt idx="1759">102857</cx:pt>
          <cx:pt idx="1760">102857</cx:pt>
          <cx:pt idx="1761">102857</cx:pt>
          <cx:pt idx="1762">102857</cx:pt>
          <cx:pt idx="1763">102857</cx:pt>
          <cx:pt idx="1764">102857</cx:pt>
          <cx:pt idx="1765">102857</cx:pt>
          <cx:pt idx="1766">102857</cx:pt>
          <cx:pt idx="1767">102857</cx:pt>
          <cx:pt idx="1768">102857</cx:pt>
          <cx:pt idx="1769">102857</cx:pt>
          <cx:pt idx="1770">102857</cx:pt>
          <cx:pt idx="1771">102857</cx:pt>
          <cx:pt idx="1772">102857</cx:pt>
          <cx:pt idx="1773">102857</cx:pt>
          <cx:pt idx="1774">102857</cx:pt>
          <cx:pt idx="1775">102857</cx:pt>
          <cx:pt idx="1776">102857</cx:pt>
          <cx:pt idx="1777">102857</cx:pt>
          <cx:pt idx="1778">102857</cx:pt>
          <cx:pt idx="1779">102857</cx:pt>
          <cx:pt idx="1780">102857</cx:pt>
          <cx:pt idx="1781">102857</cx:pt>
          <cx:pt idx="1782">102857</cx:pt>
          <cx:pt idx="1783">102857</cx:pt>
          <cx:pt idx="1784">102857</cx:pt>
          <cx:pt idx="1785">102857</cx:pt>
          <cx:pt idx="1786">102857</cx:pt>
          <cx:pt idx="1787">102857</cx:pt>
          <cx:pt idx="1788">102857</cx:pt>
          <cx:pt idx="1789">102857</cx:pt>
          <cx:pt idx="1790">102857</cx:pt>
          <cx:pt idx="1791">102857</cx:pt>
          <cx:pt idx="1792">102857</cx:pt>
          <cx:pt idx="1793">102857</cx:pt>
          <cx:pt idx="1794">102863</cx:pt>
          <cx:pt idx="1795">102865</cx:pt>
          <cx:pt idx="1796">102892</cx:pt>
          <cx:pt idx="1797">102923</cx:pt>
          <cx:pt idx="1798">102923</cx:pt>
          <cx:pt idx="1799">102923</cx:pt>
          <cx:pt idx="1800">102923</cx:pt>
          <cx:pt idx="1801">102923</cx:pt>
          <cx:pt idx="1802">102935</cx:pt>
          <cx:pt idx="1803">102940</cx:pt>
          <cx:pt idx="1804">102940</cx:pt>
          <cx:pt idx="1805">102940</cx:pt>
          <cx:pt idx="1806">102952</cx:pt>
          <cx:pt idx="1807">102973</cx:pt>
          <cx:pt idx="1808">102979</cx:pt>
          <cx:pt idx="1809">102984</cx:pt>
          <cx:pt idx="1810">102990</cx:pt>
          <cx:pt idx="1811">102990</cx:pt>
          <cx:pt idx="1812">102990</cx:pt>
          <cx:pt idx="1813">103007</cx:pt>
          <cx:pt idx="1814">103020</cx:pt>
          <cx:pt idx="1815">103023</cx:pt>
          <cx:pt idx="1816">103041</cx:pt>
          <cx:pt idx="1817">103050</cx:pt>
          <cx:pt idx="1818">103057</cx:pt>
          <cx:pt idx="1819">103071</cx:pt>
          <cx:pt idx="1820">103090</cx:pt>
          <cx:pt idx="1821">103090</cx:pt>
          <cx:pt idx="1822">103090</cx:pt>
          <cx:pt idx="1823">103118</cx:pt>
          <cx:pt idx="1824">103123</cx:pt>
          <cx:pt idx="1825">103190</cx:pt>
          <cx:pt idx="1826">103190</cx:pt>
          <cx:pt idx="1827">103190</cx:pt>
          <cx:pt idx="1828">103190</cx:pt>
          <cx:pt idx="1829">103190</cx:pt>
          <cx:pt idx="1830">103190</cx:pt>
          <cx:pt idx="1831">103201</cx:pt>
          <cx:pt idx="1832">103207</cx:pt>
          <cx:pt idx="1833">103207</cx:pt>
          <cx:pt idx="1834">103235</cx:pt>
          <cx:pt idx="1835">103243</cx:pt>
          <cx:pt idx="1836">103249</cx:pt>
          <cx:pt idx="1837">103257</cx:pt>
          <cx:pt idx="1838">103264</cx:pt>
          <cx:pt idx="1839">103266</cx:pt>
          <cx:pt idx="1840">103275</cx:pt>
          <cx:pt idx="1841">103289</cx:pt>
          <cx:pt idx="1842">103294</cx:pt>
          <cx:pt idx="1843">103309</cx:pt>
          <cx:pt idx="1844">103322</cx:pt>
          <cx:pt idx="1845">103323</cx:pt>
          <cx:pt idx="1846">103323</cx:pt>
          <cx:pt idx="1847">103331</cx:pt>
          <cx:pt idx="1848">103333</cx:pt>
          <cx:pt idx="1849">103334</cx:pt>
          <cx:pt idx="1850">103341</cx:pt>
          <cx:pt idx="1851">103350</cx:pt>
          <cx:pt idx="1852">103357</cx:pt>
          <cx:pt idx="1853">103360</cx:pt>
          <cx:pt idx="1854">103364</cx:pt>
          <cx:pt idx="1855">103376</cx:pt>
          <cx:pt idx="1856">103376</cx:pt>
          <cx:pt idx="1857">103387</cx:pt>
          <cx:pt idx="1858">103390</cx:pt>
          <cx:pt idx="1859">103407</cx:pt>
          <cx:pt idx="1860">103407</cx:pt>
          <cx:pt idx="1861">103420</cx:pt>
          <cx:pt idx="1862">103426</cx:pt>
          <cx:pt idx="1863">103440</cx:pt>
          <cx:pt idx="1864">103473</cx:pt>
          <cx:pt idx="1865">103476</cx:pt>
          <cx:pt idx="1866">103498</cx:pt>
          <cx:pt idx="1867">103498</cx:pt>
          <cx:pt idx="1868">103498</cx:pt>
          <cx:pt idx="1869">103498</cx:pt>
          <cx:pt idx="1870">103523</cx:pt>
          <cx:pt idx="1871">103523</cx:pt>
          <cx:pt idx="1872">103523</cx:pt>
          <cx:pt idx="1873">103530</cx:pt>
          <cx:pt idx="1874">103540</cx:pt>
          <cx:pt idx="1875">103550</cx:pt>
          <cx:pt idx="1876">103557</cx:pt>
          <cx:pt idx="1877">103567</cx:pt>
          <cx:pt idx="1878">103590</cx:pt>
          <cx:pt idx="1879">103607</cx:pt>
          <cx:pt idx="1880">103620</cx:pt>
          <cx:pt idx="1881">103623</cx:pt>
          <cx:pt idx="1882">103635</cx:pt>
          <cx:pt idx="1883">103651</cx:pt>
          <cx:pt idx="1884">103652</cx:pt>
          <cx:pt idx="1885">103652</cx:pt>
          <cx:pt idx="1886">103690</cx:pt>
          <cx:pt idx="1887">103690</cx:pt>
          <cx:pt idx="1888">103690</cx:pt>
          <cx:pt idx="1889">103690</cx:pt>
          <cx:pt idx="1890">103690</cx:pt>
          <cx:pt idx="1891">103690</cx:pt>
          <cx:pt idx="1892">103690</cx:pt>
          <cx:pt idx="1893">103718</cx:pt>
          <cx:pt idx="1894">103723</cx:pt>
          <cx:pt idx="1895">103773</cx:pt>
          <cx:pt idx="1896">103780</cx:pt>
          <cx:pt idx="1897">103838</cx:pt>
          <cx:pt idx="1898">103853</cx:pt>
          <cx:pt idx="1899">103857</cx:pt>
          <cx:pt idx="1900">103870</cx:pt>
          <cx:pt idx="1901">103886</cx:pt>
          <cx:pt idx="1902">103895</cx:pt>
          <cx:pt idx="1903">103899</cx:pt>
          <cx:pt idx="1904">103899</cx:pt>
          <cx:pt idx="1905">103906</cx:pt>
          <cx:pt idx="1906">103940</cx:pt>
          <cx:pt idx="1907">103940</cx:pt>
          <cx:pt idx="1908">103940</cx:pt>
          <cx:pt idx="1909">103946</cx:pt>
          <cx:pt idx="1910">103990</cx:pt>
          <cx:pt idx="1911">104000</cx:pt>
          <cx:pt idx="1912">104016</cx:pt>
          <cx:pt idx="1913">104023</cx:pt>
          <cx:pt idx="1914">104023</cx:pt>
          <cx:pt idx="1915">104027</cx:pt>
          <cx:pt idx="1916">104040</cx:pt>
          <cx:pt idx="1917">104079</cx:pt>
          <cx:pt idx="1918">104090</cx:pt>
          <cx:pt idx="1919">104140</cx:pt>
          <cx:pt idx="1920">104140</cx:pt>
          <cx:pt idx="1921">104157</cx:pt>
          <cx:pt idx="1922">104183</cx:pt>
          <cx:pt idx="1923">104190</cx:pt>
          <cx:pt idx="1924">104207</cx:pt>
          <cx:pt idx="1925">104223</cx:pt>
          <cx:pt idx="1926">104227</cx:pt>
          <cx:pt idx="1927">104273</cx:pt>
          <cx:pt idx="1928">104290</cx:pt>
          <cx:pt idx="1929">104314</cx:pt>
          <cx:pt idx="1930">104323</cx:pt>
          <cx:pt idx="1931">104328</cx:pt>
          <cx:pt idx="1932">104338</cx:pt>
          <cx:pt idx="1933">104339</cx:pt>
          <cx:pt idx="1934">104340</cx:pt>
          <cx:pt idx="1935">104353</cx:pt>
          <cx:pt idx="1936">104357</cx:pt>
          <cx:pt idx="1937">104373</cx:pt>
          <cx:pt idx="1938">104373</cx:pt>
          <cx:pt idx="1939">104423</cx:pt>
          <cx:pt idx="1940">104423</cx:pt>
          <cx:pt idx="1941">104459</cx:pt>
          <cx:pt idx="1942">104463</cx:pt>
          <cx:pt idx="1943">104465</cx:pt>
          <cx:pt idx="1944">104484</cx:pt>
          <cx:pt idx="1945">104484</cx:pt>
          <cx:pt idx="1946">104489</cx:pt>
          <cx:pt idx="1947">104520</cx:pt>
          <cx:pt idx="1948">104523</cx:pt>
          <cx:pt idx="1949">104523</cx:pt>
          <cx:pt idx="1950">104607</cx:pt>
          <cx:pt idx="1951">104617</cx:pt>
          <cx:pt idx="1952">104673</cx:pt>
          <cx:pt idx="1953">104685</cx:pt>
          <cx:pt idx="1954">104690</cx:pt>
          <cx:pt idx="1955">104723</cx:pt>
          <cx:pt idx="1956">104730</cx:pt>
          <cx:pt idx="1957">104740</cx:pt>
          <cx:pt idx="1958">104768</cx:pt>
          <cx:pt idx="1959">104783</cx:pt>
          <cx:pt idx="1960">104788</cx:pt>
          <cx:pt idx="1961">104795</cx:pt>
          <cx:pt idx="1962">104807</cx:pt>
          <cx:pt idx="1963">104823</cx:pt>
          <cx:pt idx="1964">104845</cx:pt>
          <cx:pt idx="1965">104846</cx:pt>
          <cx:pt idx="1966">104853</cx:pt>
          <cx:pt idx="1967">104857</cx:pt>
          <cx:pt idx="1968">104890</cx:pt>
          <cx:pt idx="1969">104956</cx:pt>
          <cx:pt idx="1970">104957</cx:pt>
          <cx:pt idx="1971">105000</cx:pt>
          <cx:pt idx="1972">105037</cx:pt>
          <cx:pt idx="1973">105073</cx:pt>
          <cx:pt idx="1974">105119</cx:pt>
          <cx:pt idx="1975">105124</cx:pt>
          <cx:pt idx="1976">105139</cx:pt>
          <cx:pt idx="1977">105157</cx:pt>
          <cx:pt idx="1978">105168</cx:pt>
          <cx:pt idx="1979">105177</cx:pt>
          <cx:pt idx="1980">105190</cx:pt>
          <cx:pt idx="1981">105190</cx:pt>
          <cx:pt idx="1982">105190</cx:pt>
          <cx:pt idx="1983">105221</cx:pt>
          <cx:pt idx="1984">105232</cx:pt>
          <cx:pt idx="1985">105238</cx:pt>
          <cx:pt idx="1986">105238</cx:pt>
          <cx:pt idx="1987">105238</cx:pt>
          <cx:pt idx="1988">105238</cx:pt>
          <cx:pt idx="1989">105273</cx:pt>
          <cx:pt idx="1990">105317</cx:pt>
          <cx:pt idx="1991">105327</cx:pt>
          <cx:pt idx="1992">105338</cx:pt>
          <cx:pt idx="1993">105390</cx:pt>
          <cx:pt idx="1994">105407</cx:pt>
          <cx:pt idx="1995">105444</cx:pt>
          <cx:pt idx="1996">105467</cx:pt>
          <cx:pt idx="1997">105467</cx:pt>
          <cx:pt idx="1998">105498</cx:pt>
          <cx:pt idx="1999">105499</cx:pt>
          <cx:pt idx="2000">105499</cx:pt>
          <cx:pt idx="2001">105499</cx:pt>
          <cx:pt idx="2002">105499</cx:pt>
          <cx:pt idx="2003">105598</cx:pt>
          <cx:pt idx="2004">105606</cx:pt>
          <cx:pt idx="2005">105607</cx:pt>
          <cx:pt idx="2006">105620</cx:pt>
          <cx:pt idx="2007">105630</cx:pt>
          <cx:pt idx="2008">105651</cx:pt>
          <cx:pt idx="2009">105668</cx:pt>
          <cx:pt idx="2010">105673</cx:pt>
          <cx:pt idx="2011">105690</cx:pt>
          <cx:pt idx="2012">105745</cx:pt>
          <cx:pt idx="2013">105750</cx:pt>
          <cx:pt idx="2014">105766</cx:pt>
          <cx:pt idx="2015">105790</cx:pt>
          <cx:pt idx="2016">105807</cx:pt>
          <cx:pt idx="2017">105819</cx:pt>
          <cx:pt idx="2018">105833</cx:pt>
          <cx:pt idx="2019">105857</cx:pt>
          <cx:pt idx="2020">105906</cx:pt>
          <cx:pt idx="2021">105907</cx:pt>
          <cx:pt idx="2022">105950</cx:pt>
          <cx:pt idx="2023">105977</cx:pt>
          <cx:pt idx="2024">105990</cx:pt>
          <cx:pt idx="2025">105990</cx:pt>
          <cx:pt idx="2026">106000</cx:pt>
          <cx:pt idx="2027">106027</cx:pt>
          <cx:pt idx="2028">106029</cx:pt>
          <cx:pt idx="2029">106030</cx:pt>
          <cx:pt idx="2030">106066</cx:pt>
          <cx:pt idx="2031">106107</cx:pt>
          <cx:pt idx="2032">106140</cx:pt>
          <cx:pt idx="2033">106170</cx:pt>
          <cx:pt idx="2034">106174</cx:pt>
          <cx:pt idx="2035">106190</cx:pt>
          <cx:pt idx="2036">106190</cx:pt>
          <cx:pt idx="2037">106190</cx:pt>
          <cx:pt idx="2038">106198</cx:pt>
          <cx:pt idx="2039">106250</cx:pt>
          <cx:pt idx="2040">106325</cx:pt>
          <cx:pt idx="2041">106330</cx:pt>
          <cx:pt idx="2042">106333</cx:pt>
          <cx:pt idx="2043">106390</cx:pt>
          <cx:pt idx="2044">106400</cx:pt>
          <cx:pt idx="2045">106473</cx:pt>
          <cx:pt idx="2046">106490</cx:pt>
          <cx:pt idx="2047">106521</cx:pt>
          <cx:pt idx="2048">106544</cx:pt>
          <cx:pt idx="2049">106573</cx:pt>
          <cx:pt idx="2050">106599</cx:pt>
          <cx:pt idx="2051">106607</cx:pt>
          <cx:pt idx="2052">106622</cx:pt>
          <cx:pt idx="2053">106664</cx:pt>
          <cx:pt idx="2054">106664</cx:pt>
          <cx:pt idx="2055">106664</cx:pt>
          <cx:pt idx="2056">106664</cx:pt>
          <cx:pt idx="2057">106664</cx:pt>
          <cx:pt idx="2058">106664</cx:pt>
          <cx:pt idx="2059">106665</cx:pt>
          <cx:pt idx="2060">106666</cx:pt>
          <cx:pt idx="2061">106667</cx:pt>
          <cx:pt idx="2062">106668</cx:pt>
          <cx:pt idx="2063">106669</cx:pt>
          <cx:pt idx="2064">106674</cx:pt>
          <cx:pt idx="2065">106689</cx:pt>
          <cx:pt idx="2066">106703</cx:pt>
          <cx:pt idx="2067">106723</cx:pt>
          <cx:pt idx="2068">106733</cx:pt>
          <cx:pt idx="2069">106733</cx:pt>
          <cx:pt idx="2070">106740</cx:pt>
          <cx:pt idx="2071">106783</cx:pt>
          <cx:pt idx="2072">106796</cx:pt>
          <cx:pt idx="2073">106800</cx:pt>
          <cx:pt idx="2074">106833</cx:pt>
          <cx:pt idx="2075">106857</cx:pt>
          <cx:pt idx="2076">106866</cx:pt>
          <cx:pt idx="2077">106887</cx:pt>
          <cx:pt idx="2078">106890</cx:pt>
          <cx:pt idx="2079">106890</cx:pt>
          <cx:pt idx="2080">106895</cx:pt>
          <cx:pt idx="2081">106904</cx:pt>
          <cx:pt idx="2082">106915</cx:pt>
          <cx:pt idx="2083">106950</cx:pt>
          <cx:pt idx="2084">106957</cx:pt>
          <cx:pt idx="2085">106976</cx:pt>
          <cx:pt idx="2086">107000</cx:pt>
          <cx:pt idx="2087">107000</cx:pt>
          <cx:pt idx="2088">107009</cx:pt>
          <cx:pt idx="2089">107020</cx:pt>
          <cx:pt idx="2090">107023</cx:pt>
          <cx:pt idx="2091">107072</cx:pt>
          <cx:pt idx="2092">107085</cx:pt>
          <cx:pt idx="2093">107090</cx:pt>
          <cx:pt idx="2094">107111</cx:pt>
          <cx:pt idx="2095">107189</cx:pt>
          <cx:pt idx="2096">107197</cx:pt>
          <cx:pt idx="2097">107207</cx:pt>
          <cx:pt idx="2098">107210</cx:pt>
          <cx:pt idx="2099">107233</cx:pt>
          <cx:pt idx="2100">107234</cx:pt>
          <cx:pt idx="2101">107308</cx:pt>
          <cx:pt idx="2102">107311</cx:pt>
          <cx:pt idx="2103">107333</cx:pt>
          <cx:pt idx="2104">107340</cx:pt>
          <cx:pt idx="2105">107349</cx:pt>
          <cx:pt idx="2106">107386</cx:pt>
          <cx:pt idx="2107">107441</cx:pt>
          <cx:pt idx="2108">107473</cx:pt>
          <cx:pt idx="2109">107493</cx:pt>
          <cx:pt idx="2110">107522</cx:pt>
          <cx:pt idx="2111">107607</cx:pt>
          <cx:pt idx="2112">107624</cx:pt>
          <cx:pt idx="2113">107649</cx:pt>
          <cx:pt idx="2114">107653</cx:pt>
          <cx:pt idx="2115">107683</cx:pt>
          <cx:pt idx="2116">107701</cx:pt>
          <cx:pt idx="2117">107762</cx:pt>
          <cx:pt idx="2118">107809</cx:pt>
          <cx:pt idx="2119">107840</cx:pt>
          <cx:pt idx="2120">107840</cx:pt>
          <cx:pt idx="2121">107880</cx:pt>
          <cx:pt idx="2122">107916</cx:pt>
          <cx:pt idx="2123">107938</cx:pt>
          <cx:pt idx="2124">107948</cx:pt>
          <cx:pt idx="2125">107957</cx:pt>
          <cx:pt idx="2126">107957</cx:pt>
          <cx:pt idx="2127">108031</cx:pt>
          <cx:pt idx="2128">108057</cx:pt>
          <cx:pt idx="2129">108077</cx:pt>
          <cx:pt idx="2130">108085</cx:pt>
          <cx:pt idx="2131">108090</cx:pt>
          <cx:pt idx="2132">108110</cx:pt>
          <cx:pt idx="2133">108113</cx:pt>
          <cx:pt idx="2134">108157</cx:pt>
          <cx:pt idx="2135">108190</cx:pt>
          <cx:pt idx="2136">108216</cx:pt>
          <cx:pt idx="2137">108217</cx:pt>
          <cx:pt idx="2138">108266</cx:pt>
          <cx:pt idx="2139">108273</cx:pt>
          <cx:pt idx="2140">108333</cx:pt>
          <cx:pt idx="2141">108333</cx:pt>
          <cx:pt idx="2142">108333</cx:pt>
          <cx:pt idx="2143">108355</cx:pt>
          <cx:pt idx="2144">108396</cx:pt>
          <cx:pt idx="2145">108420</cx:pt>
          <cx:pt idx="2146">108440</cx:pt>
          <cx:pt idx="2147">108450</cx:pt>
          <cx:pt idx="2148">108457</cx:pt>
          <cx:pt idx="2149">108523</cx:pt>
          <cx:pt idx="2150">108547</cx:pt>
          <cx:pt idx="2151">108595</cx:pt>
          <cx:pt idx="2152">108604</cx:pt>
          <cx:pt idx="2153">108607</cx:pt>
          <cx:pt idx="2154">108610</cx:pt>
          <cx:pt idx="2155">108615</cx:pt>
          <cx:pt idx="2156">108617</cx:pt>
          <cx:pt idx="2157">108629</cx:pt>
          <cx:pt idx="2158">108690</cx:pt>
          <cx:pt idx="2159">108690</cx:pt>
          <cx:pt idx="2160">108690</cx:pt>
          <cx:pt idx="2161">108723</cx:pt>
          <cx:pt idx="2162">108757</cx:pt>
          <cx:pt idx="2163">108781</cx:pt>
          <cx:pt idx="2164">108786</cx:pt>
          <cx:pt idx="2165">108791</cx:pt>
          <cx:pt idx="2166">108813</cx:pt>
          <cx:pt idx="2167">108813</cx:pt>
          <cx:pt idx="2168">108825</cx:pt>
          <cx:pt idx="2169">108872</cx:pt>
          <cx:pt idx="2170">108900</cx:pt>
          <cx:pt idx="2171">108923</cx:pt>
          <cx:pt idx="2172">108933</cx:pt>
          <cx:pt idx="2173">108957</cx:pt>
          <cx:pt idx="2174">108969</cx:pt>
          <cx:pt idx="2175">108970</cx:pt>
          <cx:pt idx="2176">108976</cx:pt>
          <cx:pt idx="2177">109012</cx:pt>
          <cx:pt idx="2178">109020</cx:pt>
          <cx:pt idx="2179">109021</cx:pt>
          <cx:pt idx="2180">109030</cx:pt>
          <cx:pt idx="2181">109032</cx:pt>
          <cx:pt idx="2182">109090</cx:pt>
          <cx:pt idx="2183">109105</cx:pt>
          <cx:pt idx="2184">109170</cx:pt>
          <cx:pt idx="2185">109234</cx:pt>
          <cx:pt idx="2186">109252</cx:pt>
          <cx:pt idx="2187">109266</cx:pt>
          <cx:pt idx="2188">109307</cx:pt>
          <cx:pt idx="2189">109399</cx:pt>
          <cx:pt idx="2190">109408</cx:pt>
          <cx:pt idx="2191">109408</cx:pt>
          <cx:pt idx="2192">109440</cx:pt>
          <cx:pt idx="2193">109463</cx:pt>
          <cx:pt idx="2194">109468</cx:pt>
          <cx:pt idx="2195">109523</cx:pt>
          <cx:pt idx="2196">109535</cx:pt>
          <cx:pt idx="2197">109574</cx:pt>
          <cx:pt idx="2198">109587</cx:pt>
          <cx:pt idx="2199">109590</cx:pt>
          <cx:pt idx="2200">109621</cx:pt>
          <cx:pt idx="2201">109621</cx:pt>
          <cx:pt idx="2202">109623</cx:pt>
          <cx:pt idx="2203">109666</cx:pt>
          <cx:pt idx="2204">109666</cx:pt>
          <cx:pt idx="2205">109688</cx:pt>
          <cx:pt idx="2206">109690</cx:pt>
          <cx:pt idx="2207">109727</cx:pt>
          <cx:pt idx="2208">109793</cx:pt>
          <cx:pt idx="2209">109796</cx:pt>
          <cx:pt idx="2210">109846</cx:pt>
          <cx:pt idx="2211">109857</cx:pt>
          <cx:pt idx="2212">109860</cx:pt>
          <cx:pt idx="2213">109912</cx:pt>
          <cx:pt idx="2214">109933</cx:pt>
          <cx:pt idx="2215">109936</cx:pt>
          <cx:pt idx="2216">109940</cx:pt>
          <cx:pt idx="2217">109979</cx:pt>
          <cx:pt idx="2218">110000</cx:pt>
          <cx:pt idx="2219">110000</cx:pt>
          <cx:pt idx="2220">110004</cx:pt>
          <cx:pt idx="2221">110004</cx:pt>
          <cx:pt idx="2222">110004</cx:pt>
          <cx:pt idx="2223">110012</cx:pt>
          <cx:pt idx="2224">110015</cx:pt>
          <cx:pt idx="2225">110016</cx:pt>
          <cx:pt idx="2226">110016</cx:pt>
          <cx:pt idx="2227">110029</cx:pt>
          <cx:pt idx="2228">110034</cx:pt>
          <cx:pt idx="2229">110040</cx:pt>
          <cx:pt idx="2230">110050</cx:pt>
          <cx:pt idx="2231">110057</cx:pt>
          <cx:pt idx="2232">110059</cx:pt>
          <cx:pt idx="2233">110066</cx:pt>
          <cx:pt idx="2234">110068</cx:pt>
          <cx:pt idx="2235">110108</cx:pt>
          <cx:pt idx="2236">110108</cx:pt>
          <cx:pt idx="2237">110124</cx:pt>
          <cx:pt idx="2238">110181</cx:pt>
          <cx:pt idx="2239">110206</cx:pt>
          <cx:pt idx="2240">110339</cx:pt>
          <cx:pt idx="2241">110362</cx:pt>
          <cx:pt idx="2242">110368</cx:pt>
          <cx:pt idx="2243">110383</cx:pt>
          <cx:pt idx="2244">110390</cx:pt>
          <cx:pt idx="2245">110400</cx:pt>
          <cx:pt idx="2246">110483</cx:pt>
          <cx:pt idx="2247">110502</cx:pt>
          <cx:pt idx="2248">110523</cx:pt>
          <cx:pt idx="2249">110582</cx:pt>
          <cx:pt idx="2250">110605</cx:pt>
          <cx:pt idx="2251">110639</cx:pt>
          <cx:pt idx="2252">110650</cx:pt>
          <cx:pt idx="2253">110687</cx:pt>
          <cx:pt idx="2254">110690</cx:pt>
          <cx:pt idx="2255">110690</cx:pt>
          <cx:pt idx="2256">110726</cx:pt>
          <cx:pt idx="2257">110740</cx:pt>
          <cx:pt idx="2258">110773</cx:pt>
          <cx:pt idx="2259">110792</cx:pt>
          <cx:pt idx="2260">110792</cx:pt>
          <cx:pt idx="2261">110819</cx:pt>
          <cx:pt idx="2262">110832</cx:pt>
          <cx:pt idx="2263">110833</cx:pt>
          <cx:pt idx="2264">110881</cx:pt>
          <cx:pt idx="2265">110897</cx:pt>
          <cx:pt idx="2266">110900</cx:pt>
          <cx:pt idx="2267">110900</cx:pt>
          <cx:pt idx="2268">110998</cx:pt>
          <cx:pt idx="2269">111171</cx:pt>
          <cx:pt idx="2270">111254</cx:pt>
          <cx:pt idx="2271">111266</cx:pt>
          <cx:pt idx="2272">111269</cx:pt>
          <cx:pt idx="2273">111319</cx:pt>
          <cx:pt idx="2274">111327</cx:pt>
          <cx:pt idx="2275">111335</cx:pt>
          <cx:pt idx="2276">111339</cx:pt>
          <cx:pt idx="2277">111390</cx:pt>
          <cx:pt idx="2278">111397</cx:pt>
          <cx:pt idx="2279">111458</cx:pt>
          <cx:pt idx="2280">111482</cx:pt>
          <cx:pt idx="2281">111600</cx:pt>
          <cx:pt idx="2282">111608</cx:pt>
          <cx:pt idx="2283">111619</cx:pt>
          <cx:pt idx="2284">111660</cx:pt>
          <cx:pt idx="2285">111666</cx:pt>
          <cx:pt idx="2286">111671</cx:pt>
          <cx:pt idx="2287">111672</cx:pt>
          <cx:pt idx="2288">111707</cx:pt>
          <cx:pt idx="2289">111720</cx:pt>
          <cx:pt idx="2290">111724</cx:pt>
          <cx:pt idx="2291">111728</cx:pt>
          <cx:pt idx="2292">111768</cx:pt>
          <cx:pt idx="2293">111781</cx:pt>
          <cx:pt idx="2294">111815</cx:pt>
          <cx:pt idx="2295">111821</cx:pt>
          <cx:pt idx="2296">111833</cx:pt>
          <cx:pt idx="2297">111858</cx:pt>
          <cx:pt idx="2298">111897</cx:pt>
          <cx:pt idx="2299">111973</cx:pt>
          <cx:pt idx="2300">111989</cx:pt>
          <cx:pt idx="2301">112060</cx:pt>
          <cx:pt idx="2302">112238</cx:pt>
          <cx:pt idx="2303">112282</cx:pt>
          <cx:pt idx="2304">112303</cx:pt>
          <cx:pt idx="2305">112304</cx:pt>
          <cx:pt idx="2306">112356</cx:pt>
          <cx:pt idx="2307">112379</cx:pt>
          <cx:pt idx="2308">112390</cx:pt>
          <cx:pt idx="2309">112390</cx:pt>
          <cx:pt idx="2310">112423</cx:pt>
          <cx:pt idx="2311">112432</cx:pt>
          <cx:pt idx="2312">112441</cx:pt>
          <cx:pt idx="2313">112468</cx:pt>
          <cx:pt idx="2314">112479</cx:pt>
          <cx:pt idx="2315">112507</cx:pt>
          <cx:pt idx="2316">112529</cx:pt>
          <cx:pt idx="2317">112633</cx:pt>
          <cx:pt idx="2318">112652</cx:pt>
          <cx:pt idx="2319">112690</cx:pt>
          <cx:pt idx="2320">112690</cx:pt>
          <cx:pt idx="2321">112701</cx:pt>
          <cx:pt idx="2322">112716</cx:pt>
          <cx:pt idx="2323">112765</cx:pt>
          <cx:pt idx="2324">112807</cx:pt>
          <cx:pt idx="2325">112832</cx:pt>
          <cx:pt idx="2326">112857</cx:pt>
          <cx:pt idx="2327">112858</cx:pt>
          <cx:pt idx="2328">112869</cx:pt>
          <cx:pt idx="2329">112887</cx:pt>
          <cx:pt idx="2330">112939</cx:pt>
          <cx:pt idx="2331">112943</cx:pt>
          <cx:pt idx="2332">112963</cx:pt>
          <cx:pt idx="2333">112987</cx:pt>
          <cx:pt idx="2334">113023</cx:pt>
          <cx:pt idx="2335">113057</cx:pt>
          <cx:pt idx="2336">113088</cx:pt>
          <cx:pt idx="2337">113156</cx:pt>
          <cx:pt idx="2338">113200</cx:pt>
          <cx:pt idx="2339">113216</cx:pt>
          <cx:pt idx="2340">113216</cx:pt>
          <cx:pt idx="2341">113217</cx:pt>
          <cx:pt idx="2342">113238</cx:pt>
          <cx:pt idx="2343">113243</cx:pt>
          <cx:pt idx="2344">113298</cx:pt>
          <cx:pt idx="2345">113327</cx:pt>
          <cx:pt idx="2346">113327</cx:pt>
          <cx:pt idx="2347">113328</cx:pt>
          <cx:pt idx="2348">113333</cx:pt>
          <cx:pt idx="2349">113333</cx:pt>
          <cx:pt idx="2350">113339</cx:pt>
          <cx:pt idx="2351">113366</cx:pt>
          <cx:pt idx="2352">113373</cx:pt>
          <cx:pt idx="2353">113379</cx:pt>
          <cx:pt idx="2354">113414</cx:pt>
          <cx:pt idx="2355">113450</cx:pt>
          <cx:pt idx="2356">113513</cx:pt>
          <cx:pt idx="2357">113623</cx:pt>
          <cx:pt idx="2358">113712</cx:pt>
          <cx:pt idx="2359">113723</cx:pt>
          <cx:pt idx="2360">113822</cx:pt>
          <cx:pt idx="2361">113902</cx:pt>
          <cx:pt idx="2362">113926</cx:pt>
          <cx:pt idx="2363">113939</cx:pt>
          <cx:pt idx="2364">113990</cx:pt>
          <cx:pt idx="2365">113998</cx:pt>
          <cx:pt idx="2366">114023</cx:pt>
          <cx:pt idx="2367">114040</cx:pt>
          <cx:pt idx="2368">114049</cx:pt>
          <cx:pt idx="2369">114085</cx:pt>
          <cx:pt idx="2370">114100</cx:pt>
          <cx:pt idx="2371">114106</cx:pt>
          <cx:pt idx="2372">114118</cx:pt>
          <cx:pt idx="2373">114140</cx:pt>
          <cx:pt idx="2374">114190</cx:pt>
          <cx:pt idx="2375">114207</cx:pt>
          <cx:pt idx="2376">114241</cx:pt>
          <cx:pt idx="2377">114272</cx:pt>
          <cx:pt idx="2378">114290</cx:pt>
          <cx:pt idx="2379">114339</cx:pt>
          <cx:pt idx="2380">114340</cx:pt>
          <cx:pt idx="2381">114350</cx:pt>
          <cx:pt idx="2382">114353</cx:pt>
          <cx:pt idx="2383">114523</cx:pt>
          <cx:pt idx="2384">114638</cx:pt>
          <cx:pt idx="2385">114857</cx:pt>
          <cx:pt idx="2386">114860</cx:pt>
          <cx:pt idx="2387">114870</cx:pt>
          <cx:pt idx="2388">114973</cx:pt>
          <cx:pt idx="2389">114979</cx:pt>
          <cx:pt idx="2390">114983</cx:pt>
          <cx:pt idx="2391">115070</cx:pt>
          <cx:pt idx="2392">115141</cx:pt>
          <cx:pt idx="2393">115145</cx:pt>
          <cx:pt idx="2394">115175</cx:pt>
          <cx:pt idx="2395">115190</cx:pt>
          <cx:pt idx="2396">115190</cx:pt>
          <cx:pt idx="2397">115191</cx:pt>
          <cx:pt idx="2398">115194</cx:pt>
          <cx:pt idx="2399">115210</cx:pt>
          <cx:pt idx="2400">115210</cx:pt>
          <cx:pt idx="2401">115313</cx:pt>
          <cx:pt idx="2402">115400</cx:pt>
          <cx:pt idx="2403">115411</cx:pt>
          <cx:pt idx="2404">115455</cx:pt>
          <cx:pt idx="2405">115597</cx:pt>
          <cx:pt idx="2406">115618</cx:pt>
          <cx:pt idx="2407">115642</cx:pt>
          <cx:pt idx="2408">115690</cx:pt>
          <cx:pt idx="2409">115741</cx:pt>
          <cx:pt idx="2410">115743</cx:pt>
          <cx:pt idx="2411">115743</cx:pt>
          <cx:pt idx="2412">115817</cx:pt>
          <cx:pt idx="2413">115827</cx:pt>
          <cx:pt idx="2414">115833</cx:pt>
          <cx:pt idx="2415">115838</cx:pt>
          <cx:pt idx="2416">115907</cx:pt>
          <cx:pt idx="2417">115908</cx:pt>
          <cx:pt idx="2418">115948</cx:pt>
          <cx:pt idx="2419">115955</cx:pt>
          <cx:pt idx="2420">115977</cx:pt>
          <cx:pt idx="2421">116003</cx:pt>
          <cx:pt idx="2422">116096</cx:pt>
          <cx:pt idx="2423">116140</cx:pt>
          <cx:pt idx="2424">116144</cx:pt>
          <cx:pt idx="2425">116157</cx:pt>
          <cx:pt idx="2426">116160</cx:pt>
          <cx:pt idx="2427">116176</cx:pt>
          <cx:pt idx="2428">116183</cx:pt>
          <cx:pt idx="2429">116217</cx:pt>
          <cx:pt idx="2430">116274</cx:pt>
          <cx:pt idx="2431">116297</cx:pt>
          <cx:pt idx="2432">116493</cx:pt>
          <cx:pt idx="2433">116496</cx:pt>
          <cx:pt idx="2434">116510</cx:pt>
          <cx:pt idx="2435">116540</cx:pt>
          <cx:pt idx="2436">116556</cx:pt>
          <cx:pt idx="2437">116575</cx:pt>
          <cx:pt idx="2438">116581</cx:pt>
          <cx:pt idx="2439">116590</cx:pt>
          <cx:pt idx="2440">116640</cx:pt>
          <cx:pt idx="2441">116648</cx:pt>
          <cx:pt idx="2442">116650</cx:pt>
          <cx:pt idx="2443">116657</cx:pt>
          <cx:pt idx="2444">116658</cx:pt>
          <cx:pt idx="2445">116664</cx:pt>
          <cx:pt idx="2446">116666</cx:pt>
          <cx:pt idx="2447">116666</cx:pt>
          <cx:pt idx="2448">116666</cx:pt>
          <cx:pt idx="2449">116669</cx:pt>
          <cx:pt idx="2450">116675</cx:pt>
          <cx:pt idx="2451">116677</cx:pt>
          <cx:pt idx="2452">116684</cx:pt>
          <cx:pt idx="2453">116684</cx:pt>
          <cx:pt idx="2454">116720</cx:pt>
          <cx:pt idx="2455">116729</cx:pt>
          <cx:pt idx="2456">116753</cx:pt>
          <cx:pt idx="2457">116779</cx:pt>
          <cx:pt idx="2458">116789</cx:pt>
          <cx:pt idx="2459">116790</cx:pt>
          <cx:pt idx="2460">116817</cx:pt>
          <cx:pt idx="2461">116817</cx:pt>
          <cx:pt idx="2462">116849</cx:pt>
          <cx:pt idx="2463">116863</cx:pt>
          <cx:pt idx="2464">116902</cx:pt>
          <cx:pt idx="2465">116910</cx:pt>
          <cx:pt idx="2466">116918</cx:pt>
          <cx:pt idx="2467">116952</cx:pt>
          <cx:pt idx="2468">116958</cx:pt>
          <cx:pt idx="2469">116958</cx:pt>
          <cx:pt idx="2470">116980</cx:pt>
          <cx:pt idx="2471">117012</cx:pt>
          <cx:pt idx="2472">117039</cx:pt>
          <cx:pt idx="2473">117040</cx:pt>
          <cx:pt idx="2474">117056</cx:pt>
          <cx:pt idx="2475">117057</cx:pt>
          <cx:pt idx="2476">117120</cx:pt>
          <cx:pt idx="2477">117120</cx:pt>
          <cx:pt idx="2478">117175</cx:pt>
          <cx:pt idx="2479">117192</cx:pt>
          <cx:pt idx="2480">117214</cx:pt>
          <cx:pt idx="2481">117263</cx:pt>
          <cx:pt idx="2482">117280</cx:pt>
          <cx:pt idx="2483">117323</cx:pt>
          <cx:pt idx="2484">117360</cx:pt>
          <cx:pt idx="2485">117428</cx:pt>
          <cx:pt idx="2486">117444</cx:pt>
          <cx:pt idx="2487">117449</cx:pt>
          <cx:pt idx="2488">117450</cx:pt>
          <cx:pt idx="2489">117466</cx:pt>
          <cx:pt idx="2490">117500</cx:pt>
          <cx:pt idx="2491">117502</cx:pt>
          <cx:pt idx="2492">117520</cx:pt>
          <cx:pt idx="2493">117611</cx:pt>
          <cx:pt idx="2494">117616</cx:pt>
          <cx:pt idx="2495">117627</cx:pt>
          <cx:pt idx="2496">117671</cx:pt>
          <cx:pt idx="2497">117690</cx:pt>
          <cx:pt idx="2498">117692</cx:pt>
          <cx:pt idx="2499">117732</cx:pt>
          <cx:pt idx="2500">117753</cx:pt>
          <cx:pt idx="2501">117809</cx:pt>
          <cx:pt idx="2502">117841</cx:pt>
          <cx:pt idx="2503">117874</cx:pt>
          <cx:pt idx="2504">117923</cx:pt>
          <cx:pt idx="2505">117928</cx:pt>
          <cx:pt idx="2506">118004</cx:pt>
          <cx:pt idx="2507">118011</cx:pt>
          <cx:pt idx="2508">118042</cx:pt>
          <cx:pt idx="2509">118066</cx:pt>
          <cx:pt idx="2510">118090</cx:pt>
          <cx:pt idx="2511">118177</cx:pt>
          <cx:pt idx="2512">118190</cx:pt>
          <cx:pt idx="2513">118332</cx:pt>
          <cx:pt idx="2514">118352</cx:pt>
          <cx:pt idx="2515">118399</cx:pt>
          <cx:pt idx="2516">118407</cx:pt>
          <cx:pt idx="2517">118473</cx:pt>
          <cx:pt idx="2518">118477</cx:pt>
          <cx:pt idx="2519">118480</cx:pt>
          <cx:pt idx="2520">118533</cx:pt>
          <cx:pt idx="2521">118585</cx:pt>
          <cx:pt idx="2522">118585</cx:pt>
          <cx:pt idx="2523">118600</cx:pt>
          <cx:pt idx="2524">118657</cx:pt>
          <cx:pt idx="2525">118657</cx:pt>
          <cx:pt idx="2526">118675</cx:pt>
          <cx:pt idx="2527">118690</cx:pt>
          <cx:pt idx="2528">118721</cx:pt>
          <cx:pt idx="2529">118723</cx:pt>
          <cx:pt idx="2530">118730</cx:pt>
          <cx:pt idx="2531">118819</cx:pt>
          <cx:pt idx="2532">118840</cx:pt>
          <cx:pt idx="2533">118856</cx:pt>
          <cx:pt idx="2534">118916</cx:pt>
          <cx:pt idx="2535">118986</cx:pt>
          <cx:pt idx="2536">119012</cx:pt>
          <cx:pt idx="2537">119043</cx:pt>
          <cx:pt idx="2538">119068</cx:pt>
          <cx:pt idx="2539">119106</cx:pt>
          <cx:pt idx="2540">119152</cx:pt>
          <cx:pt idx="2541">119168</cx:pt>
          <cx:pt idx="2542">119176</cx:pt>
          <cx:pt idx="2543">119176</cx:pt>
          <cx:pt idx="2544">119187</cx:pt>
          <cx:pt idx="2545">119190</cx:pt>
          <cx:pt idx="2546">119207</cx:pt>
          <cx:pt idx="2547">119207</cx:pt>
          <cx:pt idx="2548">119233</cx:pt>
          <cx:pt idx="2549">119242</cx:pt>
          <cx:pt idx="2550">119322</cx:pt>
          <cx:pt idx="2551">119333</cx:pt>
          <cx:pt idx="2552">119338</cx:pt>
          <cx:pt idx="2553">119341</cx:pt>
          <cx:pt idx="2554">119364</cx:pt>
          <cx:pt idx="2555">119377</cx:pt>
          <cx:pt idx="2556">119396</cx:pt>
          <cx:pt idx="2557">119454</cx:pt>
          <cx:pt idx="2558">119454</cx:pt>
          <cx:pt idx="2559">119457</cx:pt>
          <cx:pt idx="2560">119472</cx:pt>
          <cx:pt idx="2561">119500</cx:pt>
          <cx:pt idx="2562">119533</cx:pt>
          <cx:pt idx="2563">119594</cx:pt>
          <cx:pt idx="2564">119609</cx:pt>
          <cx:pt idx="2565">119651</cx:pt>
          <cx:pt idx="2566">119657</cx:pt>
          <cx:pt idx="2567">119673</cx:pt>
          <cx:pt idx="2568">119690</cx:pt>
          <cx:pt idx="2569">119708</cx:pt>
          <cx:pt idx="2570">119821</cx:pt>
          <cx:pt idx="2571">119824</cx:pt>
          <cx:pt idx="2572">119826</cx:pt>
          <cx:pt idx="2573">119839</cx:pt>
          <cx:pt idx="2574">119890</cx:pt>
          <cx:pt idx="2575">119895</cx:pt>
          <cx:pt idx="2576">119946</cx:pt>
          <cx:pt idx="2577">119974</cx:pt>
          <cx:pt idx="2578">119986</cx:pt>
          <cx:pt idx="2579">119998</cx:pt>
          <cx:pt idx="2580">120000</cx:pt>
          <cx:pt idx="2581">120000</cx:pt>
          <cx:pt idx="2582">120000</cx:pt>
          <cx:pt idx="2583">120000</cx:pt>
          <cx:pt idx="2584">120000</cx:pt>
          <cx:pt idx="2585">120000</cx:pt>
          <cx:pt idx="2586">120000</cx:pt>
          <cx:pt idx="2587">120000</cx:pt>
          <cx:pt idx="2588">120000</cx:pt>
          <cx:pt idx="2589">120000</cx:pt>
          <cx:pt idx="2590">120000</cx:pt>
          <cx:pt idx="2591">120000</cx:pt>
          <cx:pt idx="2592">120000</cx:pt>
          <cx:pt idx="2593">120000</cx:pt>
          <cx:pt idx="2594">120000</cx:pt>
          <cx:pt idx="2595">120000</cx:pt>
          <cx:pt idx="2596">120000</cx:pt>
          <cx:pt idx="2597">120009</cx:pt>
          <cx:pt idx="2598">120015</cx:pt>
          <cx:pt idx="2599">120025</cx:pt>
          <cx:pt idx="2600">120026</cx:pt>
          <cx:pt idx="2601">120044</cx:pt>
          <cx:pt idx="2602">120052</cx:pt>
          <cx:pt idx="2603">120057</cx:pt>
          <cx:pt idx="2604">120057</cx:pt>
          <cx:pt idx="2605">120059</cx:pt>
          <cx:pt idx="2606">120092</cx:pt>
          <cx:pt idx="2607">120096</cx:pt>
          <cx:pt idx="2608">120125</cx:pt>
          <cx:pt idx="2609">120132</cx:pt>
          <cx:pt idx="2610">120149</cx:pt>
          <cx:pt idx="2611">120152</cx:pt>
          <cx:pt idx="2612">120163</cx:pt>
          <cx:pt idx="2613">120194</cx:pt>
          <cx:pt idx="2614">120200</cx:pt>
          <cx:pt idx="2615">120275</cx:pt>
          <cx:pt idx="2616">120275</cx:pt>
          <cx:pt idx="2617">120312</cx:pt>
          <cx:pt idx="2618">120316</cx:pt>
          <cx:pt idx="2619">120391</cx:pt>
          <cx:pt idx="2620">120400</cx:pt>
          <cx:pt idx="2621">120433</cx:pt>
          <cx:pt idx="2622">120488</cx:pt>
          <cx:pt idx="2623">120573</cx:pt>
          <cx:pt idx="2624">120636</cx:pt>
          <cx:pt idx="2625">120657</cx:pt>
          <cx:pt idx="2626">120694</cx:pt>
          <cx:pt idx="2627">120718</cx:pt>
          <cx:pt idx="2628">120742</cx:pt>
          <cx:pt idx="2629">120815</cx:pt>
          <cx:pt idx="2630">120833</cx:pt>
          <cx:pt idx="2631">120853</cx:pt>
          <cx:pt idx="2632">120892</cx:pt>
          <cx:pt idx="2633">120902</cx:pt>
          <cx:pt idx="2634">120932</cx:pt>
          <cx:pt idx="2635">121000</cx:pt>
          <cx:pt idx="2636">121000</cx:pt>
          <cx:pt idx="2637">121062</cx:pt>
          <cx:pt idx="2638">121093</cx:pt>
          <cx:pt idx="2639">121138</cx:pt>
          <cx:pt idx="2640">121183</cx:pt>
          <cx:pt idx="2641">121190</cx:pt>
          <cx:pt idx="2642">121196</cx:pt>
          <cx:pt idx="2643">121250</cx:pt>
          <cx:pt idx="2644">121264</cx:pt>
          <cx:pt idx="2645">121326</cx:pt>
          <cx:pt idx="2646">121356</cx:pt>
          <cx:pt idx="2647">121372</cx:pt>
          <cx:pt idx="2648">121383</cx:pt>
          <cx:pt idx="2649">121416</cx:pt>
          <cx:pt idx="2650">121416</cx:pt>
          <cx:pt idx="2651">121435</cx:pt>
          <cx:pt idx="2652">121475</cx:pt>
          <cx:pt idx="2653">121583</cx:pt>
          <cx:pt idx="2654">121611</cx:pt>
          <cx:pt idx="2655">121611</cx:pt>
          <cx:pt idx="2656">121611</cx:pt>
          <cx:pt idx="2657">121625</cx:pt>
          <cx:pt idx="2658">121640</cx:pt>
          <cx:pt idx="2659">121649</cx:pt>
          <cx:pt idx="2660">121663</cx:pt>
          <cx:pt idx="2661">121666</cx:pt>
          <cx:pt idx="2662">121668</cx:pt>
          <cx:pt idx="2663">121698</cx:pt>
          <cx:pt idx="2664">121723</cx:pt>
          <cx:pt idx="2665">121771</cx:pt>
          <cx:pt idx="2666">121828</cx:pt>
          <cx:pt idx="2667">121840</cx:pt>
          <cx:pt idx="2668">121848</cx:pt>
          <cx:pt idx="2669">121848</cx:pt>
          <cx:pt idx="2670">121861</cx:pt>
          <cx:pt idx="2671">121871</cx:pt>
          <cx:pt idx="2672">121873</cx:pt>
          <cx:pt idx="2673">122032</cx:pt>
          <cx:pt idx="2674">122043</cx:pt>
          <cx:pt idx="2675">122058</cx:pt>
          <cx:pt idx="2676">122091</cx:pt>
          <cx:pt idx="2677">122154</cx:pt>
          <cx:pt idx="2678">122166</cx:pt>
          <cx:pt idx="2679">122190</cx:pt>
          <cx:pt idx="2680">122193</cx:pt>
          <cx:pt idx="2681">122219</cx:pt>
          <cx:pt idx="2682">122290</cx:pt>
          <cx:pt idx="2683">122306</cx:pt>
          <cx:pt idx="2684">122313</cx:pt>
          <cx:pt idx="2685">122333</cx:pt>
          <cx:pt idx="2686">122345</cx:pt>
          <cx:pt idx="2687">122366</cx:pt>
          <cx:pt idx="2688">122372</cx:pt>
          <cx:pt idx="2689">122407</cx:pt>
          <cx:pt idx="2690">122433</cx:pt>
          <cx:pt idx="2691">122444</cx:pt>
          <cx:pt idx="2692">122460</cx:pt>
          <cx:pt idx="2693">122484</cx:pt>
          <cx:pt idx="2694">122489</cx:pt>
          <cx:pt idx="2695">122489</cx:pt>
          <cx:pt idx="2696">122500</cx:pt>
          <cx:pt idx="2697">122523</cx:pt>
          <cx:pt idx="2698">122550</cx:pt>
          <cx:pt idx="2699">122611</cx:pt>
          <cx:pt idx="2700">122628</cx:pt>
          <cx:pt idx="2701">122667</cx:pt>
          <cx:pt idx="2702">122667</cx:pt>
          <cx:pt idx="2703">122675</cx:pt>
          <cx:pt idx="2704">122693</cx:pt>
          <cx:pt idx="2705">122701</cx:pt>
          <cx:pt idx="2706">122717</cx:pt>
          <cx:pt idx="2707">122758</cx:pt>
          <cx:pt idx="2708">122847</cx:pt>
          <cx:pt idx="2709">122867</cx:pt>
          <cx:pt idx="2710">122912</cx:pt>
          <cx:pt idx="2711">122921</cx:pt>
          <cx:pt idx="2712">122969</cx:pt>
          <cx:pt idx="2713">122969</cx:pt>
          <cx:pt idx="2714">122971</cx:pt>
          <cx:pt idx="2715">123000</cx:pt>
          <cx:pt idx="2716">123030</cx:pt>
          <cx:pt idx="2717">123037</cx:pt>
          <cx:pt idx="2718">123053</cx:pt>
          <cx:pt idx="2719">123111</cx:pt>
          <cx:pt idx="2720">123140</cx:pt>
          <cx:pt idx="2721">123148</cx:pt>
          <cx:pt idx="2722">123172</cx:pt>
          <cx:pt idx="2723">123315</cx:pt>
          <cx:pt idx="2724">123315</cx:pt>
          <cx:pt idx="2725">123315</cx:pt>
          <cx:pt idx="2726">123315</cx:pt>
          <cx:pt idx="2727">123315</cx:pt>
          <cx:pt idx="2728">123315</cx:pt>
          <cx:pt idx="2729">123315</cx:pt>
          <cx:pt idx="2730">123316</cx:pt>
          <cx:pt idx="2731">123316</cx:pt>
          <cx:pt idx="2732">123317</cx:pt>
          <cx:pt idx="2733">123325</cx:pt>
          <cx:pt idx="2734">123333</cx:pt>
          <cx:pt idx="2735">123333</cx:pt>
          <cx:pt idx="2736">123340</cx:pt>
          <cx:pt idx="2737">123340</cx:pt>
          <cx:pt idx="2738">123340</cx:pt>
          <cx:pt idx="2739">123340</cx:pt>
          <cx:pt idx="2740">123340</cx:pt>
          <cx:pt idx="2741">123340</cx:pt>
          <cx:pt idx="2742">123369</cx:pt>
          <cx:pt idx="2743">123400</cx:pt>
          <cx:pt idx="2744">123402</cx:pt>
          <cx:pt idx="2745">123418</cx:pt>
          <cx:pt idx="2746">123474</cx:pt>
          <cx:pt idx="2747">123484</cx:pt>
          <cx:pt idx="2748">123549</cx:pt>
          <cx:pt idx="2749">123552</cx:pt>
          <cx:pt idx="2750">123587</cx:pt>
          <cx:pt idx="2751">123623</cx:pt>
          <cx:pt idx="2752">123690</cx:pt>
          <cx:pt idx="2753">123706</cx:pt>
          <cx:pt idx="2754">123709</cx:pt>
          <cx:pt idx="2755">123722</cx:pt>
          <cx:pt idx="2756">123793</cx:pt>
          <cx:pt idx="2757">123803</cx:pt>
          <cx:pt idx="2758">123807</cx:pt>
          <cx:pt idx="2759">123814</cx:pt>
          <cx:pt idx="2760">123836</cx:pt>
          <cx:pt idx="2761">123891</cx:pt>
          <cx:pt idx="2762">123935</cx:pt>
          <cx:pt idx="2763">123941</cx:pt>
          <cx:pt idx="2764">123971</cx:pt>
          <cx:pt idx="2765">123990</cx:pt>
          <cx:pt idx="2766">124007</cx:pt>
          <cx:pt idx="2767">124007</cx:pt>
          <cx:pt idx="2768">124033</cx:pt>
          <cx:pt idx="2769">124061</cx:pt>
          <cx:pt idx="2770">124062</cx:pt>
          <cx:pt idx="2771">124072</cx:pt>
          <cx:pt idx="2772">124083</cx:pt>
          <cx:pt idx="2773">124096</cx:pt>
          <cx:pt idx="2774">124203</cx:pt>
          <cx:pt idx="2775">124343</cx:pt>
          <cx:pt idx="2776">124350</cx:pt>
          <cx:pt idx="2777">124363</cx:pt>
          <cx:pt idx="2778">124363</cx:pt>
          <cx:pt idx="2779">124394</cx:pt>
          <cx:pt idx="2780">124408</cx:pt>
          <cx:pt idx="2781">124551</cx:pt>
          <cx:pt idx="2782">124574</cx:pt>
          <cx:pt idx="2783">124614</cx:pt>
          <cx:pt idx="2784">124675</cx:pt>
          <cx:pt idx="2785">124681</cx:pt>
          <cx:pt idx="2786">124792</cx:pt>
          <cx:pt idx="2787">124792</cx:pt>
          <cx:pt idx="2788">124792</cx:pt>
          <cx:pt idx="2789">124792</cx:pt>
          <cx:pt idx="2790">124832</cx:pt>
          <cx:pt idx="2791">124856</cx:pt>
          <cx:pt idx="2792">124896</cx:pt>
          <cx:pt idx="2793">124988</cx:pt>
          <cx:pt idx="2794">125000</cx:pt>
          <cx:pt idx="2795">125000</cx:pt>
          <cx:pt idx="2796">125000</cx:pt>
          <cx:pt idx="2797">125000</cx:pt>
          <cx:pt idx="2798">125000</cx:pt>
          <cx:pt idx="2799">125000</cx:pt>
          <cx:pt idx="2800">125000</cx:pt>
          <cx:pt idx="2801">125000</cx:pt>
          <cx:pt idx="2802">125000</cx:pt>
          <cx:pt idx="2803">125000</cx:pt>
          <cx:pt idx="2804">125000</cx:pt>
          <cx:pt idx="2805">125000</cx:pt>
          <cx:pt idx="2806">125000</cx:pt>
          <cx:pt idx="2807">125000</cx:pt>
          <cx:pt idx="2808">125016</cx:pt>
          <cx:pt idx="2809">125063</cx:pt>
          <cx:pt idx="2810">125068</cx:pt>
          <cx:pt idx="2811">125099</cx:pt>
          <cx:pt idx="2812">125144</cx:pt>
          <cx:pt idx="2813">125149</cx:pt>
          <cx:pt idx="2814">125149</cx:pt>
          <cx:pt idx="2815">125149</cx:pt>
          <cx:pt idx="2816">125166</cx:pt>
          <cx:pt idx="2817">125176</cx:pt>
          <cx:pt idx="2818">125180</cx:pt>
          <cx:pt idx="2819">125181</cx:pt>
          <cx:pt idx="2820">125208</cx:pt>
          <cx:pt idx="2821">125208</cx:pt>
          <cx:pt idx="2822">125208</cx:pt>
          <cx:pt idx="2823">125208</cx:pt>
          <cx:pt idx="2824">125208</cx:pt>
          <cx:pt idx="2825">125208</cx:pt>
          <cx:pt idx="2826">125208</cx:pt>
          <cx:pt idx="2827">125208</cx:pt>
          <cx:pt idx="2828">125208</cx:pt>
          <cx:pt idx="2829">125215</cx:pt>
          <cx:pt idx="2830">125215</cx:pt>
          <cx:pt idx="2831">125265</cx:pt>
          <cx:pt idx="2832">125293</cx:pt>
          <cx:pt idx="2833">125293</cx:pt>
          <cx:pt idx="2834">125293</cx:pt>
          <cx:pt idx="2835">125293</cx:pt>
          <cx:pt idx="2836">125293</cx:pt>
          <cx:pt idx="2837">125293</cx:pt>
          <cx:pt idx="2838">125293</cx:pt>
          <cx:pt idx="2839">125293</cx:pt>
          <cx:pt idx="2840">125293</cx:pt>
          <cx:pt idx="2841">125293</cx:pt>
          <cx:pt idx="2842">125293</cx:pt>
          <cx:pt idx="2843">125293</cx:pt>
          <cx:pt idx="2844">125308</cx:pt>
          <cx:pt idx="2845">125334</cx:pt>
          <cx:pt idx="2846">125340</cx:pt>
          <cx:pt idx="2847">125343</cx:pt>
          <cx:pt idx="2848">125353</cx:pt>
          <cx:pt idx="2849">125382</cx:pt>
          <cx:pt idx="2850">125447</cx:pt>
          <cx:pt idx="2851">125454</cx:pt>
          <cx:pt idx="2852">125459</cx:pt>
          <cx:pt idx="2853">125463</cx:pt>
          <cx:pt idx="2854">125470</cx:pt>
          <cx:pt idx="2855">125484</cx:pt>
          <cx:pt idx="2856">125500</cx:pt>
          <cx:pt idx="2857">125500</cx:pt>
          <cx:pt idx="2858">125523</cx:pt>
          <cx:pt idx="2859">125600</cx:pt>
          <cx:pt idx="2860">125696</cx:pt>
          <cx:pt idx="2861">125702</cx:pt>
          <cx:pt idx="2862">125800</cx:pt>
          <cx:pt idx="2863">125833</cx:pt>
          <cx:pt idx="2864">125850</cx:pt>
          <cx:pt idx="2865">125876</cx:pt>
          <cx:pt idx="2866">125967</cx:pt>
          <cx:pt idx="2867">125976</cx:pt>
          <cx:pt idx="2868">126000</cx:pt>
          <cx:pt idx="2869">126018</cx:pt>
          <cx:pt idx="2870">126020</cx:pt>
          <cx:pt idx="2871">126033</cx:pt>
          <cx:pt idx="2872">126044</cx:pt>
          <cx:pt idx="2873">126051</cx:pt>
          <cx:pt idx="2874">126083</cx:pt>
          <cx:pt idx="2875">126172</cx:pt>
          <cx:pt idx="2876">126187</cx:pt>
          <cx:pt idx="2877">126224</cx:pt>
          <cx:pt idx="2878">126233</cx:pt>
          <cx:pt idx="2879">126280</cx:pt>
          <cx:pt idx="2880">126290</cx:pt>
          <cx:pt idx="2881">126327</cx:pt>
          <cx:pt idx="2882">126333</cx:pt>
          <cx:pt idx="2883">126345</cx:pt>
          <cx:pt idx="2884">126345</cx:pt>
          <cx:pt idx="2885">126378</cx:pt>
          <cx:pt idx="2886">126419</cx:pt>
          <cx:pt idx="2887">126445</cx:pt>
          <cx:pt idx="2888">126500</cx:pt>
          <cx:pt idx="2889">126504</cx:pt>
          <cx:pt idx="2890">126562</cx:pt>
          <cx:pt idx="2891">126606</cx:pt>
          <cx:pt idx="2892">126606</cx:pt>
          <cx:pt idx="2893">126620</cx:pt>
          <cx:pt idx="2894">126666</cx:pt>
          <cx:pt idx="2895">126666</cx:pt>
          <cx:pt idx="2896">126666</cx:pt>
          <cx:pt idx="2897">126666</cx:pt>
          <cx:pt idx="2898">126666</cx:pt>
          <cx:pt idx="2899">126666</cx:pt>
          <cx:pt idx="2900">126666</cx:pt>
          <cx:pt idx="2901">126668</cx:pt>
          <cx:pt idx="2902">126669</cx:pt>
          <cx:pt idx="2903">126676</cx:pt>
          <cx:pt idx="2904">126676</cx:pt>
          <cx:pt idx="2905">126715</cx:pt>
          <cx:pt idx="2906">126745</cx:pt>
          <cx:pt idx="2907">126756</cx:pt>
          <cx:pt idx="2908">126762</cx:pt>
          <cx:pt idx="2909">126778</cx:pt>
          <cx:pt idx="2910">126791</cx:pt>
          <cx:pt idx="2911">126806</cx:pt>
          <cx:pt idx="2912">126921</cx:pt>
          <cx:pt idx="2913">126956</cx:pt>
          <cx:pt idx="2914">126999</cx:pt>
          <cx:pt idx="2915">126999</cx:pt>
          <cx:pt idx="2916">126999</cx:pt>
          <cx:pt idx="2917">126999</cx:pt>
          <cx:pt idx="2918">126999</cx:pt>
          <cx:pt idx="2919">126999</cx:pt>
          <cx:pt idx="2920">127007</cx:pt>
          <cx:pt idx="2921">127008</cx:pt>
          <cx:pt idx="2922">127067</cx:pt>
          <cx:pt idx="2923">127100</cx:pt>
          <cx:pt idx="2924">127102</cx:pt>
          <cx:pt idx="2925">127124</cx:pt>
          <cx:pt idx="2926">127130</cx:pt>
          <cx:pt idx="2927">127153</cx:pt>
          <cx:pt idx="2928">127199</cx:pt>
          <cx:pt idx="2929">127199</cx:pt>
          <cx:pt idx="2930">127218</cx:pt>
          <cx:pt idx="2931">127255</cx:pt>
          <cx:pt idx="2932">127259</cx:pt>
          <cx:pt idx="2933">127264</cx:pt>
          <cx:pt idx="2934">127280</cx:pt>
          <cx:pt idx="2935">127288</cx:pt>
          <cx:pt idx="2936">127357</cx:pt>
          <cx:pt idx="2937">127386</cx:pt>
          <cx:pt idx="2938">127392</cx:pt>
          <cx:pt idx="2939">127392</cx:pt>
          <cx:pt idx="2940">127392</cx:pt>
          <cx:pt idx="2941">127392</cx:pt>
          <cx:pt idx="2942">127392</cx:pt>
          <cx:pt idx="2943">127392</cx:pt>
          <cx:pt idx="2944">127420</cx:pt>
          <cx:pt idx="2945">127451</cx:pt>
          <cx:pt idx="2946">127465</cx:pt>
          <cx:pt idx="2947">127521</cx:pt>
          <cx:pt idx="2948">127532</cx:pt>
          <cx:pt idx="2949">127549</cx:pt>
          <cx:pt idx="2950">127558</cx:pt>
          <cx:pt idx="2951">127579</cx:pt>
          <cx:pt idx="2952">127653</cx:pt>
          <cx:pt idx="2953">127690</cx:pt>
          <cx:pt idx="2954">127705</cx:pt>
          <cx:pt idx="2955">127715</cx:pt>
          <cx:pt idx="2956">127749</cx:pt>
          <cx:pt idx="2957">127757</cx:pt>
          <cx:pt idx="2958">127774</cx:pt>
          <cx:pt idx="2959">127776</cx:pt>
          <cx:pt idx="2960">127927</cx:pt>
          <cx:pt idx="2961">127985</cx:pt>
          <cx:pt idx="2962">128007</cx:pt>
          <cx:pt idx="2963">128065</cx:pt>
          <cx:pt idx="2964">128065</cx:pt>
          <cx:pt idx="2965">128065</cx:pt>
          <cx:pt idx="2966">128116</cx:pt>
          <cx:pt idx="2967">128139</cx:pt>
          <cx:pt idx="2968">128150</cx:pt>
          <cx:pt idx="2969">128311</cx:pt>
          <cx:pt idx="2970">128317</cx:pt>
          <cx:pt idx="2971">128350</cx:pt>
          <cx:pt idx="2972">128387</cx:pt>
          <cx:pt idx="2973">128460</cx:pt>
          <cx:pt idx="2974">128490</cx:pt>
          <cx:pt idx="2975">128490</cx:pt>
          <cx:pt idx="2976">128571</cx:pt>
          <cx:pt idx="2977">128571</cx:pt>
          <cx:pt idx="2978">128571</cx:pt>
          <cx:pt idx="2979">128666</cx:pt>
          <cx:pt idx="2980">128666</cx:pt>
          <cx:pt idx="2981">128691</cx:pt>
          <cx:pt idx="2982">128715</cx:pt>
          <cx:pt idx="2983">128776</cx:pt>
          <cx:pt idx="2984">128851</cx:pt>
          <cx:pt idx="2985">128887</cx:pt>
          <cx:pt idx="2986">128927</cx:pt>
          <cx:pt idx="2987">128932</cx:pt>
          <cx:pt idx="2988">128940</cx:pt>
          <cx:pt idx="2989">128953</cx:pt>
          <cx:pt idx="2990">129007</cx:pt>
          <cx:pt idx="2991">129050</cx:pt>
          <cx:pt idx="2992">129057</cx:pt>
          <cx:pt idx="2993">129076</cx:pt>
          <cx:pt idx="2994">129164</cx:pt>
          <cx:pt idx="2995">129175</cx:pt>
          <cx:pt idx="2996">129217</cx:pt>
          <cx:pt idx="2997">129262</cx:pt>
          <cx:pt idx="2998">129283</cx:pt>
          <cx:pt idx="2999">129316</cx:pt>
          <cx:pt idx="3000">129320</cx:pt>
          <cx:pt idx="3001">129333</cx:pt>
          <cx:pt idx="3002">129393</cx:pt>
          <cx:pt idx="3003">129484</cx:pt>
          <cx:pt idx="3004">129516</cx:pt>
          <cx:pt idx="3005">129546</cx:pt>
          <cx:pt idx="3006">129548</cx:pt>
          <cx:pt idx="3007">129549</cx:pt>
          <cx:pt idx="3008">129640</cx:pt>
          <cx:pt idx="3009">129722</cx:pt>
          <cx:pt idx="3010">129734</cx:pt>
          <cx:pt idx="3011">129740</cx:pt>
          <cx:pt idx="3012">129782</cx:pt>
          <cx:pt idx="3013">129849</cx:pt>
          <cx:pt idx="3014">129850</cx:pt>
          <cx:pt idx="3015">129885</cx:pt>
          <cx:pt idx="3016">129924</cx:pt>
          <cx:pt idx="3017">129925</cx:pt>
          <cx:pt idx="3018">129941</cx:pt>
          <cx:pt idx="3019">129972</cx:pt>
          <cx:pt idx="3020">129983</cx:pt>
          <cx:pt idx="3021">129988</cx:pt>
          <cx:pt idx="3022">129998</cx:pt>
          <cx:pt idx="3023">130000</cx:pt>
          <cx:pt idx="3024">130002</cx:pt>
          <cx:pt idx="3025">130005</cx:pt>
          <cx:pt idx="3026">130011</cx:pt>
          <cx:pt idx="3027">130023</cx:pt>
          <cx:pt idx="3028">130025</cx:pt>
          <cx:pt idx="3029">130031</cx:pt>
          <cx:pt idx="3030">130053</cx:pt>
          <cx:pt idx="3031">130099</cx:pt>
          <cx:pt idx="3032">130099</cx:pt>
          <cx:pt idx="3033">130115</cx:pt>
          <cx:pt idx="3034">130156</cx:pt>
          <cx:pt idx="3035">130222</cx:pt>
          <cx:pt idx="3036">130232</cx:pt>
          <cx:pt idx="3037">130271</cx:pt>
          <cx:pt idx="3038">130298</cx:pt>
          <cx:pt idx="3039">130309</cx:pt>
          <cx:pt idx="3040">130330</cx:pt>
          <cx:pt idx="3041">130339</cx:pt>
          <cx:pt idx="3042">130374</cx:pt>
          <cx:pt idx="3043">130390</cx:pt>
          <cx:pt idx="3044">130430</cx:pt>
          <cx:pt idx="3045">130434</cx:pt>
          <cx:pt idx="3046">130436</cx:pt>
          <cx:pt idx="3047">130437</cx:pt>
          <cx:pt idx="3048">130467</cx:pt>
          <cx:pt idx="3049">130477</cx:pt>
          <cx:pt idx="3050">130477</cx:pt>
          <cx:pt idx="3051">130569</cx:pt>
          <cx:pt idx="3052">130571</cx:pt>
          <cx:pt idx="3053">130580</cx:pt>
          <cx:pt idx="3054">130589</cx:pt>
          <cx:pt idx="3055">130624</cx:pt>
          <cx:pt idx="3056">130645</cx:pt>
          <cx:pt idx="3057">130805</cx:pt>
          <cx:pt idx="3058">130857</cx:pt>
          <cx:pt idx="3059">130873</cx:pt>
          <cx:pt idx="3060">131000</cx:pt>
          <cx:pt idx="3061">131154</cx:pt>
          <cx:pt idx="3062">131166</cx:pt>
          <cx:pt idx="3063">131201</cx:pt>
          <cx:pt idx="3064">131340</cx:pt>
          <cx:pt idx="3065">131384</cx:pt>
          <cx:pt idx="3066">131555</cx:pt>
          <cx:pt idx="3067">131595</cx:pt>
          <cx:pt idx="3068">131625</cx:pt>
          <cx:pt idx="3069">131661</cx:pt>
          <cx:pt idx="3070">131661</cx:pt>
          <cx:pt idx="3071">131663</cx:pt>
          <cx:pt idx="3072">131803</cx:pt>
          <cx:pt idx="3073">131929</cx:pt>
          <cx:pt idx="3074">132000</cx:pt>
          <cx:pt idx="3075">132067</cx:pt>
          <cx:pt idx="3076">132072</cx:pt>
          <cx:pt idx="3077">132150</cx:pt>
          <cx:pt idx="3078">132207</cx:pt>
          <cx:pt idx="3079">132262</cx:pt>
          <cx:pt idx="3080">132305</cx:pt>
          <cx:pt idx="3081">132333</cx:pt>
          <cx:pt idx="3082">132336</cx:pt>
          <cx:pt idx="3083">132377</cx:pt>
          <cx:pt idx="3084">132377</cx:pt>
          <cx:pt idx="3085">132377</cx:pt>
          <cx:pt idx="3086">132377</cx:pt>
          <cx:pt idx="3087">132450</cx:pt>
          <cx:pt idx="3088">132450</cx:pt>
          <cx:pt idx="3089">132482</cx:pt>
          <cx:pt idx="3090">132500</cx:pt>
          <cx:pt idx="3091">132552</cx:pt>
          <cx:pt idx="3092">132579</cx:pt>
          <cx:pt idx="3093">132580</cx:pt>
          <cx:pt idx="3094">132588</cx:pt>
          <cx:pt idx="3095">132639</cx:pt>
          <cx:pt idx="3096">132663</cx:pt>
          <cx:pt idx="3097">132747</cx:pt>
          <cx:pt idx="3098">132791</cx:pt>
          <cx:pt idx="3099">132808</cx:pt>
          <cx:pt idx="3100">132818</cx:pt>
          <cx:pt idx="3101">132825</cx:pt>
          <cx:pt idx="3102">132840</cx:pt>
          <cx:pt idx="3103">132860</cx:pt>
          <cx:pt idx="3104">132873</cx:pt>
          <cx:pt idx="3105">132920</cx:pt>
          <cx:pt idx="3106">132923</cx:pt>
          <cx:pt idx="3107">132950</cx:pt>
          <cx:pt idx="3108">132966</cx:pt>
          <cx:pt idx="3109">132968</cx:pt>
          <cx:pt idx="3110">132997</cx:pt>
          <cx:pt idx="3111">133028</cx:pt>
          <cx:pt idx="3112">133057</cx:pt>
          <cx:pt idx="3113">133063</cx:pt>
          <cx:pt idx="3114">133121</cx:pt>
          <cx:pt idx="3115">133143</cx:pt>
          <cx:pt idx="3116">133156</cx:pt>
          <cx:pt idx="3117">133224</cx:pt>
          <cx:pt idx="3118">133224</cx:pt>
          <cx:pt idx="3119">133247</cx:pt>
          <cx:pt idx="3120">133292</cx:pt>
          <cx:pt idx="3121">133300</cx:pt>
          <cx:pt idx="3122">133303</cx:pt>
          <cx:pt idx="3123">133305</cx:pt>
          <cx:pt idx="3124">133316</cx:pt>
          <cx:pt idx="3125">133316</cx:pt>
          <cx:pt idx="3126">133325</cx:pt>
          <cx:pt idx="3127">133325</cx:pt>
          <cx:pt idx="3128">133325</cx:pt>
          <cx:pt idx="3129">133325</cx:pt>
          <cx:pt idx="3130">133325</cx:pt>
          <cx:pt idx="3131">133325</cx:pt>
          <cx:pt idx="3132">133333</cx:pt>
          <cx:pt idx="3133">133333</cx:pt>
          <cx:pt idx="3134">133333</cx:pt>
          <cx:pt idx="3135">133333</cx:pt>
          <cx:pt idx="3136">133340</cx:pt>
          <cx:pt idx="3137">133414</cx:pt>
          <cx:pt idx="3138">133450</cx:pt>
          <cx:pt idx="3139">133471</cx:pt>
          <cx:pt idx="3140">133503</cx:pt>
          <cx:pt idx="3141">133503</cx:pt>
          <cx:pt idx="3142">133533</cx:pt>
          <cx:pt idx="3143">133552</cx:pt>
          <cx:pt idx="3144">133570</cx:pt>
          <cx:pt idx="3145">133590</cx:pt>
          <cx:pt idx="3146">133637</cx:pt>
          <cx:pt idx="3147">133651</cx:pt>
          <cx:pt idx="3148">133654</cx:pt>
          <cx:pt idx="3149">133655</cx:pt>
          <cx:pt idx="3150">133669</cx:pt>
          <cx:pt idx="3151">133783</cx:pt>
          <cx:pt idx="3152">133798</cx:pt>
          <cx:pt idx="3153">133830</cx:pt>
          <cx:pt idx="3154">133987</cx:pt>
          <cx:pt idx="3155">133987</cx:pt>
          <cx:pt idx="3156">133989</cx:pt>
          <cx:pt idx="3157">134006</cx:pt>
          <cx:pt idx="3158">134044</cx:pt>
          <cx:pt idx="3159">134120</cx:pt>
          <cx:pt idx="3160">134136</cx:pt>
          <cx:pt idx="3161">134149</cx:pt>
          <cx:pt idx="3162">134175</cx:pt>
          <cx:pt idx="3163">134175</cx:pt>
          <cx:pt idx="3164">134190</cx:pt>
          <cx:pt idx="3165">134204</cx:pt>
          <cx:pt idx="3166">134230</cx:pt>
          <cx:pt idx="3167">134250</cx:pt>
          <cx:pt idx="3168">134250</cx:pt>
          <cx:pt idx="3169">134262</cx:pt>
          <cx:pt idx="3170">134303</cx:pt>
          <cx:pt idx="3171">134328</cx:pt>
          <cx:pt idx="3172">134379</cx:pt>
          <cx:pt idx="3173">134382</cx:pt>
          <cx:pt idx="3174">134464</cx:pt>
          <cx:pt idx="3175">134511</cx:pt>
          <cx:pt idx="3176">134575</cx:pt>
          <cx:pt idx="3177">134643</cx:pt>
          <cx:pt idx="3178">134675</cx:pt>
          <cx:pt idx="3179">134707</cx:pt>
          <cx:pt idx="3180">134805</cx:pt>
          <cx:pt idx="3181">134879</cx:pt>
          <cx:pt idx="3182">134932</cx:pt>
          <cx:pt idx="3183">134985</cx:pt>
          <cx:pt idx="3184">134994</cx:pt>
          <cx:pt idx="3185">135000</cx:pt>
          <cx:pt idx="3186">135000</cx:pt>
          <cx:pt idx="3187">135000</cx:pt>
          <cx:pt idx="3188">135000</cx:pt>
          <cx:pt idx="3189">135000</cx:pt>
          <cx:pt idx="3190">135000</cx:pt>
          <cx:pt idx="3191">135000</cx:pt>
          <cx:pt idx="3192">135000</cx:pt>
          <cx:pt idx="3193">135000</cx:pt>
          <cx:pt idx="3194">135000</cx:pt>
          <cx:pt idx="3195">135000</cx:pt>
          <cx:pt idx="3196">135000</cx:pt>
          <cx:pt idx="3197">135000</cx:pt>
          <cx:pt idx="3198">135000</cx:pt>
          <cx:pt idx="3199">135000</cx:pt>
          <cx:pt idx="3200">135066</cx:pt>
          <cx:pt idx="3201">135096</cx:pt>
          <cx:pt idx="3202">135116</cx:pt>
          <cx:pt idx="3203">135217</cx:pt>
          <cx:pt idx="3204">135281</cx:pt>
          <cx:pt idx="3205">135333</cx:pt>
          <cx:pt idx="3206">135421</cx:pt>
          <cx:pt idx="3207">135450</cx:pt>
          <cx:pt idx="3208">135452</cx:pt>
          <cx:pt idx="3209">135457</cx:pt>
          <cx:pt idx="3210">135487</cx:pt>
          <cx:pt idx="3211">135499</cx:pt>
          <cx:pt idx="3212">135514</cx:pt>
          <cx:pt idx="3213">135532</cx:pt>
          <cx:pt idx="3214">135598</cx:pt>
          <cx:pt idx="3215">135637</cx:pt>
          <cx:pt idx="3216">135666</cx:pt>
          <cx:pt idx="3217">135666</cx:pt>
          <cx:pt idx="3218">135666</cx:pt>
          <cx:pt idx="3219">135686</cx:pt>
          <cx:pt idx="3220">135721</cx:pt>
          <cx:pt idx="3221">135728</cx:pt>
          <cx:pt idx="3222">135763</cx:pt>
          <cx:pt idx="3223">135861</cx:pt>
          <cx:pt idx="3224">135866</cx:pt>
          <cx:pt idx="3225">135897</cx:pt>
          <cx:pt idx="3226">135930</cx:pt>
          <cx:pt idx="3227">135992</cx:pt>
          <cx:pt idx="3228">135994</cx:pt>
          <cx:pt idx="3229">136007</cx:pt>
          <cx:pt idx="3230">136007</cx:pt>
          <cx:pt idx="3231">136064</cx:pt>
          <cx:pt idx="3232">136066</cx:pt>
          <cx:pt idx="3233">136090</cx:pt>
          <cx:pt idx="3234">136100</cx:pt>
          <cx:pt idx="3235">136115</cx:pt>
          <cx:pt idx="3236">136166</cx:pt>
          <cx:pt idx="3237">136187</cx:pt>
          <cx:pt idx="3238">136203</cx:pt>
          <cx:pt idx="3239">136211</cx:pt>
          <cx:pt idx="3240">136227</cx:pt>
          <cx:pt idx="3241">136266</cx:pt>
          <cx:pt idx="3242">136283</cx:pt>
          <cx:pt idx="3243">136296</cx:pt>
          <cx:pt idx="3244">136323</cx:pt>
          <cx:pt idx="3245">136369</cx:pt>
          <cx:pt idx="3246">136427</cx:pt>
          <cx:pt idx="3247">136443</cx:pt>
          <cx:pt idx="3248">136450</cx:pt>
          <cx:pt idx="3249">136514</cx:pt>
          <cx:pt idx="3250">136514</cx:pt>
          <cx:pt idx="3251">136514</cx:pt>
          <cx:pt idx="3252">136514</cx:pt>
          <cx:pt idx="3253">136514</cx:pt>
          <cx:pt idx="3254">136514</cx:pt>
          <cx:pt idx="3255">136523</cx:pt>
          <cx:pt idx="3256">136537</cx:pt>
          <cx:pt idx="3257">136539</cx:pt>
          <cx:pt idx="3258">136577</cx:pt>
          <cx:pt idx="3259">136598</cx:pt>
          <cx:pt idx="3260">136600</cx:pt>
          <cx:pt idx="3261">136645</cx:pt>
          <cx:pt idx="3262">136658</cx:pt>
          <cx:pt idx="3263">136673</cx:pt>
          <cx:pt idx="3264">136675</cx:pt>
          <cx:pt idx="3265">136783</cx:pt>
          <cx:pt idx="3266">136804</cx:pt>
          <cx:pt idx="3267">136817</cx:pt>
          <cx:pt idx="3268">136903</cx:pt>
          <cx:pt idx="3269">136903</cx:pt>
          <cx:pt idx="3270">136958</cx:pt>
          <cx:pt idx="3271">137018</cx:pt>
          <cx:pt idx="3272">137023</cx:pt>
          <cx:pt idx="3273">137047</cx:pt>
          <cx:pt idx="3274">137077</cx:pt>
          <cx:pt idx="3275">137083</cx:pt>
          <cx:pt idx="3276">137233</cx:pt>
          <cx:pt idx="3277">137274</cx:pt>
          <cx:pt idx="3278">137274</cx:pt>
          <cx:pt idx="3279">137362</cx:pt>
          <cx:pt idx="3280">137379</cx:pt>
          <cx:pt idx="3281">137400</cx:pt>
          <cx:pt idx="3282">137404</cx:pt>
          <cx:pt idx="3283">137456</cx:pt>
          <cx:pt idx="3284">137540</cx:pt>
          <cx:pt idx="3285">137669</cx:pt>
          <cx:pt idx="3286">137739</cx:pt>
          <cx:pt idx="3287">137770</cx:pt>
          <cx:pt idx="3288">137770</cx:pt>
          <cx:pt idx="3289">137793</cx:pt>
          <cx:pt idx="3290">137888</cx:pt>
          <cx:pt idx="3291">137928</cx:pt>
          <cx:pt idx="3292">138016</cx:pt>
          <cx:pt idx="3293">138057</cx:pt>
          <cx:pt idx="3294">138102</cx:pt>
          <cx:pt idx="3295">138108</cx:pt>
          <cx:pt idx="3296">138108</cx:pt>
          <cx:pt idx="3297">138161</cx:pt>
          <cx:pt idx="3298">138225</cx:pt>
          <cx:pt idx="3299">138325</cx:pt>
          <cx:pt idx="3300">138393</cx:pt>
          <cx:pt idx="3301">138400</cx:pt>
          <cx:pt idx="3302">138425</cx:pt>
          <cx:pt idx="3303">138484</cx:pt>
          <cx:pt idx="3304">138523</cx:pt>
          <cx:pt idx="3305">138545</cx:pt>
          <cx:pt idx="3306">138583</cx:pt>
          <cx:pt idx="3307">138839</cx:pt>
          <cx:pt idx="3308">138883</cx:pt>
          <cx:pt idx="3309">138925</cx:pt>
          <cx:pt idx="3310">138949</cx:pt>
          <cx:pt idx="3311">138967</cx:pt>
          <cx:pt idx="3312">138971</cx:pt>
          <cx:pt idx="3313">139017</cx:pt>
          <cx:pt idx="3314">139021</cx:pt>
          <cx:pt idx="3315">139072</cx:pt>
          <cx:pt idx="3316">139113</cx:pt>
          <cx:pt idx="3317">139170</cx:pt>
          <cx:pt idx="3318">139224</cx:pt>
          <cx:pt idx="3319">139321</cx:pt>
          <cx:pt idx="3320">139329</cx:pt>
          <cx:pt idx="3321">139382</cx:pt>
          <cx:pt idx="3322">139392</cx:pt>
          <cx:pt idx="3323">139392</cx:pt>
          <cx:pt idx="3324">139423</cx:pt>
          <cx:pt idx="3325">139491</cx:pt>
          <cx:pt idx="3326">139536</cx:pt>
          <cx:pt idx="3327">139650</cx:pt>
          <cx:pt idx="3328">139663</cx:pt>
          <cx:pt idx="3329">139701</cx:pt>
          <cx:pt idx="3330">139859</cx:pt>
          <cx:pt idx="3331">139884</cx:pt>
          <cx:pt idx="3332">139910</cx:pt>
          <cx:pt idx="3333">139926</cx:pt>
          <cx:pt idx="3334">139927</cx:pt>
          <cx:pt idx="3335">139961</cx:pt>
          <cx:pt idx="3336">139996</cx:pt>
          <cx:pt idx="3337">139999</cx:pt>
          <cx:pt idx="3338">139999</cx:pt>
          <cx:pt idx="3339">140000</cx:pt>
          <cx:pt idx="3340">140000</cx:pt>
          <cx:pt idx="3341">140000</cx:pt>
          <cx:pt idx="3342">140003</cx:pt>
          <cx:pt idx="3343">140075</cx:pt>
          <cx:pt idx="3344">140100</cx:pt>
          <cx:pt idx="3345">140134</cx:pt>
          <cx:pt idx="3346">140176</cx:pt>
          <cx:pt idx="3347">140184</cx:pt>
          <cx:pt idx="3348">140211</cx:pt>
          <cx:pt idx="3349">140211</cx:pt>
          <cx:pt idx="3350">140223</cx:pt>
          <cx:pt idx="3351">140271</cx:pt>
          <cx:pt idx="3352">140320</cx:pt>
          <cx:pt idx="3353">140343</cx:pt>
          <cx:pt idx="3354">140358</cx:pt>
          <cx:pt idx="3355">140395</cx:pt>
          <cx:pt idx="3356">140443</cx:pt>
          <cx:pt idx="3357">140454</cx:pt>
          <cx:pt idx="3358">140569</cx:pt>
          <cx:pt idx="3359">140573</cx:pt>
          <cx:pt idx="3360">140602</cx:pt>
          <cx:pt idx="3361">140610</cx:pt>
          <cx:pt idx="3362">140625</cx:pt>
          <cx:pt idx="3363">140639</cx:pt>
          <cx:pt idx="3364">140645</cx:pt>
          <cx:pt idx="3365">140655</cx:pt>
          <cx:pt idx="3366">140677</cx:pt>
          <cx:pt idx="3367">140793</cx:pt>
          <cx:pt idx="3368">141017</cx:pt>
          <cx:pt idx="3369">141023</cx:pt>
          <cx:pt idx="3370">141025</cx:pt>
          <cx:pt idx="3371">141050</cx:pt>
          <cx:pt idx="3372">141050</cx:pt>
          <cx:pt idx="3373">141069</cx:pt>
          <cx:pt idx="3374">141074</cx:pt>
          <cx:pt idx="3375">141124</cx:pt>
          <cx:pt idx="3376">141184</cx:pt>
          <cx:pt idx="3377">141216</cx:pt>
          <cx:pt idx="3378">141314</cx:pt>
          <cx:pt idx="3379">141332</cx:pt>
          <cx:pt idx="3380">141333</cx:pt>
          <cx:pt idx="3381">141341</cx:pt>
          <cx:pt idx="3382">141424</cx:pt>
          <cx:pt idx="3383">141424</cx:pt>
          <cx:pt idx="3384">141432</cx:pt>
          <cx:pt idx="3385">141453</cx:pt>
          <cx:pt idx="3386">141472</cx:pt>
          <cx:pt idx="3387">141510</cx:pt>
          <cx:pt idx="3388">141556</cx:pt>
          <cx:pt idx="3389">141583</cx:pt>
          <cx:pt idx="3390">141666</cx:pt>
          <cx:pt idx="3391">141668</cx:pt>
          <cx:pt idx="3392">141669</cx:pt>
          <cx:pt idx="3393">141701</cx:pt>
          <cx:pt idx="3394">141701</cx:pt>
          <cx:pt idx="3395">141701</cx:pt>
          <cx:pt idx="3396">141708</cx:pt>
          <cx:pt idx="3397">141708</cx:pt>
          <cx:pt idx="3398">141708</cx:pt>
          <cx:pt idx="3399">141708</cx:pt>
          <cx:pt idx="3400">141708</cx:pt>
          <cx:pt idx="3401">141708</cx:pt>
          <cx:pt idx="3402">141724</cx:pt>
          <cx:pt idx="3403">141725</cx:pt>
          <cx:pt idx="3404">141737</cx:pt>
          <cx:pt idx="3405">141738</cx:pt>
          <cx:pt idx="3406">141761</cx:pt>
          <cx:pt idx="3407">141800</cx:pt>
          <cx:pt idx="3408">141807</cx:pt>
          <cx:pt idx="3409">141807</cx:pt>
          <cx:pt idx="3410">141882</cx:pt>
          <cx:pt idx="3411">141915</cx:pt>
          <cx:pt idx="3412">141941</cx:pt>
          <cx:pt idx="3413">141956</cx:pt>
          <cx:pt idx="3414">141979</cx:pt>
          <cx:pt idx="3415">141980</cx:pt>
          <cx:pt idx="3416">142000</cx:pt>
          <cx:pt idx="3417">142000</cx:pt>
          <cx:pt idx="3418">142019</cx:pt>
          <cx:pt idx="3419">142037</cx:pt>
          <cx:pt idx="3420">142091</cx:pt>
          <cx:pt idx="3421">142097</cx:pt>
          <cx:pt idx="3422">142141</cx:pt>
          <cx:pt idx="3423">142141</cx:pt>
          <cx:pt idx="3424">142200</cx:pt>
          <cx:pt idx="3425">142208</cx:pt>
          <cx:pt idx="3426">142219</cx:pt>
          <cx:pt idx="3427">142307</cx:pt>
          <cx:pt idx="3428">142349</cx:pt>
          <cx:pt idx="3429">142435</cx:pt>
          <cx:pt idx="3430">142444</cx:pt>
          <cx:pt idx="3431">142526</cx:pt>
          <cx:pt idx="3432">142609</cx:pt>
          <cx:pt idx="3433">142616</cx:pt>
          <cx:pt idx="3434">142634</cx:pt>
          <cx:pt idx="3435">142650</cx:pt>
          <cx:pt idx="3436">142675</cx:pt>
          <cx:pt idx="3437">142842</cx:pt>
          <cx:pt idx="3438">142846</cx:pt>
          <cx:pt idx="3439">142846</cx:pt>
          <cx:pt idx="3440">142858</cx:pt>
          <cx:pt idx="3441">142893</cx:pt>
          <cx:pt idx="3442">142896</cx:pt>
          <cx:pt idx="3443">142954</cx:pt>
          <cx:pt idx="3444">142979</cx:pt>
          <cx:pt idx="3445">143093</cx:pt>
          <cx:pt idx="3446">143093</cx:pt>
          <cx:pt idx="3447">143177</cx:pt>
          <cx:pt idx="3448">143179</cx:pt>
          <cx:pt idx="3449">143294</cx:pt>
          <cx:pt idx="3450">143294</cx:pt>
          <cx:pt idx="3451">143311</cx:pt>
          <cx:pt idx="3452">143311</cx:pt>
          <cx:pt idx="3453">143329</cx:pt>
          <cx:pt idx="3454">143352</cx:pt>
          <cx:pt idx="3455">143452</cx:pt>
          <cx:pt idx="3456">143454</cx:pt>
          <cx:pt idx="3457">143587</cx:pt>
          <cx:pt idx="3458">143603</cx:pt>
          <cx:pt idx="3459">143612</cx:pt>
          <cx:pt idx="3460">143745</cx:pt>
          <cx:pt idx="3461">143775</cx:pt>
          <cx:pt idx="3462">143808</cx:pt>
          <cx:pt idx="3463">143856</cx:pt>
          <cx:pt idx="3464">143866</cx:pt>
          <cx:pt idx="3465">143882</cx:pt>
          <cx:pt idx="3466">143941</cx:pt>
          <cx:pt idx="3467">143962</cx:pt>
          <cx:pt idx="3468">144013</cx:pt>
          <cx:pt idx="3469">144138</cx:pt>
          <cx:pt idx="3470">144255</cx:pt>
          <cx:pt idx="3471">144285</cx:pt>
          <cx:pt idx="3472">144285</cx:pt>
          <cx:pt idx="3473">144357</cx:pt>
          <cx:pt idx="3474">144436</cx:pt>
          <cx:pt idx="3475">144469</cx:pt>
          <cx:pt idx="3476">144473</cx:pt>
          <cx:pt idx="3477">144541</cx:pt>
          <cx:pt idx="3478">144549</cx:pt>
          <cx:pt idx="3479">144586</cx:pt>
          <cx:pt idx="3480">144709</cx:pt>
          <cx:pt idx="3481">144778</cx:pt>
          <cx:pt idx="3482">144804</cx:pt>
          <cx:pt idx="3483">144930</cx:pt>
          <cx:pt idx="3484">144973</cx:pt>
          <cx:pt idx="3485">144987</cx:pt>
          <cx:pt idx="3486">144998</cx:pt>
          <cx:pt idx="3487">144998</cx:pt>
          <cx:pt idx="3488">145051</cx:pt>
          <cx:pt idx="3489">145093</cx:pt>
          <cx:pt idx="3490">145203</cx:pt>
          <cx:pt idx="3491">145291</cx:pt>
          <cx:pt idx="3492">145319</cx:pt>
          <cx:pt idx="3493">145327</cx:pt>
          <cx:pt idx="3494">145355</cx:pt>
          <cx:pt idx="3495">145368</cx:pt>
          <cx:pt idx="3496">145461</cx:pt>
          <cx:pt idx="3497">145522</cx:pt>
          <cx:pt idx="3498">145686</cx:pt>
          <cx:pt idx="3499">145686</cx:pt>
          <cx:pt idx="3500">145749</cx:pt>
          <cx:pt idx="3501">145752</cx:pt>
          <cx:pt idx="3502">145850</cx:pt>
          <cx:pt idx="3503">145933</cx:pt>
          <cx:pt idx="3504">146000</cx:pt>
          <cx:pt idx="3505">146033</cx:pt>
          <cx:pt idx="3506">146169</cx:pt>
          <cx:pt idx="3507">146216</cx:pt>
          <cx:pt idx="3508">146229</cx:pt>
          <cx:pt idx="3509">146302</cx:pt>
          <cx:pt idx="3510">146400</cx:pt>
          <cx:pt idx="3511">146402</cx:pt>
          <cx:pt idx="3512">146407</cx:pt>
          <cx:pt idx="3513">146458</cx:pt>
          <cx:pt idx="3514">146486</cx:pt>
          <cx:pt idx="3515">146522</cx:pt>
          <cx:pt idx="3516">146536</cx:pt>
          <cx:pt idx="3517">146556</cx:pt>
          <cx:pt idx="3518">146607</cx:pt>
          <cx:pt idx="3519">146666</cx:pt>
          <cx:pt idx="3520">146666</cx:pt>
          <cx:pt idx="3521">146667</cx:pt>
          <cx:pt idx="3522">146678</cx:pt>
          <cx:pt idx="3523">146793</cx:pt>
          <cx:pt idx="3524">146948</cx:pt>
          <cx:pt idx="3525">147050</cx:pt>
          <cx:pt idx="3526">147112</cx:pt>
          <cx:pt idx="3527">147155</cx:pt>
          <cx:pt idx="3528">147155</cx:pt>
          <cx:pt idx="3529">147176</cx:pt>
          <cx:pt idx="3530">147279</cx:pt>
          <cx:pt idx="3531">147291</cx:pt>
          <cx:pt idx="3532">147334</cx:pt>
          <cx:pt idx="3533">147403</cx:pt>
          <cx:pt idx="3534">147403</cx:pt>
          <cx:pt idx="3535">147435</cx:pt>
          <cx:pt idx="3536">147567</cx:pt>
          <cx:pt idx="3537">147696</cx:pt>
          <cx:pt idx="3538">147696</cx:pt>
          <cx:pt idx="3539">147744</cx:pt>
          <cx:pt idx="3540">147769</cx:pt>
          <cx:pt idx="3541">147839</cx:pt>
          <cx:pt idx="3542">147865</cx:pt>
          <cx:pt idx="3543">147957</cx:pt>
          <cx:pt idx="3544">147985</cx:pt>
          <cx:pt idx="3545">147986</cx:pt>
          <cx:pt idx="3546">148033</cx:pt>
          <cx:pt idx="3547">148116</cx:pt>
          <cx:pt idx="3548">148126</cx:pt>
          <cx:pt idx="3549">148220</cx:pt>
          <cx:pt idx="3550">148267</cx:pt>
          <cx:pt idx="3551">148339</cx:pt>
          <cx:pt idx="3552">148357</cx:pt>
          <cx:pt idx="3553">148419</cx:pt>
          <cx:pt idx="3554">148419</cx:pt>
          <cx:pt idx="3555">148438</cx:pt>
          <cx:pt idx="3556">148446</cx:pt>
          <cx:pt idx="3557">148457</cx:pt>
          <cx:pt idx="3558">148499</cx:pt>
          <cx:pt idx="3559">148626</cx:pt>
          <cx:pt idx="3560">148630</cx:pt>
          <cx:pt idx="3561">148644</cx:pt>
          <cx:pt idx="3562">148644</cx:pt>
          <cx:pt idx="3563">148690</cx:pt>
          <cx:pt idx="3564">148776</cx:pt>
          <cx:pt idx="3565">148777</cx:pt>
          <cx:pt idx="3566">148831</cx:pt>
          <cx:pt idx="3567">148897</cx:pt>
          <cx:pt idx="3568">148998</cx:pt>
          <cx:pt idx="3569">149000</cx:pt>
          <cx:pt idx="3570">149000</cx:pt>
          <cx:pt idx="3571">149212</cx:pt>
          <cx:pt idx="3572">149219</cx:pt>
          <cx:pt idx="3573">149287</cx:pt>
          <cx:pt idx="3574">149313</cx:pt>
          <cx:pt idx="3575">149336</cx:pt>
          <cx:pt idx="3576">149350</cx:pt>
          <cx:pt idx="3577">149453</cx:pt>
          <cx:pt idx="3578">149468</cx:pt>
          <cx:pt idx="3579">149484</cx:pt>
          <cx:pt idx="3580">149565</cx:pt>
          <cx:pt idx="3581">149572</cx:pt>
          <cx:pt idx="3582">149664</cx:pt>
          <cx:pt idx="3583">149722</cx:pt>
          <cx:pt idx="3584">149725</cx:pt>
          <cx:pt idx="3585">149784</cx:pt>
          <cx:pt idx="3586">149912</cx:pt>
          <cx:pt idx="3587">149917</cx:pt>
          <cx:pt idx="3588">149935</cx:pt>
          <cx:pt idx="3589">149987</cx:pt>
          <cx:pt idx="3590">149987</cx:pt>
          <cx:pt idx="3591">149992</cx:pt>
          <cx:pt idx="3592">149996</cx:pt>
          <cx:pt idx="3593">149998</cx:pt>
          <cx:pt idx="3594">149999</cx:pt>
          <cx:pt idx="3595">150000</cx:pt>
          <cx:pt idx="3596">150000</cx:pt>
          <cx:pt idx="3597">150000</cx:pt>
          <cx:pt idx="3598">150000</cx:pt>
          <cx:pt idx="3599">150000</cx:pt>
          <cx:pt idx="3600">150000</cx:pt>
          <cx:pt idx="3601">150000</cx:pt>
          <cx:pt idx="3602">150008</cx:pt>
          <cx:pt idx="3603">150046</cx:pt>
          <cx:pt idx="3604">150083</cx:pt>
          <cx:pt idx="3605">150083</cx:pt>
          <cx:pt idx="3606">150097</cx:pt>
          <cx:pt idx="3607">150102</cx:pt>
          <cx:pt idx="3608">150116</cx:pt>
          <cx:pt idx="3609">150151</cx:pt>
          <cx:pt idx="3610">150262</cx:pt>
          <cx:pt idx="3611">150333</cx:pt>
          <cx:pt idx="3612">150354</cx:pt>
          <cx:pt idx="3613">150368</cx:pt>
          <cx:pt idx="3614">150378</cx:pt>
          <cx:pt idx="3615">150430</cx:pt>
          <cx:pt idx="3616">150450</cx:pt>
          <cx:pt idx="3617">150454</cx:pt>
          <cx:pt idx="3618">150636</cx:pt>
          <cx:pt idx="3619">150636</cx:pt>
          <cx:pt idx="3620">150666</cx:pt>
          <cx:pt idx="3621">150760</cx:pt>
          <cx:pt idx="3622">150804</cx:pt>
          <cx:pt idx="3623">150804</cx:pt>
          <cx:pt idx="3624">150806</cx:pt>
          <cx:pt idx="3625">150833</cx:pt>
          <cx:pt idx="3626">150833</cx:pt>
          <cx:pt idx="3627">150833</cx:pt>
          <cx:pt idx="3628">150916</cx:pt>
          <cx:pt idx="3629">150935</cx:pt>
          <cx:pt idx="3630">150954</cx:pt>
          <cx:pt idx="3631">151000</cx:pt>
          <cx:pt idx="3632">151025</cx:pt>
          <cx:pt idx="3633">151025</cx:pt>
          <cx:pt idx="3634">151025</cx:pt>
          <cx:pt idx="3635">151092</cx:pt>
          <cx:pt idx="3636">151309</cx:pt>
          <cx:pt idx="3637">151309</cx:pt>
          <cx:pt idx="3638">151329</cx:pt>
          <cx:pt idx="3639">151341</cx:pt>
          <cx:pt idx="3640">151383</cx:pt>
          <cx:pt idx="3641">151431</cx:pt>
          <cx:pt idx="3642">151444</cx:pt>
          <cx:pt idx="3643">151490</cx:pt>
          <cx:pt idx="3644">151508</cx:pt>
          <cx:pt idx="3645">151542</cx:pt>
          <cx:pt idx="3646">151563</cx:pt>
          <cx:pt idx="3647">151579</cx:pt>
          <cx:pt idx="3648">151603</cx:pt>
          <cx:pt idx="3649">151641</cx:pt>
          <cx:pt idx="3650">151706</cx:pt>
          <cx:pt idx="3651">151727</cx:pt>
          <cx:pt idx="3652">151758</cx:pt>
          <cx:pt idx="3653">151826</cx:pt>
          <cx:pt idx="3654">151826</cx:pt>
          <cx:pt idx="3655">151850</cx:pt>
          <cx:pt idx="3656">151856</cx:pt>
          <cx:pt idx="3657">151865</cx:pt>
          <cx:pt idx="3658">151908</cx:pt>
          <cx:pt idx="3659">151941</cx:pt>
          <cx:pt idx="3660">151961</cx:pt>
          <cx:pt idx="3661">152063</cx:pt>
          <cx:pt idx="3662">152275</cx:pt>
          <cx:pt idx="3663">152341</cx:pt>
          <cx:pt idx="3664">152354</cx:pt>
          <cx:pt idx="3665">152370</cx:pt>
          <cx:pt idx="3666">152454</cx:pt>
          <cx:pt idx="3667">152479</cx:pt>
          <cx:pt idx="3668">152500</cx:pt>
          <cx:pt idx="3669">152534</cx:pt>
          <cx:pt idx="3670">152589</cx:pt>
          <cx:pt idx="3671">152616</cx:pt>
          <cx:pt idx="3672">152649</cx:pt>
          <cx:pt idx="3673">152658</cx:pt>
          <cx:pt idx="3674">152664</cx:pt>
          <cx:pt idx="3675">152740</cx:pt>
          <cx:pt idx="3676">152838</cx:pt>
          <cx:pt idx="3677">152999</cx:pt>
          <cx:pt idx="3678">153023</cx:pt>
          <cx:pt idx="3679">153054</cx:pt>
          <cx:pt idx="3680">153107</cx:pt>
          <cx:pt idx="3681">153120</cx:pt>
          <cx:pt idx="3682">153291</cx:pt>
          <cx:pt idx="3683">153306</cx:pt>
          <cx:pt idx="3684">153319</cx:pt>
          <cx:pt idx="3685">153325</cx:pt>
          <cx:pt idx="3686">153326</cx:pt>
          <cx:pt idx="3687">153326</cx:pt>
          <cx:pt idx="3688">153332</cx:pt>
          <cx:pt idx="3689">153336</cx:pt>
          <cx:pt idx="3690">153349</cx:pt>
          <cx:pt idx="3691">153355</cx:pt>
          <cx:pt idx="3692">153462</cx:pt>
          <cx:pt idx="3693">153475</cx:pt>
          <cx:pt idx="3694">153552</cx:pt>
          <cx:pt idx="3695">153616</cx:pt>
          <cx:pt idx="3696">153672</cx:pt>
          <cx:pt idx="3697">153814</cx:pt>
          <cx:pt idx="3698">153819</cx:pt>
          <cx:pt idx="3699">153846</cx:pt>
          <cx:pt idx="3700">153929</cx:pt>
          <cx:pt idx="3701">153982</cx:pt>
          <cx:pt idx="3702">153982</cx:pt>
          <cx:pt idx="3703">153987</cx:pt>
          <cx:pt idx="3704">154077</cx:pt>
          <cx:pt idx="3705">154101</cx:pt>
          <cx:pt idx="3706">154117</cx:pt>
          <cx:pt idx="3707">154234</cx:pt>
          <cx:pt idx="3708">154340</cx:pt>
          <cx:pt idx="3709">154342</cx:pt>
          <cx:pt idx="3710">154347</cx:pt>
          <cx:pt idx="3711">154435</cx:pt>
          <cx:pt idx="3712">154489</cx:pt>
          <cx:pt idx="3713">154494</cx:pt>
          <cx:pt idx="3714">154494</cx:pt>
          <cx:pt idx="3715">154620</cx:pt>
          <cx:pt idx="3716">154666</cx:pt>
          <cx:pt idx="3717">154695</cx:pt>
          <cx:pt idx="3718">154760</cx:pt>
          <cx:pt idx="3719">154791</cx:pt>
          <cx:pt idx="3720">154793</cx:pt>
          <cx:pt idx="3721">154873</cx:pt>
          <cx:pt idx="3722">154969</cx:pt>
          <cx:pt idx="3723">154984</cx:pt>
          <cx:pt idx="3724">155023</cx:pt>
          <cx:pt idx="3725">155068</cx:pt>
          <cx:pt idx="3726">155073</cx:pt>
          <cx:pt idx="3727">155105</cx:pt>
          <cx:pt idx="3728">155105</cx:pt>
          <cx:pt idx="3729">155138</cx:pt>
          <cx:pt idx="3730">155175</cx:pt>
          <cx:pt idx="3731">155176</cx:pt>
          <cx:pt idx="3732">155273</cx:pt>
          <cx:pt idx="3733">155304</cx:pt>
          <cx:pt idx="3734">155306</cx:pt>
          <cx:pt idx="3735">155325</cx:pt>
          <cx:pt idx="3736">155329</cx:pt>
          <cx:pt idx="3737">155411</cx:pt>
          <cx:pt idx="3738">155426</cx:pt>
          <cx:pt idx="3739">155428</cx:pt>
          <cx:pt idx="3740">155469</cx:pt>
          <cx:pt idx="3741">155499</cx:pt>
          <cx:pt idx="3742">155545</cx:pt>
          <cx:pt idx="3743">155575</cx:pt>
          <cx:pt idx="3744">155581</cx:pt>
          <cx:pt idx="3745">155600</cx:pt>
          <cx:pt idx="3746">155604</cx:pt>
          <cx:pt idx="3747">155718</cx:pt>
          <cx:pt idx="3748">155743</cx:pt>
          <cx:pt idx="3749">155802</cx:pt>
          <cx:pt idx="3750">155835</cx:pt>
          <cx:pt idx="3751">155850</cx:pt>
          <cx:pt idx="3752">156016</cx:pt>
          <cx:pt idx="3753">156075</cx:pt>
          <cx:pt idx="3754">156085</cx:pt>
          <cx:pt idx="3755">156112</cx:pt>
          <cx:pt idx="3756">156129</cx:pt>
          <cx:pt idx="3757">156291</cx:pt>
          <cx:pt idx="3758">156319</cx:pt>
          <cx:pt idx="3759">156340</cx:pt>
          <cx:pt idx="3760">156583</cx:pt>
          <cx:pt idx="3761">156647</cx:pt>
          <cx:pt idx="3762">156659</cx:pt>
          <cx:pt idx="3763">156670</cx:pt>
          <cx:pt idx="3764">156683</cx:pt>
          <cx:pt idx="3765">156688</cx:pt>
          <cx:pt idx="3766">156714</cx:pt>
          <cx:pt idx="3767">156714</cx:pt>
          <cx:pt idx="3768">156812</cx:pt>
          <cx:pt idx="3769">156982</cx:pt>
          <cx:pt idx="3770">157043</cx:pt>
          <cx:pt idx="3771">157073</cx:pt>
          <cx:pt idx="3772">157141</cx:pt>
          <cx:pt idx="3773">157199</cx:pt>
          <cx:pt idx="3774">157234</cx:pt>
          <cx:pt idx="3775">157251</cx:pt>
          <cx:pt idx="3776">157364</cx:pt>
          <cx:pt idx="3777">157420</cx:pt>
          <cx:pt idx="3778">157420</cx:pt>
          <cx:pt idx="3779">157420</cx:pt>
          <cx:pt idx="3780">157420</cx:pt>
          <cx:pt idx="3781">157420</cx:pt>
          <cx:pt idx="3782">157420</cx:pt>
          <cx:pt idx="3783">157420</cx:pt>
          <cx:pt idx="3784">157420</cx:pt>
          <cx:pt idx="3785">157420</cx:pt>
          <cx:pt idx="3786">157523</cx:pt>
          <cx:pt idx="3787">157530</cx:pt>
          <cx:pt idx="3788">157540</cx:pt>
          <cx:pt idx="3789">157574</cx:pt>
          <cx:pt idx="3790">157600</cx:pt>
          <cx:pt idx="3791">157616</cx:pt>
          <cx:pt idx="3792">157701</cx:pt>
          <cx:pt idx="3793">157705</cx:pt>
          <cx:pt idx="3794">157750</cx:pt>
          <cx:pt idx="3795">157923</cx:pt>
          <cx:pt idx="3796">157999</cx:pt>
          <cx:pt idx="3797">158000</cx:pt>
          <cx:pt idx="3798">158000</cx:pt>
          <cx:pt idx="3799">158003</cx:pt>
          <cx:pt idx="3800">158044</cx:pt>
          <cx:pt idx="3801">158281</cx:pt>
          <cx:pt idx="3802">158333</cx:pt>
          <cx:pt idx="3803">158350</cx:pt>
          <cx:pt idx="3804">158379</cx:pt>
          <cx:pt idx="3805">158441</cx:pt>
          <cx:pt idx="3806">158500</cx:pt>
          <cx:pt idx="3807">158610</cx:pt>
          <cx:pt idx="3808">158723</cx:pt>
          <cx:pt idx="3809">158957</cx:pt>
          <cx:pt idx="3810">158966</cx:pt>
          <cx:pt idx="3811">159000</cx:pt>
          <cx:pt idx="3812">159000</cx:pt>
          <cx:pt idx="3813">159000</cx:pt>
          <cx:pt idx="3814">159000</cx:pt>
          <cx:pt idx="3815">159000</cx:pt>
          <cx:pt idx="3816">159000</cx:pt>
          <cx:pt idx="3817">159000</cx:pt>
          <cx:pt idx="3818">159000</cx:pt>
          <cx:pt idx="3819">159000</cx:pt>
          <cx:pt idx="3820">159000</cx:pt>
          <cx:pt idx="3821">159000</cx:pt>
          <cx:pt idx="3822">159000</cx:pt>
          <cx:pt idx="3823">159000</cx:pt>
          <cx:pt idx="3824">159000</cx:pt>
          <cx:pt idx="3825">159000</cx:pt>
          <cx:pt idx="3826">159000</cx:pt>
          <cx:pt idx="3827">159000</cx:pt>
          <cx:pt idx="3828">159043</cx:pt>
          <cx:pt idx="3829">159066</cx:pt>
          <cx:pt idx="3830">159066</cx:pt>
          <cx:pt idx="3831">159066</cx:pt>
          <cx:pt idx="3832">159083</cx:pt>
          <cx:pt idx="3833">159083</cx:pt>
          <cx:pt idx="3834">159125</cx:pt>
          <cx:pt idx="3835">159200</cx:pt>
          <cx:pt idx="3836">159210</cx:pt>
          <cx:pt idx="3837">159210</cx:pt>
          <cx:pt idx="3838">159210</cx:pt>
          <cx:pt idx="3839">159250</cx:pt>
          <cx:pt idx="3840">159250</cx:pt>
          <cx:pt idx="3841">159250</cx:pt>
          <cx:pt idx="3842">159262</cx:pt>
          <cx:pt idx="3843">159273</cx:pt>
          <cx:pt idx="3844">159300</cx:pt>
          <cx:pt idx="3845">159306</cx:pt>
          <cx:pt idx="3846">159306</cx:pt>
          <cx:pt idx="3847">159333</cx:pt>
          <cx:pt idx="3848">159353</cx:pt>
          <cx:pt idx="3849">159411</cx:pt>
          <cx:pt idx="3850">159433</cx:pt>
          <cx:pt idx="3851">159448</cx:pt>
          <cx:pt idx="3852">159456</cx:pt>
          <cx:pt idx="3853">159472</cx:pt>
          <cx:pt idx="3854">159500</cx:pt>
          <cx:pt idx="3855">159554</cx:pt>
          <cx:pt idx="3856">159583</cx:pt>
          <cx:pt idx="3857">159583</cx:pt>
          <cx:pt idx="3858">159588</cx:pt>
          <cx:pt idx="3859">159616</cx:pt>
          <cx:pt idx="3860">159623</cx:pt>
          <cx:pt idx="3861">159625</cx:pt>
          <cx:pt idx="3862">159637</cx:pt>
          <cx:pt idx="3863">159695</cx:pt>
          <cx:pt idx="3864">159742</cx:pt>
          <cx:pt idx="3865">159756</cx:pt>
          <cx:pt idx="3866">159783</cx:pt>
          <cx:pt idx="3867">159800</cx:pt>
          <cx:pt idx="3868">159833</cx:pt>
          <cx:pt idx="3869">159833</cx:pt>
          <cx:pt idx="3870">159837</cx:pt>
          <cx:pt idx="3871">159939</cx:pt>
          <cx:pt idx="3872">159950</cx:pt>
          <cx:pt idx="3873">159960</cx:pt>
          <cx:pt idx="3874">159976</cx:pt>
          <cx:pt idx="3875">159991</cx:pt>
          <cx:pt idx="3876">159991</cx:pt>
          <cx:pt idx="3877">159991</cx:pt>
          <cx:pt idx="3878">160000</cx:pt>
          <cx:pt idx="3879">160000</cx:pt>
          <cx:pt idx="3880">160000</cx:pt>
          <cx:pt idx="3881">160000</cx:pt>
          <cx:pt idx="3882">160005</cx:pt>
          <cx:pt idx="3883">160075</cx:pt>
          <cx:pt idx="3884">160083</cx:pt>
          <cx:pt idx="3885">160105</cx:pt>
          <cx:pt idx="3886">160140</cx:pt>
          <cx:pt idx="3887">160212</cx:pt>
          <cx:pt idx="3888">160301</cx:pt>
          <cx:pt idx="3889">160309</cx:pt>
          <cx:pt idx="3890">160333</cx:pt>
          <cx:pt idx="3891">160345</cx:pt>
          <cx:pt idx="3892">160416</cx:pt>
          <cx:pt idx="3893">160433</cx:pt>
          <cx:pt idx="3894">160484</cx:pt>
          <cx:pt idx="3895">160498</cx:pt>
          <cx:pt idx="3896">160514</cx:pt>
          <cx:pt idx="3897">160588</cx:pt>
          <cx:pt idx="3898">160650</cx:pt>
          <cx:pt idx="3899">160666</cx:pt>
          <cx:pt idx="3900">160716</cx:pt>
          <cx:pt idx="3901">160748</cx:pt>
          <cx:pt idx="3902">160750</cx:pt>
          <cx:pt idx="3903">160771</cx:pt>
          <cx:pt idx="3904">160825</cx:pt>
          <cx:pt idx="3905">160856</cx:pt>
          <cx:pt idx="3906">160856</cx:pt>
          <cx:pt idx="3907">160889</cx:pt>
          <cx:pt idx="3908">160942</cx:pt>
          <cx:pt idx="3909">160970</cx:pt>
          <cx:pt idx="3910">160983</cx:pt>
          <cx:pt idx="3911">161036</cx:pt>
          <cx:pt idx="3912">161110</cx:pt>
          <cx:pt idx="3913">161133</cx:pt>
          <cx:pt idx="3914">161133</cx:pt>
          <cx:pt idx="3915">161146</cx:pt>
          <cx:pt idx="3916">161146</cx:pt>
          <cx:pt idx="3917">161149</cx:pt>
          <cx:pt idx="3918">161181</cx:pt>
          <cx:pt idx="3919">161223</cx:pt>
          <cx:pt idx="3920">161261</cx:pt>
          <cx:pt idx="3921">161266</cx:pt>
          <cx:pt idx="3922">161267</cx:pt>
          <cx:pt idx="3923">161292</cx:pt>
          <cx:pt idx="3924">161309</cx:pt>
          <cx:pt idx="3925">161383</cx:pt>
          <cx:pt idx="3926">161416</cx:pt>
          <cx:pt idx="3927">161491</cx:pt>
          <cx:pt idx="3928">161505</cx:pt>
          <cx:pt idx="3929">161548</cx:pt>
          <cx:pt idx="3930">161583</cx:pt>
          <cx:pt idx="3931">161583</cx:pt>
          <cx:pt idx="3932">161622</cx:pt>
          <cx:pt idx="3933">161641</cx:pt>
          <cx:pt idx="3934">161654</cx:pt>
          <cx:pt idx="3935">161657</cx:pt>
          <cx:pt idx="3936">161675</cx:pt>
          <cx:pt idx="3937">161675</cx:pt>
          <cx:pt idx="3938">161689</cx:pt>
          <cx:pt idx="3939">161752</cx:pt>
          <cx:pt idx="3940">161753</cx:pt>
          <cx:pt idx="3941">161759</cx:pt>
          <cx:pt idx="3942">161793</cx:pt>
          <cx:pt idx="3943">161807</cx:pt>
          <cx:pt idx="3944">161815</cx:pt>
          <cx:pt idx="3945">161833</cx:pt>
          <cx:pt idx="3946">161851</cx:pt>
          <cx:pt idx="3947">161889</cx:pt>
          <cx:pt idx="3948">161912</cx:pt>
          <cx:pt idx="3949">161916</cx:pt>
          <cx:pt idx="3950">161978</cx:pt>
          <cx:pt idx="3951">162012</cx:pt>
          <cx:pt idx="3952">162225</cx:pt>
          <cx:pt idx="3953">162225</cx:pt>
          <cx:pt idx="3954">162290</cx:pt>
          <cx:pt idx="3955">162333</cx:pt>
          <cx:pt idx="3956">162333</cx:pt>
          <cx:pt idx="3957">162387</cx:pt>
          <cx:pt idx="3958">162393</cx:pt>
          <cx:pt idx="3959">162450</cx:pt>
          <cx:pt idx="3960">162466</cx:pt>
          <cx:pt idx="3961">162498</cx:pt>
          <cx:pt idx="3962">162499</cx:pt>
          <cx:pt idx="3963">162500</cx:pt>
          <cx:pt idx="3964">162592</cx:pt>
          <cx:pt idx="3965">162662</cx:pt>
          <cx:pt idx="3966">162716</cx:pt>
          <cx:pt idx="3967">162757</cx:pt>
          <cx:pt idx="3968">162780</cx:pt>
          <cx:pt idx="3969">162806</cx:pt>
          <cx:pt idx="3970">162853</cx:pt>
          <cx:pt idx="3971">162920</cx:pt>
          <cx:pt idx="3972">162933</cx:pt>
          <cx:pt idx="3973">162945</cx:pt>
          <cx:pt idx="3974">162991</cx:pt>
          <cx:pt idx="3975">163013</cx:pt>
          <cx:pt idx="3976">163031</cx:pt>
          <cx:pt idx="3977">163036</cx:pt>
          <cx:pt idx="3978">163044</cx:pt>
          <cx:pt idx="3979">163050</cx:pt>
          <cx:pt idx="3980">163050</cx:pt>
          <cx:pt idx="3981">163050</cx:pt>
          <cx:pt idx="3982">163050</cx:pt>
          <cx:pt idx="3983">163050</cx:pt>
          <cx:pt idx="3984">163055</cx:pt>
          <cx:pt idx="3985">163212</cx:pt>
          <cx:pt idx="3986">163217</cx:pt>
          <cx:pt idx="3987">163322</cx:pt>
          <cx:pt idx="3988">163332</cx:pt>
          <cx:pt idx="3989">163332</cx:pt>
          <cx:pt idx="3990">163332</cx:pt>
          <cx:pt idx="3991">163333</cx:pt>
          <cx:pt idx="3992">163333</cx:pt>
          <cx:pt idx="3993">163391</cx:pt>
          <cx:pt idx="3994">163408</cx:pt>
          <cx:pt idx="3995">163435</cx:pt>
          <cx:pt idx="3996">163436</cx:pt>
          <cx:pt idx="3997">163466</cx:pt>
          <cx:pt idx="3998">163538</cx:pt>
          <cx:pt idx="3999">163577</cx:pt>
          <cx:pt idx="4000">163588</cx:pt>
          <cx:pt idx="4001">163625</cx:pt>
          <cx:pt idx="4002">163643</cx:pt>
          <cx:pt idx="4003">163673</cx:pt>
          <cx:pt idx="4004">163733</cx:pt>
          <cx:pt idx="4005">163746</cx:pt>
          <cx:pt idx="4006">163750</cx:pt>
          <cx:pt idx="4007">163770</cx:pt>
          <cx:pt idx="4008">163773</cx:pt>
          <cx:pt idx="4009">163795</cx:pt>
          <cx:pt idx="4010">163806</cx:pt>
          <cx:pt idx="4011">163839</cx:pt>
          <cx:pt idx="4012">163847</cx:pt>
          <cx:pt idx="4013">163949</cx:pt>
          <cx:pt idx="4014">164001</cx:pt>
          <cx:pt idx="4015">164049</cx:pt>
          <cx:pt idx="4016">164075</cx:pt>
          <cx:pt idx="4017">164176</cx:pt>
          <cx:pt idx="4018">164229</cx:pt>
          <cx:pt idx="4019">164258</cx:pt>
          <cx:pt idx="4020">164360</cx:pt>
          <cx:pt idx="4021">164395</cx:pt>
          <cx:pt idx="4022">164402</cx:pt>
          <cx:pt idx="4023">164405</cx:pt>
          <cx:pt idx="4024">164424</cx:pt>
          <cx:pt idx="4025">164428</cx:pt>
          <cx:pt idx="4026">164464</cx:pt>
          <cx:pt idx="4027">164476</cx:pt>
          <cx:pt idx="4028">164521</cx:pt>
          <cx:pt idx="4029">164606</cx:pt>
          <cx:pt idx="4030">164616</cx:pt>
          <cx:pt idx="4031">164618</cx:pt>
          <cx:pt idx="4032">164623</cx:pt>
          <cx:pt idx="4033">164666</cx:pt>
          <cx:pt idx="4034">164677</cx:pt>
          <cx:pt idx="4035">164709</cx:pt>
          <cx:pt idx="4036">164781</cx:pt>
          <cx:pt idx="4037">164883</cx:pt>
          <cx:pt idx="4038">164899</cx:pt>
          <cx:pt idx="4039">164966</cx:pt>
          <cx:pt idx="4040">164995</cx:pt>
          <cx:pt idx="4041">165000</cx:pt>
          <cx:pt idx="4042">165000</cx:pt>
          <cx:pt idx="4043">165000</cx:pt>
          <cx:pt idx="4044">165000</cx:pt>
          <cx:pt idx="4045">165002</cx:pt>
          <cx:pt idx="4046">165052</cx:pt>
          <cx:pt idx="4047">165125</cx:pt>
          <cx:pt idx="4048">165146</cx:pt>
          <cx:pt idx="4049">165233</cx:pt>
          <cx:pt idx="4050">165263</cx:pt>
          <cx:pt idx="4051">165283</cx:pt>
          <cx:pt idx="4052">165309</cx:pt>
          <cx:pt idx="4053">165421</cx:pt>
          <cx:pt idx="4054">165421</cx:pt>
          <cx:pt idx="4055">165537</cx:pt>
          <cx:pt idx="4056">165603</cx:pt>
          <cx:pt idx="4057">165606</cx:pt>
          <cx:pt idx="4058">165659</cx:pt>
          <cx:pt idx="4059">165694</cx:pt>
          <cx:pt idx="4060">165705</cx:pt>
          <cx:pt idx="4061">165751</cx:pt>
          <cx:pt idx="4062">165798</cx:pt>
          <cx:pt idx="4063">165833</cx:pt>
          <cx:pt idx="4064">165855</cx:pt>
          <cx:pt idx="4065">165888</cx:pt>
          <cx:pt idx="4066">165907</cx:pt>
          <cx:pt idx="4067">165916</cx:pt>
          <cx:pt idx="4068">165934</cx:pt>
          <cx:pt idx="4069">165981</cx:pt>
          <cx:pt idx="4070">165999</cx:pt>
          <cx:pt idx="4071">166018</cx:pt>
          <cx:pt idx="4072">166025</cx:pt>
          <cx:pt idx="4073">166026</cx:pt>
          <cx:pt idx="4074">166043</cx:pt>
          <cx:pt idx="4075">166164</cx:pt>
          <cx:pt idx="4076">166170</cx:pt>
          <cx:pt idx="4077">166190</cx:pt>
          <cx:pt idx="4078">166234</cx:pt>
          <cx:pt idx="4079">166288</cx:pt>
          <cx:pt idx="4080">166301</cx:pt>
          <cx:pt idx="4081">166314</cx:pt>
          <cx:pt idx="4082">166342</cx:pt>
          <cx:pt idx="4083">166342</cx:pt>
          <cx:pt idx="4084">166475</cx:pt>
          <cx:pt idx="4085">166609</cx:pt>
          <cx:pt idx="4086">166627</cx:pt>
          <cx:pt idx="4087">166647</cx:pt>
          <cx:pt idx="4088">166650</cx:pt>
          <cx:pt idx="4089">166664</cx:pt>
          <cx:pt idx="4090">166666</cx:pt>
          <cx:pt idx="4091">166672</cx:pt>
          <cx:pt idx="4092">166772</cx:pt>
          <cx:pt idx="4093">166777</cx:pt>
          <cx:pt idx="4094">166812</cx:pt>
          <cx:pt idx="4095">166914</cx:pt>
          <cx:pt idx="4096">166914</cx:pt>
          <cx:pt idx="4097">166979</cx:pt>
          <cx:pt idx="4098">167011</cx:pt>
          <cx:pt idx="4099">167022</cx:pt>
          <cx:pt idx="4100">167219</cx:pt>
          <cx:pt idx="4101">167260</cx:pt>
          <cx:pt idx="4102">167278</cx:pt>
          <cx:pt idx="4103">167438</cx:pt>
          <cx:pt idx="4104">167536</cx:pt>
          <cx:pt idx="4105">167557</cx:pt>
          <cx:pt idx="4106">167557</cx:pt>
          <cx:pt idx="4107">167566</cx:pt>
          <cx:pt idx="4108">167607</cx:pt>
          <cx:pt idx="4109">167612</cx:pt>
          <cx:pt idx="4110">167666</cx:pt>
          <cx:pt idx="4111">167666</cx:pt>
          <cx:pt idx="4112">167695</cx:pt>
          <cx:pt idx="4113">167697</cx:pt>
          <cx:pt idx="4114">167750</cx:pt>
          <cx:pt idx="4115">167766</cx:pt>
          <cx:pt idx="4116">167785</cx:pt>
          <cx:pt idx="4117">167822</cx:pt>
          <cx:pt idx="4118">167869</cx:pt>
          <cx:pt idx="4119">167939</cx:pt>
          <cx:pt idx="4120">167977</cx:pt>
          <cx:pt idx="4121">167990</cx:pt>
          <cx:pt idx="4122">167999</cx:pt>
          <cx:pt idx="4123">168104</cx:pt>
          <cx:pt idx="4124">168210</cx:pt>
          <cx:pt idx="4125">168242</cx:pt>
          <cx:pt idx="4126">168263</cx:pt>
          <cx:pt idx="4127">168367</cx:pt>
          <cx:pt idx="4128">168372</cx:pt>
          <cx:pt idx="4129">168412</cx:pt>
          <cx:pt idx="4130">168522</cx:pt>
          <cx:pt idx="4131">168542</cx:pt>
          <cx:pt idx="4132">168584</cx:pt>
          <cx:pt idx="4133">168666</cx:pt>
          <cx:pt idx="4134">168681</cx:pt>
          <cx:pt idx="4135">168759</cx:pt>
          <cx:pt idx="4136">168762</cx:pt>
          <cx:pt idx="4137">168819</cx:pt>
          <cx:pt idx="4138">168845</cx:pt>
          <cx:pt idx="4139">168859</cx:pt>
          <cx:pt idx="4140">168896</cx:pt>
          <cx:pt idx="4141">168913</cx:pt>
          <cx:pt idx="4142">168999</cx:pt>
          <cx:pt idx="4143">169000</cx:pt>
          <cx:pt idx="4144">169038</cx:pt>
          <cx:pt idx="4145">169046</cx:pt>
          <cx:pt idx="4146">169085</cx:pt>
          <cx:pt idx="4147">169096</cx:pt>
          <cx:pt idx="4148">169107</cx:pt>
          <cx:pt idx="4149">169341</cx:pt>
          <cx:pt idx="4150">169349</cx:pt>
          <cx:pt idx="4151">169416</cx:pt>
          <cx:pt idx="4152">169439</cx:pt>
          <cx:pt idx="4153">169442</cx:pt>
          <cx:pt idx="4154">169479</cx:pt>
          <cx:pt idx="4155">169483</cx:pt>
          <cx:pt idx="4156">169497</cx:pt>
          <cx:pt idx="4157">169646</cx:pt>
          <cx:pt idx="4158">169762</cx:pt>
          <cx:pt idx="4159">169900</cx:pt>
          <cx:pt idx="4160">169933</cx:pt>
          <cx:pt idx="4161">169933</cx:pt>
          <cx:pt idx="4162">169933</cx:pt>
          <cx:pt idx="4163">169966</cx:pt>
          <cx:pt idx="4164">169982</cx:pt>
          <cx:pt idx="4165">169999</cx:pt>
          <cx:pt idx="4166">170000</cx:pt>
          <cx:pt idx="4167">170003</cx:pt>
          <cx:pt idx="4168">170033</cx:pt>
          <cx:pt idx="4169">170034</cx:pt>
          <cx:pt idx="4170">170159</cx:pt>
          <cx:pt idx="4171">170302</cx:pt>
          <cx:pt idx="4172">170447</cx:pt>
          <cx:pt idx="4173">170451</cx:pt>
          <cx:pt idx="4174">170494</cx:pt>
          <cx:pt idx="4175">170673</cx:pt>
          <cx:pt idx="4176">170677</cx:pt>
          <cx:pt idx="4177">170810</cx:pt>
          <cx:pt idx="4178">171080</cx:pt>
          <cx:pt idx="4179">171087</cx:pt>
          <cx:pt idx="4180">171112</cx:pt>
          <cx:pt idx="4181">171223</cx:pt>
          <cx:pt idx="4182">171396</cx:pt>
          <cx:pt idx="4183">171424</cx:pt>
          <cx:pt idx="4184">171559</cx:pt>
          <cx:pt idx="4185">171604</cx:pt>
          <cx:pt idx="4186">171628</cx:pt>
          <cx:pt idx="4187">171668</cx:pt>
          <cx:pt idx="4188">171700</cx:pt>
          <cx:pt idx="4189">171711</cx:pt>
          <cx:pt idx="4190">171713</cx:pt>
          <cx:pt idx="4191">171872</cx:pt>
          <cx:pt idx="4192">171958</cx:pt>
          <cx:pt idx="4193">172035</cx:pt>
          <cx:pt idx="4194">172095</cx:pt>
          <cx:pt idx="4195">172101</cx:pt>
          <cx:pt idx="4196">172166</cx:pt>
          <cx:pt idx="4197">172189</cx:pt>
          <cx:pt idx="4198">172289</cx:pt>
          <cx:pt idx="4199">172363</cx:pt>
          <cx:pt idx="4200">172376</cx:pt>
          <cx:pt idx="4201">172401</cx:pt>
          <cx:pt idx="4202">172471</cx:pt>
          <cx:pt idx="4203">172521</cx:pt>
          <cx:pt idx="4204">172593</cx:pt>
          <cx:pt idx="4205">172636</cx:pt>
          <cx:pt idx="4206">172773</cx:pt>
          <cx:pt idx="4207">172800</cx:pt>
          <cx:pt idx="4208">172825</cx:pt>
          <cx:pt idx="4209">172966</cx:pt>
          <cx:pt idx="4210">173014</cx:pt>
          <cx:pt idx="4211">173103</cx:pt>
          <cx:pt idx="4212">173165</cx:pt>
          <cx:pt idx="4213">173189</cx:pt>
          <cx:pt idx="4214">173229</cx:pt>
          <cx:pt idx="4215">173247</cx:pt>
          <cx:pt idx="4216">173333</cx:pt>
          <cx:pt idx="4217">173343</cx:pt>
          <cx:pt idx="4218">173347</cx:pt>
          <cx:pt idx="4219">173348</cx:pt>
          <cx:pt idx="4220">173575</cx:pt>
          <cx:pt idx="4221">173581</cx:pt>
          <cx:pt idx="4222">173630</cx:pt>
          <cx:pt idx="4223">173738</cx:pt>
          <cx:pt idx="4224">173797</cx:pt>
          <cx:pt idx="4225">173799</cx:pt>
          <cx:pt idx="4226">173807</cx:pt>
          <cx:pt idx="4227">173965</cx:pt>
          <cx:pt idx="4228">173991</cx:pt>
          <cx:pt idx="4229">173997</cx:pt>
          <cx:pt idx="4230">174031</cx:pt>
          <cx:pt idx="4231">174067</cx:pt>
          <cx:pt idx="4232">174087</cx:pt>
          <cx:pt idx="4233">174123</cx:pt>
          <cx:pt idx="4234">174133</cx:pt>
          <cx:pt idx="4235">174281</cx:pt>
          <cx:pt idx="4236">174300</cx:pt>
          <cx:pt idx="4237">174326</cx:pt>
          <cx:pt idx="4238">174338</cx:pt>
          <cx:pt idx="4239">174362</cx:pt>
          <cx:pt idx="4240">174484</cx:pt>
          <cx:pt idx="4241">174646</cx:pt>
          <cx:pt idx="4242">174646</cx:pt>
          <cx:pt idx="4243">174794</cx:pt>
          <cx:pt idx="4244">174816</cx:pt>
          <cx:pt idx="4245">174859</cx:pt>
          <cx:pt idx="4246">174893</cx:pt>
          <cx:pt idx="4247">174897</cx:pt>
          <cx:pt idx="4248">174932</cx:pt>
          <cx:pt idx="4249">175000</cx:pt>
          <cx:pt idx="4250">175083</cx:pt>
          <cx:pt idx="4251">175136</cx:pt>
          <cx:pt idx="4252">175166</cx:pt>
          <cx:pt idx="4253">175218</cx:pt>
          <cx:pt idx="4254">175241</cx:pt>
          <cx:pt idx="4255">175255</cx:pt>
          <cx:pt idx="4256">175283</cx:pt>
          <cx:pt idx="4257">175309</cx:pt>
          <cx:pt idx="4258">175346</cx:pt>
          <cx:pt idx="4259">175523</cx:pt>
          <cx:pt idx="4260">175523</cx:pt>
          <cx:pt idx="4261">175523</cx:pt>
          <cx:pt idx="4262">175523</cx:pt>
          <cx:pt idx="4263">175523</cx:pt>
          <cx:pt idx="4264">175558</cx:pt>
          <cx:pt idx="4265">175577</cx:pt>
          <cx:pt idx="4266">175620</cx:pt>
          <cx:pt idx="4267">175623</cx:pt>
          <cx:pt idx="4268">175634</cx:pt>
          <cx:pt idx="4269">175679</cx:pt>
          <cx:pt idx="4270">175679</cx:pt>
          <cx:pt idx="4271">175866</cx:pt>
          <cx:pt idx="4272">175867</cx:pt>
          <cx:pt idx="4273">175951</cx:pt>
          <cx:pt idx="4274">175987</cx:pt>
          <cx:pt idx="4275">176046</cx:pt>
          <cx:pt idx="4276">176046</cx:pt>
          <cx:pt idx="4277">176063</cx:pt>
          <cx:pt idx="4278">176317</cx:pt>
          <cx:pt idx="4279">176340</cx:pt>
          <cx:pt idx="4280">176345</cx:pt>
          <cx:pt idx="4281">176351</cx:pt>
          <cx:pt idx="4282">176431</cx:pt>
          <cx:pt idx="4283">176431</cx:pt>
          <cx:pt idx="4284">176483</cx:pt>
          <cx:pt idx="4285">176510</cx:pt>
          <cx:pt idx="4286">176516</cx:pt>
          <cx:pt idx="4287">176530</cx:pt>
          <cx:pt idx="4288">176569</cx:pt>
          <cx:pt idx="4289">176598</cx:pt>
          <cx:pt idx="4290">176598</cx:pt>
          <cx:pt idx="4291">176623</cx:pt>
          <cx:pt idx="4292">176633</cx:pt>
          <cx:pt idx="4293">176647</cx:pt>
          <cx:pt idx="4294">176666</cx:pt>
          <cx:pt idx="4295">176672</cx:pt>
          <cx:pt idx="4296">176729</cx:pt>
          <cx:pt idx="4297">176750</cx:pt>
          <cx:pt idx="4298">176795</cx:pt>
          <cx:pt idx="4299">176835</cx:pt>
          <cx:pt idx="4300">176835</cx:pt>
          <cx:pt idx="4301">176835</cx:pt>
          <cx:pt idx="4302">176951</cx:pt>
          <cx:pt idx="4303">176964</cx:pt>
          <cx:pt idx="4304">176969</cx:pt>
          <cx:pt idx="4305">177125</cx:pt>
          <cx:pt idx="4306">177158</cx:pt>
          <cx:pt idx="4307">177198</cx:pt>
          <cx:pt idx="4308">177198</cx:pt>
          <cx:pt idx="4309">177223</cx:pt>
          <cx:pt idx="4310">177263</cx:pt>
          <cx:pt idx="4311">177333</cx:pt>
          <cx:pt idx="4312">177350</cx:pt>
          <cx:pt idx="4313">177382</cx:pt>
          <cx:pt idx="4314">177570</cx:pt>
          <cx:pt idx="4315">177570</cx:pt>
          <cx:pt idx="4316">177661</cx:pt>
          <cx:pt idx="4317">177909</cx:pt>
          <cx:pt idx="4318">177926</cx:pt>
          <cx:pt idx="4319">177938</cx:pt>
          <cx:pt idx="4320">177964</cx:pt>
          <cx:pt idx="4321">177989</cx:pt>
          <cx:pt idx="4322">177999</cx:pt>
          <cx:pt idx="4323">178058</cx:pt>
          <cx:pt idx="4324">178058</cx:pt>
          <cx:pt idx="4325">178058</cx:pt>
          <cx:pt idx="4326">178058</cx:pt>
          <cx:pt idx="4327">178067</cx:pt>
          <cx:pt idx="4328">178086</cx:pt>
          <cx:pt idx="4329">178143</cx:pt>
          <cx:pt idx="4330">178143</cx:pt>
          <cx:pt idx="4331">178184</cx:pt>
          <cx:pt idx="4332">178212</cx:pt>
          <cx:pt idx="4333">178244</cx:pt>
          <cx:pt idx="4334">178534</cx:pt>
          <cx:pt idx="4335">178538</cx:pt>
          <cx:pt idx="4336">178548</cx:pt>
          <cx:pt idx="4337">178626</cx:pt>
          <cx:pt idx="4338">178683</cx:pt>
          <cx:pt idx="4339">178750</cx:pt>
          <cx:pt idx="4340">178857</cx:pt>
          <cx:pt idx="4341">178972</cx:pt>
          <cx:pt idx="4342">179010</cx:pt>
          <cx:pt idx="4343">179038</cx:pt>
          <cx:pt idx="4344">179254</cx:pt>
          <cx:pt idx="4345">179337</cx:pt>
          <cx:pt idx="4346">179359</cx:pt>
          <cx:pt idx="4347">179456</cx:pt>
          <cx:pt idx="4348">179460</cx:pt>
          <cx:pt idx="4349">179492</cx:pt>
          <cx:pt idx="4350">179501</cx:pt>
          <cx:pt idx="4351">179569</cx:pt>
          <cx:pt idx="4352">179569</cx:pt>
          <cx:pt idx="4353">179665</cx:pt>
          <cx:pt idx="4354">179811</cx:pt>
          <cx:pt idx="4355">179819</cx:pt>
          <cx:pt idx="4356">179864</cx:pt>
          <cx:pt idx="4357">179882</cx:pt>
          <cx:pt idx="4358">179952</cx:pt>
          <cx:pt idx="4359">179983</cx:pt>
          <cx:pt idx="4360">180000</cx:pt>
          <cx:pt idx="4361">180000</cx:pt>
          <cx:pt idx="4362">180024</cx:pt>
          <cx:pt idx="4363">180133</cx:pt>
          <cx:pt idx="4364">180137</cx:pt>
          <cx:pt idx="4365">180200</cx:pt>
          <cx:pt idx="4366">180279</cx:pt>
          <cx:pt idx="4367">180331</cx:pt>
          <cx:pt idx="4368">180332</cx:pt>
          <cx:pt idx="4369">180500</cx:pt>
          <cx:pt idx="4370">180593</cx:pt>
          <cx:pt idx="4371">180683</cx:pt>
          <cx:pt idx="4372">180789</cx:pt>
          <cx:pt idx="4373">180792</cx:pt>
          <cx:pt idx="4374">180866</cx:pt>
          <cx:pt idx="4375">180971</cx:pt>
          <cx:pt idx="4376">181150</cx:pt>
          <cx:pt idx="4377">181186</cx:pt>
          <cx:pt idx="4378">181186</cx:pt>
          <cx:pt idx="4379">181240</cx:pt>
          <cx:pt idx="4380">181240</cx:pt>
          <cx:pt idx="4381">181258</cx:pt>
          <cx:pt idx="4382">181384</cx:pt>
          <cx:pt idx="4383">181397</cx:pt>
          <cx:pt idx="4384">181397</cx:pt>
          <cx:pt idx="4385">181432</cx:pt>
          <cx:pt idx="4386">181484</cx:pt>
          <cx:pt idx="4387">181794</cx:pt>
          <cx:pt idx="4388">181794</cx:pt>
          <cx:pt idx="4389">181800</cx:pt>
          <cx:pt idx="4390">181800</cx:pt>
          <cx:pt idx="4391">181850</cx:pt>
          <cx:pt idx="4392">181905</cx:pt>
          <cx:pt idx="4393">181956</cx:pt>
          <cx:pt idx="4394">181956</cx:pt>
          <cx:pt idx="4395">182157</cx:pt>
          <cx:pt idx="4396">182227</cx:pt>
          <cx:pt idx="4397">182418</cx:pt>
          <cx:pt idx="4398">182461</cx:pt>
          <cx:pt idx="4399">182489</cx:pt>
          <cx:pt idx="4400">182620</cx:pt>
          <cx:pt idx="4401">182639</cx:pt>
          <cx:pt idx="4402">182741</cx:pt>
          <cx:pt idx="4403">182772</cx:pt>
          <cx:pt idx="4404">182798</cx:pt>
          <cx:pt idx="4405">182826</cx:pt>
          <cx:pt idx="4406">182868</cx:pt>
          <cx:pt idx="4407">182875</cx:pt>
          <cx:pt idx="4408">182927</cx:pt>
          <cx:pt idx="4409">183007</cx:pt>
          <cx:pt idx="4410">183055</cx:pt>
          <cx:pt idx="4411">183233</cx:pt>
          <cx:pt idx="4412">183321</cx:pt>
          <cx:pt idx="4413">183323</cx:pt>
          <cx:pt idx="4414">183335</cx:pt>
          <cx:pt idx="4415">183349</cx:pt>
          <cx:pt idx="4416">183358</cx:pt>
          <cx:pt idx="4417">183402</cx:pt>
          <cx:pt idx="4418">183411</cx:pt>
          <cx:pt idx="4419">183539</cx:pt>
          <cx:pt idx="4420">183682</cx:pt>
          <cx:pt idx="4421">183854</cx:pt>
          <cx:pt idx="4422">183870</cx:pt>
          <cx:pt idx="4423">183875</cx:pt>
          <cx:pt idx="4424">184038</cx:pt>
          <cx:pt idx="4425">184051</cx:pt>
          <cx:pt idx="4426">184174</cx:pt>
          <cx:pt idx="4427">184183</cx:pt>
          <cx:pt idx="4428">184203</cx:pt>
          <cx:pt idx="4429">184205</cx:pt>
          <cx:pt idx="4430">184345</cx:pt>
          <cx:pt idx="4431">184413</cx:pt>
          <cx:pt idx="4432">184419</cx:pt>
          <cx:pt idx="4433">184501</cx:pt>
          <cx:pt idx="4434">184594</cx:pt>
          <cx:pt idx="4435">184601</cx:pt>
          <cx:pt idx="4436">184690</cx:pt>
          <cx:pt idx="4437">184866</cx:pt>
          <cx:pt idx="4438">184953</cx:pt>
          <cx:pt idx="4439">184975</cx:pt>
          <cx:pt idx="4440">184990</cx:pt>
          <cx:pt idx="4441">185118</cx:pt>
          <cx:pt idx="4442">185133</cx:pt>
          <cx:pt idx="4443">185265</cx:pt>
          <cx:pt idx="4444">185304</cx:pt>
          <cx:pt idx="4445">185383</cx:pt>
          <cx:pt idx="4446">185547</cx:pt>
          <cx:pt idx="4447">185551</cx:pt>
          <cx:pt idx="4448">185587</cx:pt>
          <cx:pt idx="4449">185608</cx:pt>
          <cx:pt idx="4450">185750</cx:pt>
          <cx:pt idx="4451">185878</cx:pt>
          <cx:pt idx="4452">185898</cx:pt>
          <cx:pt idx="4453">186149</cx:pt>
          <cx:pt idx="4454">186287</cx:pt>
          <cx:pt idx="4455">186365</cx:pt>
          <cx:pt idx="4456">186393</cx:pt>
          <cx:pt idx="4457">186393</cx:pt>
          <cx:pt idx="4458">186422</cx:pt>
          <cx:pt idx="4459">186541</cx:pt>
          <cx:pt idx="4460">186554</cx:pt>
          <cx:pt idx="4461">186669</cx:pt>
          <cx:pt idx="4462">186683</cx:pt>
          <cx:pt idx="4463">186684</cx:pt>
          <cx:pt idx="4464">186749</cx:pt>
          <cx:pt idx="4465">186749</cx:pt>
          <cx:pt idx="4466">186769</cx:pt>
          <cx:pt idx="4467">186822</cx:pt>
          <cx:pt idx="4468">186827</cx:pt>
          <cx:pt idx="4469">186989</cx:pt>
          <cx:pt idx="4470">187005</cx:pt>
          <cx:pt idx="4471">187133</cx:pt>
          <cx:pt idx="4472">187164</cx:pt>
          <cx:pt idx="4473">187173</cx:pt>
          <cx:pt idx="4474">187198</cx:pt>
          <cx:pt idx="4475">187216</cx:pt>
          <cx:pt idx="4476">187224</cx:pt>
          <cx:pt idx="4477">187388</cx:pt>
          <cx:pt idx="4478">187483</cx:pt>
          <cx:pt idx="4479">187524</cx:pt>
          <cx:pt idx="4480">187599</cx:pt>
          <cx:pt idx="4481">187635</cx:pt>
          <cx:pt idx="4482">187722</cx:pt>
          <cx:pt idx="4483">187743</cx:pt>
          <cx:pt idx="4484">187829</cx:pt>
          <cx:pt idx="4485">187895</cx:pt>
          <cx:pt idx="4486">188135</cx:pt>
          <cx:pt idx="4487">188228</cx:pt>
          <cx:pt idx="4488">188330</cx:pt>
          <cx:pt idx="4489">188330</cx:pt>
          <cx:pt idx="4490">188333</cx:pt>
          <cx:pt idx="4491">188333</cx:pt>
          <cx:pt idx="4492">188348</cx:pt>
          <cx:pt idx="4493">188427</cx:pt>
          <cx:pt idx="4494">188446</cx:pt>
          <cx:pt idx="4495">188503</cx:pt>
          <cx:pt idx="4496">188503</cx:pt>
          <cx:pt idx="4497">188649</cx:pt>
          <cx:pt idx="4498">188734</cx:pt>
          <cx:pt idx="4499">188842</cx:pt>
          <cx:pt idx="4500">188845</cx:pt>
          <cx:pt idx="4501">188890</cx:pt>
          <cx:pt idx="4502">188890</cx:pt>
          <cx:pt idx="4503">189112</cx:pt>
          <cx:pt idx="4504">189330</cx:pt>
          <cx:pt idx="4505">189454</cx:pt>
          <cx:pt idx="4506">189454</cx:pt>
          <cx:pt idx="4507">189650</cx:pt>
          <cx:pt idx="4508">189650</cx:pt>
          <cx:pt idx="4509">189832</cx:pt>
          <cx:pt idx="4510">189876</cx:pt>
          <cx:pt idx="4511">189944</cx:pt>
          <cx:pt idx="4512">190003</cx:pt>
          <cx:pt idx="4513">190020</cx:pt>
          <cx:pt idx="4514">190112</cx:pt>
          <cx:pt idx="4515">190374</cx:pt>
          <cx:pt idx="4516">190392</cx:pt>
          <cx:pt idx="4517">190412</cx:pt>
          <cx:pt idx="4518">190443</cx:pt>
          <cx:pt idx="4519">190588</cx:pt>
          <cx:pt idx="4520">190611</cx:pt>
          <cx:pt idx="4521">190883</cx:pt>
          <cx:pt idx="4522">190930</cx:pt>
          <cx:pt idx="4523">191035</cx:pt>
          <cx:pt idx="4524">191035</cx:pt>
          <cx:pt idx="4525">191307</cx:pt>
          <cx:pt idx="4526">191365</cx:pt>
          <cx:pt idx="4527">191386</cx:pt>
          <cx:pt idx="4528">191526</cx:pt>
          <cx:pt idx="4529">191722</cx:pt>
          <cx:pt idx="4530">191786</cx:pt>
          <cx:pt idx="4531">191835</cx:pt>
          <cx:pt idx="4532">191835</cx:pt>
          <cx:pt idx="4533">191865</cx:pt>
          <cx:pt idx="4534">191887</cx:pt>
          <cx:pt idx="4535">191890</cx:pt>
          <cx:pt idx="4536">192009</cx:pt>
          <cx:pt idx="4537">192009</cx:pt>
          <cx:pt idx="4538">192035</cx:pt>
          <cx:pt idx="4539">192193</cx:pt>
          <cx:pt idx="4540">192216</cx:pt>
          <cx:pt idx="4541">192481</cx:pt>
          <cx:pt idx="4542">192481</cx:pt>
          <cx:pt idx="4543">192553</cx:pt>
          <cx:pt idx="4544">192660</cx:pt>
          <cx:pt idx="4545">192676</cx:pt>
          <cx:pt idx="4546">192682</cx:pt>
          <cx:pt idx="4547">192958</cx:pt>
          <cx:pt idx="4548">193177</cx:pt>
          <cx:pt idx="4549">193198</cx:pt>
          <cx:pt idx="4550">193208</cx:pt>
          <cx:pt idx="4551">193293</cx:pt>
          <cx:pt idx="4552">193326</cx:pt>
          <cx:pt idx="4553">193332</cx:pt>
          <cx:pt idx="4554">193376</cx:pt>
          <cx:pt idx="4555">193500</cx:pt>
          <cx:pt idx="4556">193510</cx:pt>
          <cx:pt idx="4557">193566</cx:pt>
          <cx:pt idx="4558">193620</cx:pt>
          <cx:pt idx="4559">193637</cx:pt>
          <cx:pt idx="4560">193727</cx:pt>
          <cx:pt idx="4561">193782</cx:pt>
          <cx:pt idx="4562">193919</cx:pt>
          <cx:pt idx="4563">194006</cx:pt>
          <cx:pt idx="4564">194041</cx:pt>
          <cx:pt idx="4565">194224</cx:pt>
          <cx:pt idx="4566">194269</cx:pt>
          <cx:pt idx="4567">194280</cx:pt>
          <cx:pt idx="4568">194326</cx:pt>
          <cx:pt idx="4569">194396</cx:pt>
          <cx:pt idx="4570">194573</cx:pt>
          <cx:pt idx="4571">194677</cx:pt>
          <cx:pt idx="4572">194738</cx:pt>
          <cx:pt idx="4573">194850</cx:pt>
          <cx:pt idx="4574">194958</cx:pt>
          <cx:pt idx="4575">194984</cx:pt>
          <cx:pt idx="4576">194994</cx:pt>
          <cx:pt idx="4577">195066</cx:pt>
          <cx:pt idx="4578">195066</cx:pt>
          <cx:pt idx="4579">195085</cx:pt>
          <cx:pt idx="4580">195138</cx:pt>
          <cx:pt idx="4581">195216</cx:pt>
          <cx:pt idx="4582">195216</cx:pt>
          <cx:pt idx="4583">195276</cx:pt>
          <cx:pt idx="4584">195316</cx:pt>
          <cx:pt idx="4585">195471</cx:pt>
          <cx:pt idx="4586">195539</cx:pt>
          <cx:pt idx="4587">195539</cx:pt>
          <cx:pt idx="4588">195710</cx:pt>
          <cx:pt idx="4589">195800</cx:pt>
          <cx:pt idx="4590">195868</cx:pt>
          <cx:pt idx="4591">195901</cx:pt>
          <cx:pt idx="4592">195916</cx:pt>
          <cx:pt idx="4593">195965</cx:pt>
          <cx:pt idx="4594">196008</cx:pt>
          <cx:pt idx="4595">196350</cx:pt>
          <cx:pt idx="4596">196350</cx:pt>
          <cx:pt idx="4597">196385</cx:pt>
          <cx:pt idx="4598">196668</cx:pt>
          <cx:pt idx="4599">196700</cx:pt>
          <cx:pt idx="4600">196712</cx:pt>
          <cx:pt idx="4601">196740</cx:pt>
          <cx:pt idx="4602">196868</cx:pt>
          <cx:pt idx="4603">196910</cx:pt>
          <cx:pt idx="4604">196933</cx:pt>
          <cx:pt idx="4605">197006</cx:pt>
          <cx:pt idx="4606">197116</cx:pt>
          <cx:pt idx="4607">197203</cx:pt>
          <cx:pt idx="4608">197215</cx:pt>
          <cx:pt idx="4609">197243</cx:pt>
          <cx:pt idx="4610">197305</cx:pt>
          <cx:pt idx="4611">197465</cx:pt>
          <cx:pt idx="4612">197500</cx:pt>
          <cx:pt idx="4613">197538</cx:pt>
          <cx:pt idx="4614">197775</cx:pt>
          <cx:pt idx="4615">197799</cx:pt>
          <cx:pt idx="4616">197866</cx:pt>
          <cx:pt idx="4617">198031</cx:pt>
          <cx:pt idx="4618">198062</cx:pt>
          <cx:pt idx="4619">198302</cx:pt>
          <cx:pt idx="4620">198390</cx:pt>
          <cx:pt idx="4621">198450</cx:pt>
          <cx:pt idx="4622">198571</cx:pt>
          <cx:pt idx="4623">198605</cx:pt>
          <cx:pt idx="4624">198813</cx:pt>
          <cx:pt idx="4625">198816</cx:pt>
          <cx:pt idx="4626">198874</cx:pt>
          <cx:pt idx="4627">198898</cx:pt>
          <cx:pt idx="4628">198909</cx:pt>
          <cx:pt idx="4629">198999</cx:pt>
          <cx:pt idx="4630">199147</cx:pt>
          <cx:pt idx="4631">199212</cx:pt>
          <cx:pt idx="4632">199257</cx:pt>
          <cx:pt idx="4633">199458</cx:pt>
          <cx:pt idx="4634">199492</cx:pt>
          <cx:pt idx="4635">199581</cx:pt>
          <cx:pt idx="4636">199583</cx:pt>
          <cx:pt idx="4637">199583</cx:pt>
          <cx:pt idx="4638">199619</cx:pt>
          <cx:pt idx="4639">199642</cx:pt>
          <cx:pt idx="4640">199666</cx:pt>
          <cx:pt idx="4641">199896</cx:pt>
          <cx:pt idx="4642">199991</cx:pt>
          <cx:pt idx="4643">200000</cx:pt>
          <cx:pt idx="4644">200000</cx:pt>
          <cx:pt idx="4645">200000</cx:pt>
          <cx:pt idx="4646">200000</cx:pt>
          <cx:pt idx="4647">200000</cx:pt>
          <cx:pt idx="4648">200000</cx:pt>
          <cx:pt idx="4649">200000</cx:pt>
          <cx:pt idx="4650">200000</cx:pt>
          <cx:pt idx="4651">200000</cx:pt>
          <cx:pt idx="4652">200000</cx:pt>
          <cx:pt idx="4653">200000</cx:pt>
          <cx:pt idx="4654">200000</cx:pt>
          <cx:pt idx="4655">200000</cx:pt>
          <cx:pt idx="4656">200002</cx:pt>
          <cx:pt idx="4657">200125</cx:pt>
          <cx:pt idx="4658">200166</cx:pt>
          <cx:pt idx="4659">200199</cx:pt>
          <cx:pt idx="4660">200250</cx:pt>
          <cx:pt idx="4661">200292</cx:pt>
          <cx:pt idx="4662">200360</cx:pt>
          <cx:pt idx="4663">200366</cx:pt>
          <cx:pt idx="4664">200399</cx:pt>
          <cx:pt idx="4665">200420</cx:pt>
          <cx:pt idx="4666">200435</cx:pt>
          <cx:pt idx="4667">200459</cx:pt>
          <cx:pt idx="4668">200540</cx:pt>
          <cx:pt idx="4669">200661</cx:pt>
          <cx:pt idx="4670">200708</cx:pt>
          <cx:pt idx="4671">200774</cx:pt>
          <cx:pt idx="4672">200983</cx:pt>
          <cx:pt idx="4673">201363</cx:pt>
          <cx:pt idx="4674">201384</cx:pt>
          <cx:pt idx="4675">201570</cx:pt>
          <cx:pt idx="4676">201624</cx:pt>
          <cx:pt idx="4677">201660</cx:pt>
          <cx:pt idx="4678">201738</cx:pt>
          <cx:pt idx="4679">202019</cx:pt>
          <cx:pt idx="4680">202120</cx:pt>
          <cx:pt idx="4681">202165</cx:pt>
          <cx:pt idx="4682">202269</cx:pt>
          <cx:pt idx="4683">202284</cx:pt>
          <cx:pt idx="4684">202284</cx:pt>
          <cx:pt idx="4685">202298</cx:pt>
          <cx:pt idx="4686">202308</cx:pt>
          <cx:pt idx="4687">202337</cx:pt>
          <cx:pt idx="4688">202350</cx:pt>
          <cx:pt idx="4689">202381</cx:pt>
          <cx:pt idx="4690">202381</cx:pt>
          <cx:pt idx="4691">202696</cx:pt>
          <cx:pt idx="4692">202750</cx:pt>
          <cx:pt idx="4693">202754</cx:pt>
          <cx:pt idx="4694">202847</cx:pt>
          <cx:pt idx="4695">203170</cx:pt>
          <cx:pt idx="4696">203286</cx:pt>
          <cx:pt idx="4697">203324</cx:pt>
          <cx:pt idx="4698">203331</cx:pt>
          <cx:pt idx="4699">203333</cx:pt>
          <cx:pt idx="4700">203417</cx:pt>
          <cx:pt idx="4701">203455</cx:pt>
          <cx:pt idx="4702">203455</cx:pt>
          <cx:pt idx="4703">203673</cx:pt>
          <cx:pt idx="4704">203743</cx:pt>
          <cx:pt idx="4705">203985</cx:pt>
          <cx:pt idx="4706">204051</cx:pt>
          <cx:pt idx="4707">204114</cx:pt>
          <cx:pt idx="4708">204114</cx:pt>
          <cx:pt idx="4709">204117</cx:pt>
          <cx:pt idx="4710">204166</cx:pt>
          <cx:pt idx="4711">204190</cx:pt>
          <cx:pt idx="4712">204190</cx:pt>
          <cx:pt idx="4713">204190</cx:pt>
          <cx:pt idx="4714">204416</cx:pt>
          <cx:pt idx="4715">204523</cx:pt>
          <cx:pt idx="4716">204536</cx:pt>
          <cx:pt idx="4717">204675</cx:pt>
          <cx:pt idx="4718">204712</cx:pt>
          <cx:pt idx="4719">204849</cx:pt>
          <cx:pt idx="4720">205077</cx:pt>
          <cx:pt idx="4721">205097</cx:pt>
          <cx:pt idx="4722">205190</cx:pt>
          <cx:pt idx="4723">205269</cx:pt>
          <cx:pt idx="4724">205269</cx:pt>
          <cx:pt idx="4725">205434</cx:pt>
          <cx:pt idx="4726">205504</cx:pt>
          <cx:pt idx="4727">205681</cx:pt>
          <cx:pt idx="4728">205696</cx:pt>
          <cx:pt idx="4729">205714</cx:pt>
          <cx:pt idx="4730">205789</cx:pt>
          <cx:pt idx="4731">205797</cx:pt>
          <cx:pt idx="4732">205838</cx:pt>
          <cx:pt idx="4733">205905</cx:pt>
          <cx:pt idx="4734">205976</cx:pt>
          <cx:pt idx="4735">206014</cx:pt>
          <cx:pt idx="4736">206116</cx:pt>
          <cx:pt idx="4737">206187</cx:pt>
          <cx:pt idx="4738">206188</cx:pt>
          <cx:pt idx="4739">206203</cx:pt>
          <cx:pt idx="4740">206211</cx:pt>
          <cx:pt idx="4741">206214</cx:pt>
          <cx:pt idx="4742">206473</cx:pt>
          <cx:pt idx="4743">206497</cx:pt>
          <cx:pt idx="4744">206572</cx:pt>
          <cx:pt idx="4745">206610</cx:pt>
          <cx:pt idx="4746">206633</cx:pt>
          <cx:pt idx="4747">206740</cx:pt>
          <cx:pt idx="4748">206878</cx:pt>
          <cx:pt idx="4749">206971</cx:pt>
          <cx:pt idx="4750">206983</cx:pt>
          <cx:pt idx="4751">207124</cx:pt>
          <cx:pt idx="4752">207167</cx:pt>
          <cx:pt idx="4753">207209</cx:pt>
          <cx:pt idx="4754">207435</cx:pt>
          <cx:pt idx="4755">207484</cx:pt>
          <cx:pt idx="4756">207487</cx:pt>
          <cx:pt idx="4757">207487</cx:pt>
          <cx:pt idx="4758">207516</cx:pt>
          <cx:pt idx="4759">207536</cx:pt>
          <cx:pt idx="4760">207564</cx:pt>
          <cx:pt idx="4761">207594</cx:pt>
          <cx:pt idx="4762">207597</cx:pt>
          <cx:pt idx="4763">207624</cx:pt>
          <cx:pt idx="4764">207688</cx:pt>
          <cx:pt idx="4765">207776</cx:pt>
          <cx:pt idx="4766">207776</cx:pt>
          <cx:pt idx="4767">207841</cx:pt>
          <cx:pt idx="4768">207944</cx:pt>
          <cx:pt idx="4769">208096</cx:pt>
          <cx:pt idx="4770">208131</cx:pt>
          <cx:pt idx="4771">208174</cx:pt>
          <cx:pt idx="4772">208179</cx:pt>
          <cx:pt idx="4773">208246</cx:pt>
          <cx:pt idx="4774">208373</cx:pt>
          <cx:pt idx="4775">208438</cx:pt>
          <cx:pt idx="4776">208461</cx:pt>
          <cx:pt idx="4777">208654</cx:pt>
          <cx:pt idx="4778">208654</cx:pt>
          <cx:pt idx="4779">208654</cx:pt>
          <cx:pt idx="4780">208760</cx:pt>
          <cx:pt idx="4781">208817</cx:pt>
          <cx:pt idx="4782">208824</cx:pt>
          <cx:pt idx="4783">208873</cx:pt>
          <cx:pt idx="4784">208980</cx:pt>
          <cx:pt idx="4785">209102</cx:pt>
          <cx:pt idx="4786">209103</cx:pt>
          <cx:pt idx="4787">209221</cx:pt>
          <cx:pt idx="4788">209298</cx:pt>
          <cx:pt idx="4789">209467</cx:pt>
          <cx:pt idx="4790">209467</cx:pt>
          <cx:pt idx="4791">209708</cx:pt>
          <cx:pt idx="4792">210036</cx:pt>
          <cx:pt idx="4793">210036</cx:pt>
          <cx:pt idx="4794">210066</cx:pt>
          <cx:pt idx="4795">210114</cx:pt>
          <cx:pt idx="4796">210611</cx:pt>
          <cx:pt idx="4797">210611</cx:pt>
          <cx:pt idx="4798">210721</cx:pt>
          <cx:pt idx="4799">210775</cx:pt>
          <cx:pt idx="4800">210865</cx:pt>
          <cx:pt idx="4801">210885</cx:pt>
          <cx:pt idx="4802">210969</cx:pt>
          <cx:pt idx="4803">210980</cx:pt>
          <cx:pt idx="4804">211014</cx:pt>
          <cx:pt idx="4805">211024</cx:pt>
          <cx:pt idx="4806">211034</cx:pt>
          <cx:pt idx="4807">211047</cx:pt>
          <cx:pt idx="4808">211143</cx:pt>
          <cx:pt idx="4809">211183</cx:pt>
          <cx:pt idx="4810">211223</cx:pt>
          <cx:pt idx="4811">211250</cx:pt>
          <cx:pt idx="4812">211319</cx:pt>
          <cx:pt idx="4813">211378</cx:pt>
          <cx:pt idx="4814">211378</cx:pt>
          <cx:pt idx="4815">211429</cx:pt>
          <cx:pt idx="4816">211511</cx:pt>
          <cx:pt idx="4817">211658</cx:pt>
          <cx:pt idx="4818">211658</cx:pt>
          <cx:pt idx="4819">211658</cx:pt>
          <cx:pt idx="4820">211766</cx:pt>
          <cx:pt idx="4821">211986</cx:pt>
          <cx:pt idx="4822">211986</cx:pt>
          <cx:pt idx="4823">211986</cx:pt>
          <cx:pt idx="4824">212036</cx:pt>
          <cx:pt idx="4825">212191</cx:pt>
          <cx:pt idx="4826">212191</cx:pt>
          <cx:pt idx="4827">212191</cx:pt>
          <cx:pt idx="4828">212191</cx:pt>
          <cx:pt idx="4829">212191</cx:pt>
          <cx:pt idx="4830">212191</cx:pt>
          <cx:pt idx="4831">212191</cx:pt>
          <cx:pt idx="4832">212191</cx:pt>
          <cx:pt idx="4833">212191</cx:pt>
          <cx:pt idx="4834">212191</cx:pt>
          <cx:pt idx="4835">212191</cx:pt>
          <cx:pt idx="4836">212191</cx:pt>
          <cx:pt idx="4837">212200</cx:pt>
          <cx:pt idx="4838">212234</cx:pt>
          <cx:pt idx="4839">212433</cx:pt>
          <cx:pt idx="4840">212561</cx:pt>
          <cx:pt idx="4841">212660</cx:pt>
          <cx:pt idx="4842">212857</cx:pt>
          <cx:pt idx="4843">212867</cx:pt>
          <cx:pt idx="4844">212902</cx:pt>
          <cx:pt idx="4845">212969</cx:pt>
          <cx:pt idx="4846">213234</cx:pt>
          <cx:pt idx="4847">213285</cx:pt>
          <cx:pt idx="4848">213322</cx:pt>
          <cx:pt idx="4849">213349</cx:pt>
          <cx:pt idx="4850">213422</cx:pt>
          <cx:pt idx="4851">213440</cx:pt>
          <cx:pt idx="4852">213464</cx:pt>
          <cx:pt idx="4853">213475</cx:pt>
          <cx:pt idx="4854">213878</cx:pt>
          <cx:pt idx="4855">213896</cx:pt>
          <cx:pt idx="4856">213999</cx:pt>
          <cx:pt idx="4857">214003</cx:pt>
          <cx:pt idx="4858">214033</cx:pt>
          <cx:pt idx="4859">214055</cx:pt>
          <cx:pt idx="4860">214293</cx:pt>
          <cx:pt idx="4861">214467</cx:pt>
          <cx:pt idx="4862">214635</cx:pt>
          <cx:pt idx="4863">214741</cx:pt>
          <cx:pt idx="4864">214741</cx:pt>
          <cx:pt idx="4865">215066</cx:pt>
          <cx:pt idx="4866">215382</cx:pt>
          <cx:pt idx="4867">215382</cx:pt>
          <cx:pt idx="4868">215445</cx:pt>
          <cx:pt idx="4869">215497</cx:pt>
          <cx:pt idx="4870">215515</cx:pt>
          <cx:pt idx="4871">215556</cx:pt>
          <cx:pt idx="4872">215558</cx:pt>
          <cx:pt idx="4873">215618</cx:pt>
          <cx:pt idx="4874">215647</cx:pt>
          <cx:pt idx="4875">215671</cx:pt>
          <cx:pt idx="4876">215700</cx:pt>
          <cx:pt idx="4877">215729</cx:pt>
          <cx:pt idx="4878">216000</cx:pt>
          <cx:pt idx="4879">216045</cx:pt>
          <cx:pt idx="4880">216050</cx:pt>
          <cx:pt idx="4881">216342</cx:pt>
          <cx:pt idx="4882">216381</cx:pt>
          <cx:pt idx="4883">216381</cx:pt>
          <cx:pt idx="4884">216393</cx:pt>
          <cx:pt idx="4885">216474</cx:pt>
          <cx:pt idx="4886">216967</cx:pt>
          <cx:pt idx="4887">217150</cx:pt>
          <cx:pt idx="4888">217304</cx:pt>
          <cx:pt idx="4889">217368</cx:pt>
          <cx:pt idx="4890">217428</cx:pt>
          <cx:pt idx="4891">217428</cx:pt>
          <cx:pt idx="4892">217539</cx:pt>
          <cx:pt idx="4893">217616</cx:pt>
          <cx:pt idx="4894">217639</cx:pt>
          <cx:pt idx="4895">217656</cx:pt>
          <cx:pt idx="4896">217671</cx:pt>
          <cx:pt idx="4897">217696</cx:pt>
          <cx:pt idx="4898">217780</cx:pt>
          <cx:pt idx="4899">217845</cx:pt>
          <cx:pt idx="4900">217845</cx:pt>
          <cx:pt idx="4901">217939</cx:pt>
          <cx:pt idx="4902">217939</cx:pt>
          <cx:pt idx="4903">217995</cx:pt>
          <cx:pt idx="4904">218016</cx:pt>
          <cx:pt idx="4905">218506</cx:pt>
          <cx:pt idx="4906">218546</cx:pt>
          <cx:pt idx="4907">218739</cx:pt>
          <cx:pt idx="4908">218888</cx:pt>
          <cx:pt idx="4909">218888</cx:pt>
          <cx:pt idx="4910">219000</cx:pt>
          <cx:pt idx="4911">219000</cx:pt>
          <cx:pt idx="4912">219116</cx:pt>
          <cx:pt idx="4913">219229</cx:pt>
          <cx:pt idx="4914">219366</cx:pt>
          <cx:pt idx="4915">219645</cx:pt>
          <cx:pt idx="4916">219645</cx:pt>
          <cx:pt idx="4917">219675</cx:pt>
          <cx:pt idx="4918">219714</cx:pt>
          <cx:pt idx="4919">219763</cx:pt>
          <cx:pt idx="4920">219770</cx:pt>
          <cx:pt idx="4921">219777</cx:pt>
          <cx:pt idx="4922">219911</cx:pt>
          <cx:pt idx="4923">219932</cx:pt>
          <cx:pt idx="4924">219977</cx:pt>
          <cx:pt idx="4925">220149</cx:pt>
          <cx:pt idx="4926">220263</cx:pt>
          <cx:pt idx="4927">220277</cx:pt>
          <cx:pt idx="4928">220475</cx:pt>
          <cx:pt idx="4929">220599</cx:pt>
          <cx:pt idx="4930">220668</cx:pt>
          <cx:pt idx="4931">220772</cx:pt>
          <cx:pt idx="4932">221270</cx:pt>
          <cx:pt idx="4933">221346</cx:pt>
          <cx:pt idx="4934">221384</cx:pt>
          <cx:pt idx="4935">221441</cx:pt>
          <cx:pt idx="4936">221463</cx:pt>
          <cx:pt idx="4937">221785</cx:pt>
          <cx:pt idx="4938">221792</cx:pt>
          <cx:pt idx="4939">221838</cx:pt>
          <cx:pt idx="4940">222021</cx:pt>
          <cx:pt idx="4941">222028</cx:pt>
          <cx:pt idx="4942">222204</cx:pt>
          <cx:pt idx="4943">222509</cx:pt>
          <cx:pt idx="4944">222509</cx:pt>
          <cx:pt idx="4945">222525</cx:pt>
          <cx:pt idx="4946">222663</cx:pt>
          <cx:pt idx="4947">222677</cx:pt>
          <cx:pt idx="4948">222718</cx:pt>
          <cx:pt idx="4949">222744</cx:pt>
          <cx:pt idx="4950">222910</cx:pt>
          <cx:pt idx="4951">222940</cx:pt>
          <cx:pt idx="4952">222996</cx:pt>
          <cx:pt idx="4953">223383</cx:pt>
          <cx:pt idx="4954">223547</cx:pt>
          <cx:pt idx="4955">223691</cx:pt>
          <cx:pt idx="4956">223767</cx:pt>
          <cx:pt idx="4957">223943</cx:pt>
          <cx:pt idx="4958">223971</cx:pt>
          <cx:pt idx="4959">223979</cx:pt>
          <cx:pt idx="4960">223981</cx:pt>
          <cx:pt idx="4961">224131</cx:pt>
          <cx:pt idx="4962">224154</cx:pt>
          <cx:pt idx="4963">224193</cx:pt>
          <cx:pt idx="4964">224201</cx:pt>
          <cx:pt idx="4965">224218</cx:pt>
          <cx:pt idx="4966">224392</cx:pt>
          <cx:pt idx="4967">224883</cx:pt>
          <cx:pt idx="4968">224994</cx:pt>
          <cx:pt idx="4969">225033</cx:pt>
          <cx:pt idx="4970">225100</cx:pt>
          <cx:pt idx="4971">225119</cx:pt>
          <cx:pt idx="4972">225249</cx:pt>
          <cx:pt idx="4973">225374</cx:pt>
          <cx:pt idx="4974">225585</cx:pt>
          <cx:pt idx="4975">225666</cx:pt>
          <cx:pt idx="4976">225720</cx:pt>
          <cx:pt idx="4977">225978</cx:pt>
          <cx:pt idx="4978">225992</cx:pt>
          <cx:pt idx="4979">225998</cx:pt>
          <cx:pt idx="4980">226135</cx:pt>
          <cx:pt idx="4981">226466</cx:pt>
          <cx:pt idx="4982">226528</cx:pt>
          <cx:pt idx="4983">226641</cx:pt>
          <cx:pt idx="4984">226662</cx:pt>
          <cx:pt idx="4985">226879</cx:pt>
          <cx:pt idx="4986">226911</cx:pt>
          <cx:pt idx="4987">226915</cx:pt>
          <cx:pt idx="4988">227102</cx:pt>
          <cx:pt idx="4989">227132</cx:pt>
          <cx:pt idx="4990">227365</cx:pt>
          <cx:pt idx="4991">227868</cx:pt>
          <cx:pt idx="4992">228033</cx:pt>
          <cx:pt idx="4993">228041</cx:pt>
          <cx:pt idx="4994">228200</cx:pt>
          <cx:pt idx="4995">228250</cx:pt>
          <cx:pt idx="4996">228378</cx:pt>
          <cx:pt idx="4997">228439</cx:pt>
          <cx:pt idx="4998">228491</cx:pt>
          <cx:pt idx="4999">228491</cx:pt>
          <cx:pt idx="5000">228681</cx:pt>
          <cx:pt idx="5001">228838</cx:pt>
          <cx:pt idx="5002">228926</cx:pt>
          <cx:pt idx="5003">228958</cx:pt>
          <cx:pt idx="5004">229243</cx:pt>
          <cx:pt idx="5005">229272</cx:pt>
          <cx:pt idx="5006">229431</cx:pt>
          <cx:pt idx="5007">229506</cx:pt>
          <cx:pt idx="5008">229851</cx:pt>
          <cx:pt idx="5009">230254</cx:pt>
          <cx:pt idx="5010">230385</cx:pt>
          <cx:pt idx="5011">230625</cx:pt>
          <cx:pt idx="5012">230666</cx:pt>
          <cx:pt idx="5013">230840</cx:pt>
          <cx:pt idx="5014">230840</cx:pt>
          <cx:pt idx="5015">230897</cx:pt>
          <cx:pt idx="5016">230908</cx:pt>
          <cx:pt idx="5017">230964</cx:pt>
          <cx:pt idx="5018">231066</cx:pt>
          <cx:pt idx="5019">231331</cx:pt>
          <cx:pt idx="5020">231331</cx:pt>
          <cx:pt idx="5021">231622</cx:pt>
          <cx:pt idx="5022">231794</cx:pt>
          <cx:pt idx="5023">231820</cx:pt>
          <cx:pt idx="5024">231944</cx:pt>
          <cx:pt idx="5025">232150</cx:pt>
          <cx:pt idx="5026">232289</cx:pt>
          <cx:pt idx="5027">232444</cx:pt>
          <cx:pt idx="5028">232483</cx:pt>
          <cx:pt idx="5029">232527</cx:pt>
          <cx:pt idx="5030">232527</cx:pt>
          <cx:pt idx="5031">232746</cx:pt>
          <cx:pt idx="5032">233133</cx:pt>
          <cx:pt idx="5033">233133</cx:pt>
          <cx:pt idx="5034">233188</cx:pt>
          <cx:pt idx="5035">233188</cx:pt>
          <cx:pt idx="5036">233338</cx:pt>
          <cx:pt idx="5037">233600</cx:pt>
          <cx:pt idx="5038">233605</cx:pt>
          <cx:pt idx="5039">233962</cx:pt>
          <cx:pt idx="5040">233962</cx:pt>
          <cx:pt idx="5041">234166</cx:pt>
          <cx:pt idx="5042">234456</cx:pt>
          <cx:pt idx="5043">234456</cx:pt>
          <cx:pt idx="5044">234514</cx:pt>
          <cx:pt idx="5045">234514</cx:pt>
          <cx:pt idx="5046">234526</cx:pt>
          <cx:pt idx="5047">234750</cx:pt>
          <cx:pt idx="5048">234756</cx:pt>
          <cx:pt idx="5049">234833</cx:pt>
          <cx:pt idx="5050">234958</cx:pt>
          <cx:pt idx="5051">235631</cx:pt>
          <cx:pt idx="5052">235718</cx:pt>
          <cx:pt idx="5053">235856</cx:pt>
          <cx:pt idx="5054">235934</cx:pt>
          <cx:pt idx="5055">236086</cx:pt>
          <cx:pt idx="5056">236242</cx:pt>
          <cx:pt idx="5057">236355</cx:pt>
          <cx:pt idx="5058">236387</cx:pt>
          <cx:pt idx="5059">236492</cx:pt>
          <cx:pt idx="5060">236492</cx:pt>
          <cx:pt idx="5061">236492</cx:pt>
          <cx:pt idx="5062">236492</cx:pt>
          <cx:pt idx="5063">236492</cx:pt>
          <cx:pt idx="5064">236492</cx:pt>
          <cx:pt idx="5065">236632</cx:pt>
          <cx:pt idx="5066">236659</cx:pt>
          <cx:pt idx="5067">236682</cx:pt>
          <cx:pt idx="5068">236820</cx:pt>
          <cx:pt idx="5069">236832</cx:pt>
          <cx:pt idx="5070">236832</cx:pt>
          <cx:pt idx="5071">237019</cx:pt>
          <cx:pt idx="5072">237128</cx:pt>
          <cx:pt idx="5073">237132</cx:pt>
          <cx:pt idx="5074">237186</cx:pt>
          <cx:pt idx="5075">237385</cx:pt>
          <cx:pt idx="5076">237413</cx:pt>
          <cx:pt idx="5077">237677</cx:pt>
          <cx:pt idx="5078">237689</cx:pt>
          <cx:pt idx="5079">237799</cx:pt>
          <cx:pt idx="5080">237799</cx:pt>
          <cx:pt idx="5081">237948</cx:pt>
          <cx:pt idx="5082">238333</cx:pt>
          <cx:pt idx="5083">238506</cx:pt>
          <cx:pt idx="5084">238513</cx:pt>
          <cx:pt idx="5085">238558</cx:pt>
          <cx:pt idx="5086">238566</cx:pt>
          <cx:pt idx="5087">238636</cx:pt>
          <cx:pt idx="5088">238663</cx:pt>
          <cx:pt idx="5089">238667</cx:pt>
          <cx:pt idx="5090">238782</cx:pt>
          <cx:pt idx="5091">238814</cx:pt>
          <cx:pt idx="5092">239127</cx:pt>
          <cx:pt idx="5093">239236</cx:pt>
          <cx:pt idx="5094">239244</cx:pt>
          <cx:pt idx="5095">239453</cx:pt>
          <cx:pt idx="5096">239453</cx:pt>
          <cx:pt idx="5097">239528</cx:pt>
          <cx:pt idx="5098">239596</cx:pt>
          <cx:pt idx="5099">239602</cx:pt>
          <cx:pt idx="5100">239602</cx:pt>
          <cx:pt idx="5101">239743</cx:pt>
          <cx:pt idx="5102">239817</cx:pt>
          <cx:pt idx="5103">239972</cx:pt>
          <cx:pt idx="5104">240216</cx:pt>
          <cx:pt idx="5105">240227</cx:pt>
          <cx:pt idx="5106">240263</cx:pt>
          <cx:pt idx="5107">240263</cx:pt>
          <cx:pt idx="5108">240384</cx:pt>
          <cx:pt idx="5109">240625</cx:pt>
          <cx:pt idx="5110">240643</cx:pt>
          <cx:pt idx="5111">240674</cx:pt>
          <cx:pt idx="5112">240794</cx:pt>
          <cx:pt idx="5113">240804</cx:pt>
          <cx:pt idx="5114">241040</cx:pt>
          <cx:pt idx="5115">241110</cx:pt>
          <cx:pt idx="5116">241345</cx:pt>
          <cx:pt idx="5117">241447</cx:pt>
          <cx:pt idx="5118">241718</cx:pt>
          <cx:pt idx="5119">241733</cx:pt>
          <cx:pt idx="5120">241895</cx:pt>
          <cx:pt idx="5121">242033</cx:pt>
          <cx:pt idx="5122">242263</cx:pt>
          <cx:pt idx="5123">242423</cx:pt>
          <cx:pt idx="5124">242513</cx:pt>
          <cx:pt idx="5125">242614</cx:pt>
          <cx:pt idx="5126">242692</cx:pt>
          <cx:pt idx="5127">242846</cx:pt>
          <cx:pt idx="5128">242846</cx:pt>
          <cx:pt idx="5129">242999</cx:pt>
          <cx:pt idx="5130">243034</cx:pt>
          <cx:pt idx="5131">243179</cx:pt>
          <cx:pt idx="5132">243516</cx:pt>
          <cx:pt idx="5133">243744</cx:pt>
          <cx:pt idx="5134">243852</cx:pt>
          <cx:pt idx="5135">243852</cx:pt>
          <cx:pt idx="5136">243866</cx:pt>
          <cx:pt idx="5137">243940</cx:pt>
          <cx:pt idx="5138">243940</cx:pt>
          <cx:pt idx="5139">244023</cx:pt>
          <cx:pt idx="5140">244078</cx:pt>
          <cx:pt idx="5141">244096</cx:pt>
          <cx:pt idx="5142">244245</cx:pt>
          <cx:pt idx="5143">244496</cx:pt>
          <cx:pt idx="5144">244532</cx:pt>
          <cx:pt idx="5145">244668</cx:pt>
          <cx:pt idx="5146">244791</cx:pt>
          <cx:pt idx="5147">245542</cx:pt>
          <cx:pt idx="5148">245616</cx:pt>
          <cx:pt idx="5149">245628</cx:pt>
          <cx:pt idx="5150">245817</cx:pt>
          <cx:pt idx="5151">245831</cx:pt>
          <cx:pt idx="5152">245847</cx:pt>
          <cx:pt idx="5153">246190</cx:pt>
          <cx:pt idx="5154">246190</cx:pt>
          <cx:pt idx="5155">246314</cx:pt>
          <cx:pt idx="5156">246365</cx:pt>
          <cx:pt idx="5157">246365</cx:pt>
          <cx:pt idx="5158">246416</cx:pt>
          <cx:pt idx="5159">246457</cx:pt>
          <cx:pt idx="5160">246503</cx:pt>
          <cx:pt idx="5161">246666</cx:pt>
          <cx:pt idx="5162">246792</cx:pt>
          <cx:pt idx="5163">246813</cx:pt>
          <cx:pt idx="5164">247687</cx:pt>
          <cx:pt idx="5165">247831</cx:pt>
          <cx:pt idx="5166">248137</cx:pt>
          <cx:pt idx="5167">248137</cx:pt>
          <cx:pt idx="5168">248245</cx:pt>
          <cx:pt idx="5169">248281</cx:pt>
          <cx:pt idx="5170">248407</cx:pt>
          <cx:pt idx="5171">248616</cx:pt>
          <cx:pt idx="5172">248616</cx:pt>
          <cx:pt idx="5173">248616</cx:pt>
          <cx:pt idx="5174">249420</cx:pt>
          <cx:pt idx="5175">249614</cx:pt>
          <cx:pt idx="5176">249860</cx:pt>
          <cx:pt idx="5177">250000</cx:pt>
          <cx:pt idx="5178">250003</cx:pt>
          <cx:pt idx="5179">250066</cx:pt>
          <cx:pt idx="5180">250198</cx:pt>
          <cx:pt idx="5181">250566</cx:pt>
          <cx:pt idx="5182">250655</cx:pt>
          <cx:pt idx="5183">250788</cx:pt>
          <cx:pt idx="5184">250900</cx:pt>
          <cx:pt idx="5185">251048</cx:pt>
          <cx:pt idx="5186">251493</cx:pt>
          <cx:pt idx="5187">251493</cx:pt>
          <cx:pt idx="5188">251511</cx:pt>
          <cx:pt idx="5189">251852</cx:pt>
          <cx:pt idx="5190">252357</cx:pt>
          <cx:pt idx="5191">252428</cx:pt>
          <cx:pt idx="5192">252500</cx:pt>
          <cx:pt idx="5193">252507</cx:pt>
          <cx:pt idx="5194">252733</cx:pt>
          <cx:pt idx="5195">252788</cx:pt>
          <cx:pt idx="5196">252788</cx:pt>
          <cx:pt idx="5197">252913</cx:pt>
          <cx:pt idx="5198">253580</cx:pt>
          <cx:pt idx="5199">253602</cx:pt>
          <cx:pt idx="5200">253887</cx:pt>
          <cx:pt idx="5201">253946</cx:pt>
          <cx:pt idx="5202">253949</cx:pt>
          <cx:pt idx="5203">254003</cx:pt>
          <cx:pt idx="5204">254341</cx:pt>
          <cx:pt idx="5205">254341</cx:pt>
          <cx:pt idx="5206">254344</cx:pt>
          <cx:pt idx="5207">254599</cx:pt>
          <cx:pt idx="5208">254718</cx:pt>
          <cx:pt idx="5209">255555</cx:pt>
          <cx:pt idx="5210">255641</cx:pt>
          <cx:pt idx="5211">256170</cx:pt>
          <cx:pt idx="5212">256170</cx:pt>
          <cx:pt idx="5213">256430</cx:pt>
          <cx:pt idx="5214">256439</cx:pt>
          <cx:pt idx="5215">256500</cx:pt>
          <cx:pt idx="5216">256563</cx:pt>
          <cx:pt idx="5217">256723</cx:pt>
          <cx:pt idx="5218">256857</cx:pt>
          <cx:pt idx="5219">257003</cx:pt>
          <cx:pt idx="5220">257057</cx:pt>
          <cx:pt idx="5221">257170</cx:pt>
          <cx:pt idx="5222">257235</cx:pt>
          <cx:pt idx="5223">257235</cx:pt>
          <cx:pt idx="5224">257334</cx:pt>
          <cx:pt idx="5225">257625</cx:pt>
          <cx:pt idx="5226">258080</cx:pt>
          <cx:pt idx="5227">258284</cx:pt>
          <cx:pt idx="5228">258940</cx:pt>
          <cx:pt idx="5229">259660</cx:pt>
          <cx:pt idx="5230">259799</cx:pt>
          <cx:pt idx="5231">259833</cx:pt>
          <cx:pt idx="5232">259999</cx:pt>
          <cx:pt idx="5233">259999</cx:pt>
          <cx:pt idx="5234">260007</cx:pt>
          <cx:pt idx="5235">260012</cx:pt>
          <cx:pt idx="5236">260161</cx:pt>
          <cx:pt idx="5237">261124</cx:pt>
          <cx:pt idx="5238">261124</cx:pt>
          <cx:pt idx="5239">261124</cx:pt>
          <cx:pt idx="5240">261163</cx:pt>
          <cx:pt idx="5241">261163</cx:pt>
          <cx:pt idx="5242">261309</cx:pt>
          <cx:pt idx="5243">261685</cx:pt>
          <cx:pt idx="5244">261685</cx:pt>
          <cx:pt idx="5245">261703</cx:pt>
          <cx:pt idx="5246">262134</cx:pt>
          <cx:pt idx="5247">262298</cx:pt>
          <cx:pt idx="5248">262298</cx:pt>
          <cx:pt idx="5249">262516</cx:pt>
          <cx:pt idx="5250">262688</cx:pt>
          <cx:pt idx="5251">262921</cx:pt>
          <cx:pt idx="5252">262972</cx:pt>
          <cx:pt idx="5253">263048</cx:pt>
          <cx:pt idx="5254">263184</cx:pt>
          <cx:pt idx="5255">263184</cx:pt>
          <cx:pt idx="5256">263253</cx:pt>
          <cx:pt idx="5257">263311</cx:pt>
          <cx:pt idx="5258">263529</cx:pt>
          <cx:pt idx="5259">263529</cx:pt>
          <cx:pt idx="5260">263757</cx:pt>
          <cx:pt idx="5261">264139</cx:pt>
          <cx:pt idx="5262">264680</cx:pt>
          <cx:pt idx="5263">265398</cx:pt>
          <cx:pt idx="5264">265511</cx:pt>
          <cx:pt idx="5265">265511</cx:pt>
          <cx:pt idx="5266">265539</cx:pt>
          <cx:pt idx="5267">266017</cx:pt>
          <cx:pt idx="5268">266017</cx:pt>
          <cx:pt idx="5269">266616</cx:pt>
          <cx:pt idx="5270">266616</cx:pt>
          <cx:pt idx="5271">266664</cx:pt>
          <cx:pt idx="5272">267350</cx:pt>
          <cx:pt idx="5273">267481</cx:pt>
          <cx:pt idx="5274">267516</cx:pt>
          <cx:pt idx="5275">267872</cx:pt>
          <cx:pt idx="5276">267923</cx:pt>
          <cx:pt idx="5277">267935</cx:pt>
          <cx:pt idx="5278">268357</cx:pt>
          <cx:pt idx="5279">268405</cx:pt>
          <cx:pt idx="5280">268405</cx:pt>
          <cx:pt idx="5281">269378</cx:pt>
          <cx:pt idx="5282">269378</cx:pt>
          <cx:pt idx="5283">270000</cx:pt>
          <cx:pt idx="5284">270279</cx:pt>
          <cx:pt idx="5285">270570</cx:pt>
          <cx:pt idx="5286">270698</cx:pt>
          <cx:pt idx="5287">271074</cx:pt>
          <cx:pt idx="5288">271152</cx:pt>
          <cx:pt idx="5289">271152</cx:pt>
          <cx:pt idx="5290">271228</cx:pt>
          <cx:pt idx="5291">271337</cx:pt>
          <cx:pt idx="5292">271383</cx:pt>
          <cx:pt idx="5293">271438</cx:pt>
          <cx:pt idx="5294">271438</cx:pt>
          <cx:pt idx="5295">271460</cx:pt>
          <cx:pt idx="5296">271657</cx:pt>
          <cx:pt idx="5297">272085</cx:pt>
          <cx:pt idx="5298">272245</cx:pt>
          <cx:pt idx="5299">272356</cx:pt>
          <cx:pt idx="5300">272356</cx:pt>
          <cx:pt idx="5301">272590</cx:pt>
          <cx:pt idx="5302">272709</cx:pt>
          <cx:pt idx="5303">273050</cx:pt>
          <cx:pt idx="5304">273187</cx:pt>
          <cx:pt idx="5305">273441</cx:pt>
          <cx:pt idx="5306">273559</cx:pt>
          <cx:pt idx="5307">273737</cx:pt>
          <cx:pt idx="5308">273796</cx:pt>
          <cx:pt idx="5309">274020</cx:pt>
          <cx:pt idx="5310">274020</cx:pt>
          <cx:pt idx="5311">274049</cx:pt>
          <cx:pt idx="5312">274126</cx:pt>
          <cx:pt idx="5313">274126</cx:pt>
          <cx:pt idx="5314">274220</cx:pt>
          <cx:pt idx="5315">274797</cx:pt>
          <cx:pt idx="5316">275183</cx:pt>
          <cx:pt idx="5317">275183</cx:pt>
          <cx:pt idx="5318">275367</cx:pt>
          <cx:pt idx="5319">275431</cx:pt>
          <cx:pt idx="5320">275941</cx:pt>
          <cx:pt idx="5321">276538</cx:pt>
          <cx:pt idx="5322">276946</cx:pt>
          <cx:pt idx="5323">277095</cx:pt>
          <cx:pt idx="5324">277095</cx:pt>
          <cx:pt idx="5325">277535</cx:pt>
          <cx:pt idx="5326">277582</cx:pt>
          <cx:pt idx="5327">277653</cx:pt>
          <cx:pt idx="5328">278059</cx:pt>
          <cx:pt idx="5329">278234</cx:pt>
          <cx:pt idx="5330">278234</cx:pt>
          <cx:pt idx="5331">278269</cx:pt>
          <cx:pt idx="5332">278483</cx:pt>
          <cx:pt idx="5333">278585</cx:pt>
          <cx:pt idx="5334">279440</cx:pt>
          <cx:pt idx="5335">279695</cx:pt>
          <cx:pt idx="5336">279723</cx:pt>
          <cx:pt idx="5337">279983</cx:pt>
          <cx:pt idx="5338">280011</cx:pt>
          <cx:pt idx="5339">280054</cx:pt>
          <cx:pt idx="5340">280266</cx:pt>
          <cx:pt idx="5341">280266</cx:pt>
          <cx:pt idx="5342">280583</cx:pt>
          <cx:pt idx="5343">281008</cx:pt>
          <cx:pt idx="5344">281608</cx:pt>
          <cx:pt idx="5345">281710</cx:pt>
          <cx:pt idx="5346">282305</cx:pt>
          <cx:pt idx="5347">282305</cx:pt>
          <cx:pt idx="5348">282305</cx:pt>
          <cx:pt idx="5349">282305</cx:pt>
          <cx:pt idx="5350">282305</cx:pt>
          <cx:pt idx="5351">282305</cx:pt>
          <cx:pt idx="5352">282555</cx:pt>
          <cx:pt idx="5353">282586</cx:pt>
          <cx:pt idx="5354">282760</cx:pt>
          <cx:pt idx="5355">282778</cx:pt>
          <cx:pt idx="5356">282795</cx:pt>
          <cx:pt idx="5357">282865</cx:pt>
          <cx:pt idx="5358">282991</cx:pt>
          <cx:pt idx="5359">283384</cx:pt>
          <cx:pt idx="5360">284085</cx:pt>
          <cx:pt idx="5361">284332</cx:pt>
          <cx:pt idx="5362">284370</cx:pt>
          <cx:pt idx="5363">285037</cx:pt>
          <cx:pt idx="5364">285373</cx:pt>
          <cx:pt idx="5365">285492</cx:pt>
          <cx:pt idx="5366">285757</cx:pt>
          <cx:pt idx="5367">285778</cx:pt>
          <cx:pt idx="5368">285967</cx:pt>
          <cx:pt idx="5369">286096</cx:pt>
          <cx:pt idx="5370">286275</cx:pt>
          <cx:pt idx="5371">286389</cx:pt>
          <cx:pt idx="5372">286635</cx:pt>
          <cx:pt idx="5373">286635</cx:pt>
          <cx:pt idx="5374">286635</cx:pt>
          <cx:pt idx="5375">287066</cx:pt>
          <cx:pt idx="5376">287760</cx:pt>
          <cx:pt idx="5377">287935</cx:pt>
          <cx:pt idx="5378">288141</cx:pt>
          <cx:pt idx="5379">288141</cx:pt>
          <cx:pt idx="5380">288141</cx:pt>
          <cx:pt idx="5381">288211</cx:pt>
          <cx:pt idx="5382">288623</cx:pt>
          <cx:pt idx="5383">288623</cx:pt>
          <cx:pt idx="5384">288623</cx:pt>
          <cx:pt idx="5385">288653</cx:pt>
          <cx:pt idx="5386">288693</cx:pt>
          <cx:pt idx="5387">288957</cx:pt>
          <cx:pt idx="5388">288957</cx:pt>
          <cx:pt idx="5389">289113</cx:pt>
          <cx:pt idx="5390">289123</cx:pt>
          <cx:pt idx="5391">289785</cx:pt>
          <cx:pt idx="5392">289816</cx:pt>
          <cx:pt idx="5393">289816</cx:pt>
          <cx:pt idx="5394">290000</cx:pt>
          <cx:pt idx="5395">290672</cx:pt>
          <cx:pt idx="5396">290965</cx:pt>
          <cx:pt idx="5397">291383</cx:pt>
          <cx:pt idx="5398">291516</cx:pt>
          <cx:pt idx="5399">291768</cx:pt>
          <cx:pt idx="5400">291782</cx:pt>
          <cx:pt idx="5401">291865</cx:pt>
          <cx:pt idx="5402">292000</cx:pt>
          <cx:pt idx="5403">292262</cx:pt>
          <cx:pt idx="5404">292534</cx:pt>
          <cx:pt idx="5405">292809</cx:pt>
          <cx:pt idx="5406">293902</cx:pt>
          <cx:pt idx="5407">293902</cx:pt>
          <cx:pt idx="5408">294603</cx:pt>
          <cx:pt idx="5409">295193</cx:pt>
          <cx:pt idx="5410">296894</cx:pt>
          <cx:pt idx="5411">297754</cx:pt>
          <cx:pt idx="5412">297760</cx:pt>
          <cx:pt idx="5413">298031</cx:pt>
          <cx:pt idx="5414">298113</cx:pt>
          <cx:pt idx="5415">298548</cx:pt>
          <cx:pt idx="5416">298740</cx:pt>
          <cx:pt idx="5417">299173</cx:pt>
          <cx:pt idx="5418">299173</cx:pt>
          <cx:pt idx="5419">299173</cx:pt>
          <cx:pt idx="5420">299173</cx:pt>
          <cx:pt idx="5421">299173</cx:pt>
          <cx:pt idx="5422">299173</cx:pt>
          <cx:pt idx="5423">299478</cx:pt>
          <cx:pt idx="5424">299625</cx:pt>
          <cx:pt idx="5425">299783</cx:pt>
          <cx:pt idx="5426">299984</cx:pt>
          <cx:pt idx="5427">299984</cx:pt>
          <cx:pt idx="5428">299996</cx:pt>
          <cx:pt idx="5429">300006</cx:pt>
          <cx:pt idx="5430">300006</cx:pt>
          <cx:pt idx="5431">300093</cx:pt>
          <cx:pt idx="5432">300093</cx:pt>
          <cx:pt idx="5433">300132</cx:pt>
          <cx:pt idx="5434">300132</cx:pt>
          <cx:pt idx="5435">300234</cx:pt>
          <cx:pt idx="5436">300325</cx:pt>
          <cx:pt idx="5437">300462</cx:pt>
          <cx:pt idx="5438">300594</cx:pt>
          <cx:pt idx="5439">300876</cx:pt>
          <cx:pt idx="5440">300876</cx:pt>
          <cx:pt idx="5441">301303</cx:pt>
          <cx:pt idx="5442">302229</cx:pt>
          <cx:pt idx="5443">302535</cx:pt>
          <cx:pt idx="5444">302582</cx:pt>
          <cx:pt idx="5445">302688</cx:pt>
          <cx:pt idx="5446">302859</cx:pt>
          <cx:pt idx="5447">302859</cx:pt>
          <cx:pt idx="5448">303166</cx:pt>
          <cx:pt idx="5449">303202</cx:pt>
          <cx:pt idx="5450">303318</cx:pt>
          <cx:pt idx="5451">304339</cx:pt>
          <cx:pt idx="5452">304505</cx:pt>
          <cx:pt idx="5453">304599</cx:pt>
          <cx:pt idx="5454">304684</cx:pt>
          <cx:pt idx="5455">304869</cx:pt>
          <cx:pt idx="5456">304958</cx:pt>
          <cx:pt idx="5457">305400</cx:pt>
          <cx:pt idx="5458">305400</cx:pt>
          <cx:pt idx="5459">305702</cx:pt>
          <cx:pt idx="5460">305948</cx:pt>
          <cx:pt idx="5461">306399</cx:pt>
          <cx:pt idx="5462">306732</cx:pt>
          <cx:pt idx="5463">306930</cx:pt>
          <cx:pt idx="5464">306963</cx:pt>
          <cx:pt idx="5465">306963</cx:pt>
          <cx:pt idx="5466">307053</cx:pt>
          <cx:pt idx="5467">307227</cx:pt>
          <cx:pt idx="5468">307514</cx:pt>
          <cx:pt idx="5469">307647</cx:pt>
          <cx:pt idx="5470">307674</cx:pt>
          <cx:pt idx="5471">308017</cx:pt>
          <cx:pt idx="5472">308154</cx:pt>
          <cx:pt idx="5473">308203</cx:pt>
          <cx:pt idx="5474">308357</cx:pt>
          <cx:pt idx="5475">308357</cx:pt>
          <cx:pt idx="5476">308718</cx:pt>
          <cx:pt idx="5477">309041</cx:pt>
          <cx:pt idx="5478">309041</cx:pt>
          <cx:pt idx="5479">309235</cx:pt>
          <cx:pt idx="5480">309913</cx:pt>
          <cx:pt idx="5481">310090</cx:pt>
          <cx:pt idx="5482">310293</cx:pt>
          <cx:pt idx="5483">310324</cx:pt>
          <cx:pt idx="5484">310407</cx:pt>
          <cx:pt idx="5485">310446</cx:pt>
          <cx:pt idx="5486">310873</cx:pt>
          <cx:pt idx="5487">311110</cx:pt>
          <cx:pt idx="5488">311110</cx:pt>
          <cx:pt idx="5489">311278</cx:pt>
          <cx:pt idx="5490">311682</cx:pt>
          <cx:pt idx="5491">312329</cx:pt>
          <cx:pt idx="5492">312329</cx:pt>
          <cx:pt idx="5493">312839</cx:pt>
          <cx:pt idx="5494">312839</cx:pt>
          <cx:pt idx="5495">313028</cx:pt>
          <cx:pt idx="5496">313034</cx:pt>
          <cx:pt idx="5497">313142</cx:pt>
          <cx:pt idx="5498">313142</cx:pt>
          <cx:pt idx="5499">313563</cx:pt>
          <cx:pt idx="5500">313886</cx:pt>
          <cx:pt idx="5501">313903</cx:pt>
          <cx:pt idx="5502">313955</cx:pt>
          <cx:pt idx="5503">314322</cx:pt>
          <cx:pt idx="5504">314555</cx:pt>
          <cx:pt idx="5505">314555</cx:pt>
          <cx:pt idx="5506">314628</cx:pt>
          <cx:pt idx="5507">314671</cx:pt>
          <cx:pt idx="5508">314864</cx:pt>
          <cx:pt idx="5509">314864</cx:pt>
          <cx:pt idx="5510">315157</cx:pt>
          <cx:pt idx="5511">315157</cx:pt>
          <cx:pt idx="5512">315230</cx:pt>
          <cx:pt idx="5513">315338</cx:pt>
          <cx:pt idx="5514">315674</cx:pt>
          <cx:pt idx="5515">315833</cx:pt>
          <cx:pt idx="5516">315833</cx:pt>
          <cx:pt idx="5517">315859</cx:pt>
          <cx:pt idx="5518">315956</cx:pt>
          <cx:pt idx="5519">316855</cx:pt>
          <cx:pt idx="5520">317004</cx:pt>
          <cx:pt idx="5521">317236</cx:pt>
          <cx:pt idx="5522">317286</cx:pt>
          <cx:pt idx="5523">317286</cx:pt>
          <cx:pt idx="5524">317487</cx:pt>
          <cx:pt idx="5525">317991</cx:pt>
          <cx:pt idx="5526">318227</cx:pt>
          <cx:pt idx="5527">318413</cx:pt>
          <cx:pt idx="5528">318481</cx:pt>
          <cx:pt idx="5529">318790</cx:pt>
          <cx:pt idx="5530">319420</cx:pt>
          <cx:pt idx="5531">319420</cx:pt>
          <cx:pt idx="5532">319485</cx:pt>
          <cx:pt idx="5533">319706</cx:pt>
          <cx:pt idx="5534">319956</cx:pt>
          <cx:pt idx="5535">320209</cx:pt>
          <cx:pt idx="5536">320232</cx:pt>
          <cx:pt idx="5537">320664</cx:pt>
          <cx:pt idx="5538">320844</cx:pt>
          <cx:pt idx="5539">320925</cx:pt>
          <cx:pt idx="5540">321420</cx:pt>
          <cx:pt idx="5541">321527</cx:pt>
          <cx:pt idx="5542">321560</cx:pt>
          <cx:pt idx="5543">321946</cx:pt>
          <cx:pt idx="5544">322091</cx:pt>
          <cx:pt idx="5545">322126</cx:pt>
          <cx:pt idx="5546">322609</cx:pt>
          <cx:pt idx="5547">322722</cx:pt>
          <cx:pt idx="5548">322863</cx:pt>
          <cx:pt idx="5549">324597</cx:pt>
          <cx:pt idx="5550">324767</cx:pt>
          <cx:pt idx="5551">326407</cx:pt>
          <cx:pt idx="5552">326491</cx:pt>
          <cx:pt idx="5553">326491</cx:pt>
          <cx:pt idx="5554">326809</cx:pt>
          <cx:pt idx="5555">328035</cx:pt>
          <cx:pt idx="5556">328666</cx:pt>
          <cx:pt idx="5557">328666</cx:pt>
          <cx:pt idx="5558">328801</cx:pt>
          <cx:pt idx="5559">329084</cx:pt>
          <cx:pt idx="5560">329474</cx:pt>
          <cx:pt idx="5561">329695</cx:pt>
          <cx:pt idx="5562">329815</cx:pt>
          <cx:pt idx="5563">329815</cx:pt>
          <cx:pt idx="5564">330002</cx:pt>
          <cx:pt idx="5565">330277</cx:pt>
          <cx:pt idx="5566">330406</cx:pt>
          <cx:pt idx="5567">330406</cx:pt>
          <cx:pt idx="5568">330587</cx:pt>
          <cx:pt idx="5569">330587</cx:pt>
          <cx:pt idx="5570">331525</cx:pt>
          <cx:pt idx="5571">332046</cx:pt>
          <cx:pt idx="5572">332954</cx:pt>
          <cx:pt idx="5573">333117</cx:pt>
          <cx:pt idx="5574">333155</cx:pt>
          <cx:pt idx="5575">333472</cx:pt>
          <cx:pt idx="5576">333472</cx:pt>
          <cx:pt idx="5577">335013</cx:pt>
          <cx:pt idx="5578">335074</cx:pt>
          <cx:pt idx="5579">335166</cx:pt>
          <cx:pt idx="5580">335166</cx:pt>
          <cx:pt idx="5581">335184</cx:pt>
          <cx:pt idx="5582">335427</cx:pt>
          <cx:pt idx="5583">335680</cx:pt>
          <cx:pt idx="5584">335981</cx:pt>
          <cx:pt idx="5585">336437</cx:pt>
          <cx:pt idx="5586">336437</cx:pt>
          <cx:pt idx="5587">337187</cx:pt>
          <cx:pt idx="5588">337187</cx:pt>
          <cx:pt idx="5589">337858</cx:pt>
          <cx:pt idx="5590">337868</cx:pt>
          <cx:pt idx="5591">338178</cx:pt>
          <cx:pt idx="5592">338993</cx:pt>
          <cx:pt idx="5593">339789</cx:pt>
          <cx:pt idx="5594">339816</cx:pt>
          <cx:pt idx="5595">340030</cx:pt>
          <cx:pt idx="5596">340030</cx:pt>
          <cx:pt idx="5597">340049</cx:pt>
          <cx:pt idx="5598">340125</cx:pt>
          <cx:pt idx="5599">340125</cx:pt>
          <cx:pt idx="5600">340466</cx:pt>
          <cx:pt idx="5601">340607</cx:pt>
          <cx:pt idx="5602">340638</cx:pt>
          <cx:pt idx="5603">341550</cx:pt>
          <cx:pt idx="5604">341550</cx:pt>
          <cx:pt idx="5605">342149</cx:pt>
          <cx:pt idx="5606">342149</cx:pt>
          <cx:pt idx="5607">342161</cx:pt>
          <cx:pt idx="5608">342161</cx:pt>
          <cx:pt idx="5609">343033</cx:pt>
          <cx:pt idx="5610">343287</cx:pt>
          <cx:pt idx="5611">343287</cx:pt>
          <cx:pt idx="5612">343550</cx:pt>
          <cx:pt idx="5613">343673</cx:pt>
          <cx:pt idx="5614">343903</cx:pt>
          <cx:pt idx="5615">344300</cx:pt>
          <cx:pt idx="5616">344464</cx:pt>
          <cx:pt idx="5617">344464</cx:pt>
          <cx:pt idx="5618">344782</cx:pt>
          <cx:pt idx="5619">345300</cx:pt>
          <cx:pt idx="5620">345843</cx:pt>
          <cx:pt idx="5621">347616</cx:pt>
          <cx:pt idx="5622">347805</cx:pt>
          <cx:pt idx="5623">347805</cx:pt>
          <cx:pt idx="5624">347938</cx:pt>
          <cx:pt idx="5625">347963</cx:pt>
          <cx:pt idx="5626">348288</cx:pt>
          <cx:pt idx="5627">348307</cx:pt>
          <cx:pt idx="5628">348307</cx:pt>
          <cx:pt idx="5629">348898</cx:pt>
          <cx:pt idx="5630">349132</cx:pt>
          <cx:pt idx="5631">349132</cx:pt>
          <cx:pt idx="5632">349314</cx:pt>
          <cx:pt idx="5633">349663</cx:pt>
          <cx:pt idx="5634">350272</cx:pt>
          <cx:pt idx="5635">350877</cx:pt>
          <cx:pt idx="5636">351116</cx:pt>
          <cx:pt idx="5637">351116</cx:pt>
          <cx:pt idx="5638">352722</cx:pt>
          <cx:pt idx="5639">352722</cx:pt>
          <cx:pt idx="5640">353113</cx:pt>
          <cx:pt idx="5641">353767</cx:pt>
          <cx:pt idx="5642">353767</cx:pt>
          <cx:pt idx="5643">354141</cx:pt>
          <cx:pt idx="5644">354141</cx:pt>
          <cx:pt idx="5645">354141</cx:pt>
          <cx:pt idx="5646">354277</cx:pt>
          <cx:pt idx="5647">354760</cx:pt>
          <cx:pt idx="5648">354760</cx:pt>
          <cx:pt idx="5649">355112</cx:pt>
          <cx:pt idx="5650">355112</cx:pt>
          <cx:pt idx="5651">355620</cx:pt>
          <cx:pt idx="5652">355620</cx:pt>
          <cx:pt idx="5653">355775</cx:pt>
          <cx:pt idx="5654">356058</cx:pt>
          <cx:pt idx="5655">356181</cx:pt>
          <cx:pt idx="5656">356181</cx:pt>
          <cx:pt idx="5657">356716</cx:pt>
          <cx:pt idx="5658">356716</cx:pt>
          <cx:pt idx="5659">357277</cx:pt>
          <cx:pt idx="5660">357277</cx:pt>
          <cx:pt idx="5661">357478</cx:pt>
          <cx:pt idx="5662">358429</cx:pt>
          <cx:pt idx="5663">359534</cx:pt>
          <cx:pt idx="5664">360179</cx:pt>
          <cx:pt idx="5665">360828</cx:pt>
          <cx:pt idx="5666">360828</cx:pt>
          <cx:pt idx="5667">361129</cx:pt>
          <cx:pt idx="5668">361129</cx:pt>
          <cx:pt idx="5669">361239</cx:pt>
          <cx:pt idx="5670">363599</cx:pt>
          <cx:pt idx="5671">363960</cx:pt>
          <cx:pt idx="5672">363960</cx:pt>
          <cx:pt idx="5673">364337</cx:pt>
          <cx:pt idx="5674">364346</cx:pt>
          <cx:pt idx="5675">365866</cx:pt>
          <cx:pt idx="5676">366367</cx:pt>
          <cx:pt idx="5677">366367</cx:pt>
          <cx:pt idx="5678">367062</cx:pt>
          <cx:pt idx="5679">367585</cx:pt>
          <cx:pt idx="5680">368464</cx:pt>
          <cx:pt idx="5681">368761</cx:pt>
          <cx:pt idx="5682">368816</cx:pt>
          <cx:pt idx="5683">369157</cx:pt>
          <cx:pt idx="5684">370745</cx:pt>
          <cx:pt idx="5685">370745</cx:pt>
          <cx:pt idx="5686">372603</cx:pt>
          <cx:pt idx="5687">373434</cx:pt>
          <cx:pt idx="5688">373927</cx:pt>
          <cx:pt idx="5689">376215</cx:pt>
          <cx:pt idx="5690">376790</cx:pt>
          <cx:pt idx="5691">376894</cx:pt>
          <cx:pt idx="5692">378894</cx:pt>
          <cx:pt idx="5693">378894</cx:pt>
          <cx:pt idx="5694">379036</cx:pt>
          <cx:pt idx="5695">379306</cx:pt>
          <cx:pt idx="5696">379306</cx:pt>
          <cx:pt idx="5697">379660</cx:pt>
          <cx:pt idx="5698">380192</cx:pt>
          <cx:pt idx="5699">380586</cx:pt>
          <cx:pt idx="5700">381006</cx:pt>
          <cx:pt idx="5701">381123</cx:pt>
          <cx:pt idx="5702">381123</cx:pt>
          <cx:pt idx="5703">382970</cx:pt>
          <cx:pt idx="5704">383242</cx:pt>
          <cx:pt idx="5705">384097</cx:pt>
          <cx:pt idx="5706">384282</cx:pt>
          <cx:pt idx="5707">384282</cx:pt>
          <cx:pt idx="5708">384677</cx:pt>
          <cx:pt idx="5709">385329</cx:pt>
          <cx:pt idx="5710">386189</cx:pt>
          <cx:pt idx="5711">387742</cx:pt>
          <cx:pt idx="5712">388064</cx:pt>
          <cx:pt idx="5713">388064</cx:pt>
          <cx:pt idx="5714">388234</cx:pt>
          <cx:pt idx="5715">389442</cx:pt>
          <cx:pt idx="5716">389442</cx:pt>
          <cx:pt idx="5717">389451</cx:pt>
          <cx:pt idx="5718">389693</cx:pt>
          <cx:pt idx="5719">389693</cx:pt>
          <cx:pt idx="5720">390688</cx:pt>
          <cx:pt idx="5721">391396</cx:pt>
          <cx:pt idx="5722">391396</cx:pt>
          <cx:pt idx="5723">391991</cx:pt>
          <cx:pt idx="5724">392497</cx:pt>
          <cx:pt idx="5725">393421</cx:pt>
          <cx:pt idx="5726">393683</cx:pt>
          <cx:pt idx="5727">394971</cx:pt>
          <cx:pt idx="5728">396695</cx:pt>
          <cx:pt idx="5729">396695</cx:pt>
          <cx:pt idx="5730">397148</cx:pt>
          <cx:pt idx="5731">397587</cx:pt>
          <cx:pt idx="5732">397587</cx:pt>
          <cx:pt idx="5733">398969</cx:pt>
          <cx:pt idx="5734">398969</cx:pt>
          <cx:pt idx="5735">399038</cx:pt>
          <cx:pt idx="5736">399945</cx:pt>
          <cx:pt idx="5737">399978</cx:pt>
          <cx:pt idx="5738">399978</cx:pt>
          <cx:pt idx="5739">400458</cx:pt>
          <cx:pt idx="5740">400706</cx:pt>
          <cx:pt idx="5741">401298</cx:pt>
          <cx:pt idx="5742">401298</cx:pt>
          <cx:pt idx="5743">401737</cx:pt>
          <cx:pt idx="5744">402121</cx:pt>
          <cx:pt idx="5745">402758</cx:pt>
          <cx:pt idx="5746">403168</cx:pt>
          <cx:pt idx="5747">403262</cx:pt>
          <cx:pt idx="5748">403668</cx:pt>
          <cx:pt idx="5749">403711</cx:pt>
          <cx:pt idx="5750">403711</cx:pt>
          <cx:pt idx="5751">404199</cx:pt>
          <cx:pt idx="5752">404670</cx:pt>
          <cx:pt idx="5753">405465</cx:pt>
          <cx:pt idx="5754">405465</cx:pt>
          <cx:pt idx="5755">408596</cx:pt>
          <cx:pt idx="5756">408892</cx:pt>
          <cx:pt idx="5757">409541</cx:pt>
          <cx:pt idx="5758">410200</cx:pt>
          <cx:pt idx="5759">410200</cx:pt>
          <cx:pt idx="5760">410200</cx:pt>
          <cx:pt idx="5761">411245</cx:pt>
          <cx:pt idx="5762">412163</cx:pt>
          <cx:pt idx="5763">412166</cx:pt>
          <cx:pt idx="5764">413601</cx:pt>
          <cx:pt idx="5765">413700</cx:pt>
          <cx:pt idx="5766">414027</cx:pt>
          <cx:pt idx="5767">414546</cx:pt>
          <cx:pt idx="5768">414788</cx:pt>
          <cx:pt idx="5769">414886</cx:pt>
          <cx:pt idx="5770">416720</cx:pt>
          <cx:pt idx="5771">416720</cx:pt>
          <cx:pt idx="5772">417516</cx:pt>
          <cx:pt idx="5773">417671</cx:pt>
          <cx:pt idx="5774">417671</cx:pt>
          <cx:pt idx="5775">418433</cx:pt>
          <cx:pt idx="5776">418922</cx:pt>
          <cx:pt idx="5777">419428</cx:pt>
          <cx:pt idx="5778">420166</cx:pt>
          <cx:pt idx="5779">420469</cx:pt>
          <cx:pt idx="5780">420469</cx:pt>
          <cx:pt idx="5781">420603</cx:pt>
          <cx:pt idx="5782">420603</cx:pt>
          <cx:pt idx="5783">421010</cx:pt>
          <cx:pt idx="5784">421010</cx:pt>
          <cx:pt idx="5785">421528</cx:pt>
          <cx:pt idx="5786">422146</cx:pt>
          <cx:pt idx="5787">424697</cx:pt>
          <cx:pt idx="5788">424697</cx:pt>
          <cx:pt idx="5789">425309</cx:pt>
          <cx:pt idx="5790">426740</cx:pt>
          <cx:pt idx="5791">431807</cx:pt>
          <cx:pt idx="5792">432874</cx:pt>
          <cx:pt idx="5793">433056</cx:pt>
          <cx:pt idx="5794">433410</cx:pt>
          <cx:pt idx="5795">433783</cx:pt>
          <cx:pt idx="5796">433783</cx:pt>
          <cx:pt idx="5797">434010</cx:pt>
          <cx:pt idx="5798">438506</cx:pt>
          <cx:pt idx="5799">439207</cx:pt>
          <cx:pt idx="5800">439207</cx:pt>
          <cx:pt idx="5801">439941</cx:pt>
          <cx:pt idx="5802">440213</cx:pt>
          <cx:pt idx="5803">443622</cx:pt>
          <cx:pt idx="5804">443622</cx:pt>
          <cx:pt idx="5805">444383</cx:pt>
          <cx:pt idx="5806">444383</cx:pt>
          <cx:pt idx="5807">445347</cx:pt>
          <cx:pt idx="5808">445347</cx:pt>
          <cx:pt idx="5809">445407</cx:pt>
          <cx:pt idx="5810">446250</cx:pt>
          <cx:pt idx="5811">447792</cx:pt>
          <cx:pt idx="5812">447881</cx:pt>
          <cx:pt idx="5813">447881</cx:pt>
          <cx:pt idx="5814">448098</cx:pt>
          <cx:pt idx="5815">452999</cx:pt>
          <cx:pt idx="5816">452999</cx:pt>
          <cx:pt idx="5817">452999</cx:pt>
          <cx:pt idx="5818">452999</cx:pt>
          <cx:pt idx="5819">453217</cx:pt>
          <cx:pt idx="5820">453217</cx:pt>
          <cx:pt idx="5821">454062</cx:pt>
          <cx:pt idx="5822">454062</cx:pt>
          <cx:pt idx="5823">457352</cx:pt>
          <cx:pt idx="5824">459333</cx:pt>
          <cx:pt idx="5825">459333</cx:pt>
          <cx:pt idx="5826">460302</cx:pt>
          <cx:pt idx="5827">461857</cx:pt>
          <cx:pt idx="5828">461857</cx:pt>
          <cx:pt idx="5829">462122</cx:pt>
          <cx:pt idx="5830">462122</cx:pt>
          <cx:pt idx="5831">466955</cx:pt>
          <cx:pt idx="5832">466955</cx:pt>
          <cx:pt idx="5833">469076</cx:pt>
          <cx:pt idx="5834">469076</cx:pt>
          <cx:pt idx="5835">470160</cx:pt>
          <cx:pt idx="5836">470917</cx:pt>
          <cx:pt idx="5837">470917</cx:pt>
          <cx:pt idx="5838">471863</cx:pt>
          <cx:pt idx="5839">473119</cx:pt>
          <cx:pt idx="5840">474515</cx:pt>
          <cx:pt idx="5841">474515</cx:pt>
          <cx:pt idx="5842">475645</cx:pt>
          <cx:pt idx="5843">475645</cx:pt>
          <cx:pt idx="5844">477069</cx:pt>
          <cx:pt idx="5845">478962</cx:pt>
          <cx:pt idx="5846">481339</cx:pt>
          <cx:pt idx="5847">481339</cx:pt>
          <cx:pt idx="5848">482743</cx:pt>
          <cx:pt idx="5849">482743</cx:pt>
          <cx:pt idx="5850">485142</cx:pt>
          <cx:pt idx="5851">485142</cx:pt>
          <cx:pt idx="5852">487641</cx:pt>
          <cx:pt idx="5853">489445</cx:pt>
          <cx:pt idx="5854">491207</cx:pt>
          <cx:pt idx="5855">492409</cx:pt>
          <cx:pt idx="5856">493546</cx:pt>
          <cx:pt idx="5857">496840</cx:pt>
          <cx:pt idx="5858">499245</cx:pt>
          <cx:pt idx="5859">503973</cx:pt>
          <cx:pt idx="5860">503973</cx:pt>
          <cx:pt idx="5861">506465</cx:pt>
          <cx:pt idx="5862">506465</cx:pt>
          <cx:pt idx="5863">507188</cx:pt>
          <cx:pt idx="5864">511484</cx:pt>
          <cx:pt idx="5865">512664</cx:pt>
          <cx:pt idx="5866">512664</cx:pt>
          <cx:pt idx="5867">517302</cx:pt>
          <cx:pt idx="5868">518416</cx:pt>
          <cx:pt idx="5869">522257</cx:pt>
          <cx:pt idx="5870">527999</cx:pt>
          <cx:pt idx="5871">527999</cx:pt>
          <cx:pt idx="5872">529062</cx:pt>
          <cx:pt idx="5873">529103</cx:pt>
          <cx:pt idx="5874">529538</cx:pt>
          <cx:pt idx="5875">529538</cx:pt>
          <cx:pt idx="5876">532626</cx:pt>
          <cx:pt idx="5877">532626</cx:pt>
          <cx:pt idx="5878">535088</cx:pt>
          <cx:pt idx="5879">539066</cx:pt>
          <cx:pt idx="5880">540781</cx:pt>
          <cx:pt idx="5881">542436</cx:pt>
          <cx:pt idx="5882">544979</cx:pt>
          <cx:pt idx="5883">545891</cx:pt>
          <cx:pt idx="5884">560778</cx:pt>
          <cx:pt idx="5885">569147</cx:pt>
          <cx:pt idx="5886">569147</cx:pt>
          <cx:pt idx="5887">570732</cx:pt>
          <cx:pt idx="5888">570732</cx:pt>
          <cx:pt idx="5889">573653</cx:pt>
          <cx:pt idx="5890">573653</cx:pt>
          <cx:pt idx="5891">574953</cx:pt>
          <cx:pt idx="5892">580758</cx:pt>
          <cx:pt idx="5893">581943</cx:pt>
          <cx:pt idx="5894">581943</cx:pt>
          <cx:pt idx="5895">581943</cx:pt>
          <cx:pt idx="5896">583185</cx:pt>
          <cx:pt idx="5897">583185</cx:pt>
          <cx:pt idx="5898">584217</cx:pt>
          <cx:pt idx="5899">590257</cx:pt>
          <cx:pt idx="5900">590257</cx:pt>
          <cx:pt idx="5901">596210</cx:pt>
          <cx:pt idx="5902">605871</cx:pt>
          <cx:pt idx="5903">608652</cx:pt>
          <cx:pt idx="5904">610828</cx:pt>
          <cx:pt idx="5905">610828</cx:pt>
          <cx:pt idx="5906">610828</cx:pt>
          <cx:pt idx="5907">610828</cx:pt>
          <cx:pt idx="5908">617244</cx:pt>
          <cx:pt idx="5909">618682</cx:pt>
          <cx:pt idx="5910">618682</cx:pt>
          <cx:pt idx="5911">619276</cx:pt>
          <cx:pt idx="5912">619276</cx:pt>
          <cx:pt idx="5913">619283</cx:pt>
          <cx:pt idx="5914">619283</cx:pt>
          <cx:pt idx="5915">636427</cx:pt>
          <cx:pt idx="5916">636427</cx:pt>
          <cx:pt idx="5917">639101</cx:pt>
          <cx:pt idx="5918">639499</cx:pt>
          <cx:pt idx="5919">639499</cx:pt>
          <cx:pt idx="5920">643741</cx:pt>
          <cx:pt idx="5921">647783</cx:pt>
          <cx:pt idx="5922">649929</cx:pt>
          <cx:pt idx="5923">655735</cx:pt>
          <cx:pt idx="5924">656098</cx:pt>
          <cx:pt idx="5925">656098</cx:pt>
          <cx:pt idx="5926">656098</cx:pt>
          <cx:pt idx="5927">656098</cx:pt>
          <cx:pt idx="5928">657874</cx:pt>
          <cx:pt idx="5929">678494</cx:pt>
          <cx:pt idx="5930">678494</cx:pt>
          <cx:pt idx="5931">680397</cx:pt>
          <cx:pt idx="5932">680669</cx:pt>
          <cx:pt idx="5933">680669</cx:pt>
          <cx:pt idx="5934">694926</cx:pt>
          <cx:pt idx="5935">699096</cx:pt>
          <cx:pt idx="5936">699096</cx:pt>
          <cx:pt idx="5937">706581</cx:pt>
          <cx:pt idx="5938">719623</cx:pt>
          <cx:pt idx="5939">732666</cx:pt>
          <cx:pt idx="5940">732666</cx:pt>
          <cx:pt idx="5941">764213</cx:pt>
          <cx:pt idx="5942">766337</cx:pt>
          <cx:pt idx="5943">769449</cx:pt>
          <cx:pt idx="5944">769449</cx:pt>
          <cx:pt idx="5945">776282</cx:pt>
          <cx:pt idx="5946">804005</cx:pt>
          <cx:pt idx="5947">865497</cx:pt>
          <cx:pt idx="5948">887879</cx:pt>
          <cx:pt idx="5949">887879</cx:pt>
          <cx:pt idx="5950">941716</cx:pt>
          <cx:pt idx="5951">941716</cx:pt>
          <cx:pt idx="5952">1096214</cx:pt>
          <cx:pt idx="5953">1234169</cx:pt>
          <cx:pt idx="5954">1234169</cx:pt>
          <cx:pt idx="5955">1617278</cx:pt>
          <cx:pt idx="5956">1617278</cx:pt>
        </cx:lvl>
      </cx:numDim>
    </cx:data>
  </cx:chartData>
  <cx:chart>
    <cx:plotArea>
      <cx:plotAreaRegion>
        <cx:series layoutId="clusteredColumn" uniqueId="{ABF5ADF3-D2CA-416E-80B9-DD1CBDFFFCEC}">
          <cx:tx>
            <cx:txData>
              <cx:f>'[Input_Test RCM_2803.xlsx]Sheet1'!$B$1</cx:f>
              <cx:v>giá trị đơn hàng</cx:v>
            </cx:txData>
          </cx:tx>
          <cx:spPr>
            <a:solidFill>
              <a:srgbClr val="4472C4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'[Input_Test RCM_2803.xlsx]Sheet1'!$B$2:$B$5959</cx:f>
        <cx:lvl ptCount="5958" formatCode="General">
          <cx:pt idx="0">50005</cx:pt>
          <cx:pt idx="1">50017</cx:pt>
          <cx:pt idx="2">50023</cx:pt>
          <cx:pt idx="3">50049</cx:pt>
          <cx:pt idx="4">50333</cx:pt>
          <cx:pt idx="5">50333</cx:pt>
          <cx:pt idx="6">50368</cx:pt>
          <cx:pt idx="7">50534</cx:pt>
          <cx:pt idx="8">50571</cx:pt>
          <cx:pt idx="9">50572</cx:pt>
          <cx:pt idx="10">50608</cx:pt>
          <cx:pt idx="11">50665</cx:pt>
          <cx:pt idx="12">50692</cx:pt>
          <cx:pt idx="13">50765</cx:pt>
          <cx:pt idx="14">50788</cx:pt>
          <cx:pt idx="15">50800</cx:pt>
          <cx:pt idx="16">50845</cx:pt>
          <cx:pt idx="17">50927</cx:pt>
          <cx:pt idx="18">50927</cx:pt>
          <cx:pt idx="19">50944</cx:pt>
          <cx:pt idx="20">51166</cx:pt>
          <cx:pt idx="21">51166</cx:pt>
          <cx:pt idx="22">51331</cx:pt>
          <cx:pt idx="23">51428</cx:pt>
          <cx:pt idx="24">51428</cx:pt>
          <cx:pt idx="25">51428</cx:pt>
          <cx:pt idx="26">51428</cx:pt>
          <cx:pt idx="27">51428</cx:pt>
          <cx:pt idx="28">51429</cx:pt>
          <cx:pt idx="29">51429</cx:pt>
          <cx:pt idx="30">51429</cx:pt>
          <cx:pt idx="31">51429</cx:pt>
          <cx:pt idx="32">51429</cx:pt>
          <cx:pt idx="33">51429</cx:pt>
          <cx:pt idx="34">51429</cx:pt>
          <cx:pt idx="35">51429</cx:pt>
          <cx:pt idx="36">51429</cx:pt>
          <cx:pt idx="37">51429</cx:pt>
          <cx:pt idx="38">51429</cx:pt>
          <cx:pt idx="39">51429</cx:pt>
          <cx:pt idx="40">51429</cx:pt>
          <cx:pt idx="41">51429</cx:pt>
          <cx:pt idx="42">51429</cx:pt>
          <cx:pt idx="43">51450</cx:pt>
          <cx:pt idx="44">51567</cx:pt>
          <cx:pt idx="45">51576</cx:pt>
          <cx:pt idx="46">51627</cx:pt>
          <cx:pt idx="47">51716</cx:pt>
          <cx:pt idx="48">51794</cx:pt>
          <cx:pt idx="49">51855</cx:pt>
          <cx:pt idx="50">52043</cx:pt>
          <cx:pt idx="51">52079</cx:pt>
          <cx:pt idx="52">52133</cx:pt>
          <cx:pt idx="53">52301</cx:pt>
          <cx:pt idx="54">52325</cx:pt>
          <cx:pt idx="55">52340</cx:pt>
          <cx:pt idx="56">52400</cx:pt>
          <cx:pt idx="57">52421</cx:pt>
          <cx:pt idx="58">52500</cx:pt>
          <cx:pt idx="59">52500</cx:pt>
          <cx:pt idx="60">52658</cx:pt>
          <cx:pt idx="61">52773</cx:pt>
          <cx:pt idx="62">52773</cx:pt>
          <cx:pt idx="63">52775</cx:pt>
          <cx:pt idx="64">52807</cx:pt>
          <cx:pt idx="65">52913</cx:pt>
          <cx:pt idx="66">52977</cx:pt>
          <cx:pt idx="67">53000</cx:pt>
          <cx:pt idx="68">53041</cx:pt>
          <cx:pt idx="69">53163</cx:pt>
          <cx:pt idx="70">53191</cx:pt>
          <cx:pt idx="71">53193</cx:pt>
          <cx:pt idx="72">53325</cx:pt>
          <cx:pt idx="73">53325</cx:pt>
          <cx:pt idx="74">53325</cx:pt>
          <cx:pt idx="75">53327</cx:pt>
          <cx:pt idx="76">53329</cx:pt>
          <cx:pt idx="77">53332</cx:pt>
          <cx:pt idx="78">53333</cx:pt>
          <cx:pt idx="79">53333</cx:pt>
          <cx:pt idx="80">53339</cx:pt>
          <cx:pt idx="81">53412</cx:pt>
          <cx:pt idx="82">53421</cx:pt>
          <cx:pt idx="83">53630</cx:pt>
          <cx:pt idx="84">53688</cx:pt>
          <cx:pt idx="85">53734</cx:pt>
          <cx:pt idx="86">53746</cx:pt>
          <cx:pt idx="87">53750</cx:pt>
          <cx:pt idx="88">53788</cx:pt>
          <cx:pt idx="89">53832</cx:pt>
          <cx:pt idx="90">53892</cx:pt>
          <cx:pt idx="91">53988</cx:pt>
          <cx:pt idx="92">53995</cx:pt>
          <cx:pt idx="93">54027</cx:pt>
          <cx:pt idx="94">54050</cx:pt>
          <cx:pt idx="95">54095</cx:pt>
          <cx:pt idx="96">54150</cx:pt>
          <cx:pt idx="97">54186</cx:pt>
          <cx:pt idx="98">54194</cx:pt>
          <cx:pt idx="99">54233</cx:pt>
          <cx:pt idx="100">54246</cx:pt>
          <cx:pt idx="101">54293</cx:pt>
          <cx:pt idx="102">54333</cx:pt>
          <cx:pt idx="103">54392</cx:pt>
          <cx:pt idx="104">54672</cx:pt>
          <cx:pt idx="105">54733</cx:pt>
          <cx:pt idx="106">54747</cx:pt>
          <cx:pt idx="107">54890</cx:pt>
          <cx:pt idx="108">54988</cx:pt>
          <cx:pt idx="109">55020</cx:pt>
          <cx:pt idx="110">55041</cx:pt>
          <cx:pt idx="111">55163</cx:pt>
          <cx:pt idx="112">55191</cx:pt>
          <cx:pt idx="113">55228</cx:pt>
          <cx:pt idx="114">55228</cx:pt>
          <cx:pt idx="115">55275</cx:pt>
          <cx:pt idx="116">55541</cx:pt>
          <cx:pt idx="117">55695</cx:pt>
          <cx:pt idx="118">55829</cx:pt>
          <cx:pt idx="119">55895</cx:pt>
          <cx:pt idx="120">55935</cx:pt>
          <cx:pt idx="121">56233</cx:pt>
          <cx:pt idx="122">56233</cx:pt>
          <cx:pt idx="123">56244</cx:pt>
          <cx:pt idx="124">56315</cx:pt>
          <cx:pt idx="125">56332</cx:pt>
          <cx:pt idx="126">56416</cx:pt>
          <cx:pt idx="127">56446</cx:pt>
          <cx:pt idx="128">56549</cx:pt>
          <cx:pt idx="129">56650</cx:pt>
          <cx:pt idx="130">56655</cx:pt>
          <cx:pt idx="131">56660</cx:pt>
          <cx:pt idx="132">56661</cx:pt>
          <cx:pt idx="133">56666</cx:pt>
          <cx:pt idx="134">56667</cx:pt>
          <cx:pt idx="135">56682</cx:pt>
          <cx:pt idx="136">56688</cx:pt>
          <cx:pt idx="137">56753</cx:pt>
          <cx:pt idx="138">56793</cx:pt>
          <cx:pt idx="139">56793</cx:pt>
          <cx:pt idx="140">56793</cx:pt>
          <cx:pt idx="141">56793</cx:pt>
          <cx:pt idx="142">56793</cx:pt>
          <cx:pt idx="143">56793</cx:pt>
          <cx:pt idx="144">56901</cx:pt>
          <cx:pt idx="145">57095</cx:pt>
          <cx:pt idx="146">57143</cx:pt>
          <cx:pt idx="147">57200</cx:pt>
          <cx:pt idx="148">57308</cx:pt>
          <cx:pt idx="149">57364</cx:pt>
          <cx:pt idx="150">57434</cx:pt>
          <cx:pt idx="151">57681</cx:pt>
          <cx:pt idx="152">57681</cx:pt>
          <cx:pt idx="153">57833</cx:pt>
          <cx:pt idx="154">57921</cx:pt>
          <cx:pt idx="155">57983</cx:pt>
          <cx:pt idx="156">58020</cx:pt>
          <cx:pt idx="157">58025</cx:pt>
          <cx:pt idx="158">58088</cx:pt>
          <cx:pt idx="159">58150</cx:pt>
          <cx:pt idx="160">58230</cx:pt>
          <cx:pt idx="161">58247</cx:pt>
          <cx:pt idx="162">58298</cx:pt>
          <cx:pt idx="163">58333</cx:pt>
          <cx:pt idx="164">58373</cx:pt>
          <cx:pt idx="165">58374</cx:pt>
          <cx:pt idx="166">58563</cx:pt>
          <cx:pt idx="167">58607</cx:pt>
          <cx:pt idx="168">58751</cx:pt>
          <cx:pt idx="169">58939</cx:pt>
          <cx:pt idx="170">59077</cx:pt>
          <cx:pt idx="171">59205</cx:pt>
          <cx:pt idx="172">59243</cx:pt>
          <cx:pt idx="173">59274</cx:pt>
          <cx:pt idx="174">59289</cx:pt>
          <cx:pt idx="175">59306</cx:pt>
          <cx:pt idx="176">59403</cx:pt>
          <cx:pt idx="177">59554</cx:pt>
          <cx:pt idx="178">59654</cx:pt>
          <cx:pt idx="179">59697</cx:pt>
          <cx:pt idx="180">59702</cx:pt>
          <cx:pt idx="181">59753</cx:pt>
          <cx:pt idx="182">59759</cx:pt>
          <cx:pt idx="183">59800</cx:pt>
          <cx:pt idx="184">59962</cx:pt>
          <cx:pt idx="185">59992</cx:pt>
          <cx:pt idx="186">60000</cx:pt>
          <cx:pt idx="187">60000</cx:pt>
          <cx:pt idx="188">60000</cx:pt>
          <cx:pt idx="189">60000</cx:pt>
          <cx:pt idx="190">60000</cx:pt>
          <cx:pt idx="191">60000</cx:pt>
          <cx:pt idx="192">60000</cx:pt>
          <cx:pt idx="193">60000</cx:pt>
          <cx:pt idx="194">60000</cx:pt>
          <cx:pt idx="195">60000</cx:pt>
          <cx:pt idx="196">60000</cx:pt>
          <cx:pt idx="197">60000</cx:pt>
          <cx:pt idx="198">60000</cx:pt>
          <cx:pt idx="199">60000</cx:pt>
          <cx:pt idx="200">60000</cx:pt>
          <cx:pt idx="201">60000</cx:pt>
          <cx:pt idx="202">60000</cx:pt>
          <cx:pt idx="203">60000</cx:pt>
          <cx:pt idx="204">60000</cx:pt>
          <cx:pt idx="205">60000</cx:pt>
          <cx:pt idx="206">60000</cx:pt>
          <cx:pt idx="207">60000</cx:pt>
          <cx:pt idx="208">60000</cx:pt>
          <cx:pt idx="209">60000</cx:pt>
          <cx:pt idx="210">60000</cx:pt>
          <cx:pt idx="211">60000</cx:pt>
          <cx:pt idx="212">60000</cx:pt>
          <cx:pt idx="213">60000</cx:pt>
          <cx:pt idx="214">60000</cx:pt>
          <cx:pt idx="215">60000</cx:pt>
          <cx:pt idx="216">60000</cx:pt>
          <cx:pt idx="217">60000</cx:pt>
          <cx:pt idx="218">60000</cx:pt>
          <cx:pt idx="219">60000</cx:pt>
          <cx:pt idx="220">60000</cx:pt>
          <cx:pt idx="221">60000</cx:pt>
          <cx:pt idx="222">60000</cx:pt>
          <cx:pt idx="223">60000</cx:pt>
          <cx:pt idx="224">60000</cx:pt>
          <cx:pt idx="225">60000</cx:pt>
          <cx:pt idx="226">60000</cx:pt>
          <cx:pt idx="227">60000</cx:pt>
          <cx:pt idx="228">60000</cx:pt>
          <cx:pt idx="229">60000</cx:pt>
          <cx:pt idx="230">60000</cx:pt>
          <cx:pt idx="231">60000</cx:pt>
          <cx:pt idx="232">60000</cx:pt>
          <cx:pt idx="233">60000</cx:pt>
          <cx:pt idx="234">60000</cx:pt>
          <cx:pt idx="235">60000</cx:pt>
          <cx:pt idx="236">60000</cx:pt>
          <cx:pt idx="237">60000</cx:pt>
          <cx:pt idx="238">60000</cx:pt>
          <cx:pt idx="239">60000</cx:pt>
          <cx:pt idx="240">60000</cx:pt>
          <cx:pt idx="241">60000</cx:pt>
          <cx:pt idx="242">60000</cx:pt>
          <cx:pt idx="243">60000</cx:pt>
          <cx:pt idx="244">60004</cx:pt>
          <cx:pt idx="245">60015</cx:pt>
          <cx:pt idx="246">60019</cx:pt>
          <cx:pt idx="247">60025</cx:pt>
          <cx:pt idx="248">60066</cx:pt>
          <cx:pt idx="249">60075</cx:pt>
          <cx:pt idx="250">60075</cx:pt>
          <cx:pt idx="251">60099</cx:pt>
          <cx:pt idx="252">60214</cx:pt>
          <cx:pt idx="253">60232</cx:pt>
          <cx:pt idx="254">60250</cx:pt>
          <cx:pt idx="255">60310</cx:pt>
          <cx:pt idx="256">60319</cx:pt>
          <cx:pt idx="257">60326</cx:pt>
          <cx:pt idx="258">60333</cx:pt>
          <cx:pt idx="259">60333</cx:pt>
          <cx:pt idx="260">60543</cx:pt>
          <cx:pt idx="261">60548</cx:pt>
          <cx:pt idx="262">60568</cx:pt>
          <cx:pt idx="263">60569</cx:pt>
          <cx:pt idx="264">60630</cx:pt>
          <cx:pt idx="265">60766</cx:pt>
          <cx:pt idx="266">60833</cx:pt>
          <cx:pt idx="267">60883</cx:pt>
          <cx:pt idx="268">61013</cx:pt>
          <cx:pt idx="269">61013</cx:pt>
          <cx:pt idx="270">61142</cx:pt>
          <cx:pt idx="271">61166</cx:pt>
          <cx:pt idx="272">61166</cx:pt>
          <cx:pt idx="273">61178</cx:pt>
          <cx:pt idx="274">61352</cx:pt>
          <cx:pt idx="275">61352</cx:pt>
          <cx:pt idx="276">61364</cx:pt>
          <cx:pt idx="277">61382</cx:pt>
          <cx:pt idx="278">61416</cx:pt>
          <cx:pt idx="279">61425</cx:pt>
          <cx:pt idx="280">61474</cx:pt>
          <cx:pt idx="281">61502</cx:pt>
          <cx:pt idx="282">61512</cx:pt>
          <cx:pt idx="283">61524</cx:pt>
          <cx:pt idx="284">61583</cx:pt>
          <cx:pt idx="285">61607</cx:pt>
          <cx:pt idx="286">61658</cx:pt>
          <cx:pt idx="287">61666</cx:pt>
          <cx:pt idx="288">61666</cx:pt>
          <cx:pt idx="289">61669</cx:pt>
          <cx:pt idx="290">61683</cx:pt>
          <cx:pt idx="291">61741</cx:pt>
          <cx:pt idx="292">61743</cx:pt>
          <cx:pt idx="293">61746</cx:pt>
          <cx:pt idx="294">61884</cx:pt>
          <cx:pt idx="295">61908</cx:pt>
          <cx:pt idx="296">62000</cx:pt>
          <cx:pt idx="297">62028</cx:pt>
          <cx:pt idx="298">62059</cx:pt>
          <cx:pt idx="299">62066</cx:pt>
          <cx:pt idx="300">62081</cx:pt>
          <cx:pt idx="301">62100</cx:pt>
          <cx:pt idx="302">62118</cx:pt>
          <cx:pt idx="303">62283</cx:pt>
          <cx:pt idx="304">62333</cx:pt>
          <cx:pt idx="305">62333</cx:pt>
          <cx:pt idx="306">62400</cx:pt>
          <cx:pt idx="307">62400</cx:pt>
          <cx:pt idx="308">62406</cx:pt>
          <cx:pt idx="309">62500</cx:pt>
          <cx:pt idx="310">62500</cx:pt>
          <cx:pt idx="311">62572</cx:pt>
          <cx:pt idx="312">62614</cx:pt>
          <cx:pt idx="313">62637</cx:pt>
          <cx:pt idx="314">62741</cx:pt>
          <cx:pt idx="315">62849</cx:pt>
          <cx:pt idx="316">62983</cx:pt>
          <cx:pt idx="317">62983</cx:pt>
          <cx:pt idx="318">63175</cx:pt>
          <cx:pt idx="319">63253</cx:pt>
          <cx:pt idx="320">63291</cx:pt>
          <cx:pt idx="321">63316</cx:pt>
          <cx:pt idx="322">63321</cx:pt>
          <cx:pt idx="323">63324</cx:pt>
          <cx:pt idx="324">63325</cx:pt>
          <cx:pt idx="325">63331</cx:pt>
          <cx:pt idx="326">63332</cx:pt>
          <cx:pt idx="327">63333</cx:pt>
          <cx:pt idx="328">63333</cx:pt>
          <cx:pt idx="329">63333</cx:pt>
          <cx:pt idx="330">63343</cx:pt>
          <cx:pt idx="331">63349</cx:pt>
          <cx:pt idx="332">63350</cx:pt>
          <cx:pt idx="333">63357</cx:pt>
          <cx:pt idx="334">63371</cx:pt>
          <cx:pt idx="335">63382</cx:pt>
          <cx:pt idx="336">63397</cx:pt>
          <cx:pt idx="337">63413</cx:pt>
          <cx:pt idx="338">63417</cx:pt>
          <cx:pt idx="339">63423</cx:pt>
          <cx:pt idx="340">63462</cx:pt>
          <cx:pt idx="341">63699</cx:pt>
          <cx:pt idx="342">63724</cx:pt>
          <cx:pt idx="343">63773</cx:pt>
          <cx:pt idx="344">63839</cx:pt>
          <cx:pt idx="345">63889</cx:pt>
          <cx:pt idx="346">63995</cx:pt>
          <cx:pt idx="347">63996</cx:pt>
          <cx:pt idx="348">64000</cx:pt>
          <cx:pt idx="349">64110</cx:pt>
          <cx:pt idx="350">64141</cx:pt>
          <cx:pt idx="351">64355</cx:pt>
          <cx:pt idx="352">64364</cx:pt>
          <cx:pt idx="353">64399</cx:pt>
          <cx:pt idx="354">64450</cx:pt>
          <cx:pt idx="355">64500</cx:pt>
          <cx:pt idx="356">64632</cx:pt>
          <cx:pt idx="357">64677</cx:pt>
          <cx:pt idx="358">64716</cx:pt>
          <cx:pt idx="359">64846</cx:pt>
          <cx:pt idx="360">64881</cx:pt>
          <cx:pt idx="361">64929</cx:pt>
          <cx:pt idx="362">64939</cx:pt>
          <cx:pt idx="363">64967</cx:pt>
          <cx:pt idx="364">64989</cx:pt>
          <cx:pt idx="365">64989</cx:pt>
          <cx:pt idx="366">65000</cx:pt>
          <cx:pt idx="367">65171</cx:pt>
          <cx:pt idx="368">65202</cx:pt>
          <cx:pt idx="369">65226</cx:pt>
          <cx:pt idx="370">65234</cx:pt>
          <cx:pt idx="371">65350</cx:pt>
          <cx:pt idx="372">65430</cx:pt>
          <cx:pt idx="373">65496</cx:pt>
          <cx:pt idx="374">65569</cx:pt>
          <cx:pt idx="375">65585</cx:pt>
          <cx:pt idx="376">65618</cx:pt>
          <cx:pt idx="377">65719</cx:pt>
          <cx:pt idx="378">65769</cx:pt>
          <cx:pt idx="379">65826</cx:pt>
          <cx:pt idx="380">65831</cx:pt>
          <cx:pt idx="381">65833</cx:pt>
          <cx:pt idx="382">65850</cx:pt>
          <cx:pt idx="383">65850</cx:pt>
          <cx:pt idx="384">65871</cx:pt>
          <cx:pt idx="385">65891</cx:pt>
          <cx:pt idx="386">65892</cx:pt>
          <cx:pt idx="387">65907</cx:pt>
          <cx:pt idx="388">65957</cx:pt>
          <cx:pt idx="389">66023</cx:pt>
          <cx:pt idx="390">66176</cx:pt>
          <cx:pt idx="391">66275</cx:pt>
          <cx:pt idx="392">66383</cx:pt>
          <cx:pt idx="393">66435</cx:pt>
          <cx:pt idx="394">66444</cx:pt>
          <cx:pt idx="395">66458</cx:pt>
          <cx:pt idx="396">66474</cx:pt>
          <cx:pt idx="397">66616</cx:pt>
          <cx:pt idx="398">66644</cx:pt>
          <cx:pt idx="399">66649</cx:pt>
          <cx:pt idx="400">66653</cx:pt>
          <cx:pt idx="401">66664</cx:pt>
          <cx:pt idx="402">66665</cx:pt>
          <cx:pt idx="403">66665</cx:pt>
          <cx:pt idx="404">66665</cx:pt>
          <cx:pt idx="405">66666</cx:pt>
          <cx:pt idx="406">66666</cx:pt>
          <cx:pt idx="407">66666</cx:pt>
          <cx:pt idx="408">66666</cx:pt>
          <cx:pt idx="409">66669</cx:pt>
          <cx:pt idx="410">66673</cx:pt>
          <cx:pt idx="411">66674</cx:pt>
          <cx:pt idx="412">66675</cx:pt>
          <cx:pt idx="413">66688</cx:pt>
          <cx:pt idx="414">66721</cx:pt>
          <cx:pt idx="415">66721</cx:pt>
          <cx:pt idx="416">66741</cx:pt>
          <cx:pt idx="417">66741</cx:pt>
          <cx:pt idx="418">66834</cx:pt>
          <cx:pt idx="419">66866</cx:pt>
          <cx:pt idx="420">66914</cx:pt>
          <cx:pt idx="421">66964</cx:pt>
          <cx:pt idx="422">66966</cx:pt>
          <cx:pt idx="423">66990</cx:pt>
          <cx:pt idx="424">66990</cx:pt>
          <cx:pt idx="425">67015</cx:pt>
          <cx:pt idx="426">67015</cx:pt>
          <cx:pt idx="427">67015</cx:pt>
          <cx:pt idx="428">67059</cx:pt>
          <cx:pt idx="429">67087</cx:pt>
          <cx:pt idx="430">67104</cx:pt>
          <cx:pt idx="431">67148</cx:pt>
          <cx:pt idx="432">67149</cx:pt>
          <cx:pt idx="433">67190</cx:pt>
          <cx:pt idx="434">67248</cx:pt>
          <cx:pt idx="435">67266</cx:pt>
          <cx:pt idx="436">67307</cx:pt>
          <cx:pt idx="437">67391</cx:pt>
          <cx:pt idx="438">67500</cx:pt>
          <cx:pt idx="439">67500</cx:pt>
          <cx:pt idx="440">67500</cx:pt>
          <cx:pt idx="441">67500</cx:pt>
          <cx:pt idx="442">67500</cx:pt>
          <cx:pt idx="443">67500</cx:pt>
          <cx:pt idx="444">67500</cx:pt>
          <cx:pt idx="445">67500</cx:pt>
          <cx:pt idx="446">67500</cx:pt>
          <cx:pt idx="447">67500</cx:pt>
          <cx:pt idx="448">67500</cx:pt>
          <cx:pt idx="449">67500</cx:pt>
          <cx:pt idx="450">67500</cx:pt>
          <cx:pt idx="451">67500</cx:pt>
          <cx:pt idx="452">67500</cx:pt>
          <cx:pt idx="453">67500</cx:pt>
          <cx:pt idx="454">67500</cx:pt>
          <cx:pt idx="455">67500</cx:pt>
          <cx:pt idx="456">67516</cx:pt>
          <cx:pt idx="457">67516</cx:pt>
          <cx:pt idx="458">67599</cx:pt>
          <cx:pt idx="459">67700</cx:pt>
          <cx:pt idx="460">67742</cx:pt>
          <cx:pt idx="461">67744</cx:pt>
          <cx:pt idx="462">67747</cx:pt>
          <cx:pt idx="463">67747</cx:pt>
          <cx:pt idx="464">67834</cx:pt>
          <cx:pt idx="465">67877</cx:pt>
          <cx:pt idx="466">67936</cx:pt>
          <cx:pt idx="467">67970</cx:pt>
          <cx:pt idx="468">67974</cx:pt>
          <cx:pt idx="469">68000</cx:pt>
          <cx:pt idx="470">68025</cx:pt>
          <cx:pt idx="471">68025</cx:pt>
          <cx:pt idx="472">68025</cx:pt>
          <cx:pt idx="473">68166</cx:pt>
          <cx:pt idx="474">68237</cx:pt>
          <cx:pt idx="475">68270</cx:pt>
          <cx:pt idx="476">68272</cx:pt>
          <cx:pt idx="477">68314</cx:pt>
          <cx:pt idx="478">68316</cx:pt>
          <cx:pt idx="479">68338</cx:pt>
          <cx:pt idx="480">68351</cx:pt>
          <cx:pt idx="481">68371</cx:pt>
          <cx:pt idx="482">68378</cx:pt>
          <cx:pt idx="483">68466</cx:pt>
          <cx:pt idx="484">68466</cx:pt>
          <cx:pt idx="485">68468</cx:pt>
          <cx:pt idx="486">68479</cx:pt>
          <cx:pt idx="487">68573</cx:pt>
          <cx:pt idx="488">68671</cx:pt>
          <cx:pt idx="489">68796</cx:pt>
          <cx:pt idx="490">68989</cx:pt>
          <cx:pt idx="491">69001</cx:pt>
          <cx:pt idx="492">69132</cx:pt>
          <cx:pt idx="493">69138</cx:pt>
          <cx:pt idx="494">69155</cx:pt>
          <cx:pt idx="495">69174</cx:pt>
          <cx:pt idx="496">69217</cx:pt>
          <cx:pt idx="497">69316</cx:pt>
          <cx:pt idx="498">69347</cx:pt>
          <cx:pt idx="499">69383</cx:pt>
          <cx:pt idx="500">69404</cx:pt>
          <cx:pt idx="501">69408</cx:pt>
          <cx:pt idx="502">69503</cx:pt>
          <cx:pt idx="503">69552</cx:pt>
          <cx:pt idx="504">69604</cx:pt>
          <cx:pt idx="505">69604</cx:pt>
          <cx:pt idx="506">69667</cx:pt>
          <cx:pt idx="507">69712</cx:pt>
          <cx:pt idx="508">69784</cx:pt>
          <cx:pt idx="509">69787</cx:pt>
          <cx:pt idx="510">69800</cx:pt>
          <cx:pt idx="511">69882</cx:pt>
          <cx:pt idx="512">69893</cx:pt>
          <cx:pt idx="513">69896</cx:pt>
          <cx:pt idx="514">69925</cx:pt>
          <cx:pt idx="515">69955</cx:pt>
          <cx:pt idx="516">69972</cx:pt>
          <cx:pt idx="517">69982</cx:pt>
          <cx:pt idx="518">69987</cx:pt>
          <cx:pt idx="519">69989</cx:pt>
          <cx:pt idx="520">70000</cx:pt>
          <cx:pt idx="521">70000</cx:pt>
          <cx:pt idx="522">70000</cx:pt>
          <cx:pt idx="523">70000</cx:pt>
          <cx:pt idx="524">70000</cx:pt>
          <cx:pt idx="525">70000</cx:pt>
          <cx:pt idx="526">70000</cx:pt>
          <cx:pt idx="527">70000</cx:pt>
          <cx:pt idx="528">70000</cx:pt>
          <cx:pt idx="529">70000</cx:pt>
          <cx:pt idx="530">70000</cx:pt>
          <cx:pt idx="531">70000</cx:pt>
          <cx:pt idx="532">70000</cx:pt>
          <cx:pt idx="533">70000</cx:pt>
          <cx:pt idx="534">70000</cx:pt>
          <cx:pt idx="535">70000</cx:pt>
          <cx:pt idx="536">70000</cx:pt>
          <cx:pt idx="537">70000</cx:pt>
          <cx:pt idx="538">70000</cx:pt>
          <cx:pt idx="539">70000</cx:pt>
          <cx:pt idx="540">70000</cx:pt>
          <cx:pt idx="541">70000</cx:pt>
          <cx:pt idx="542">70000</cx:pt>
          <cx:pt idx="543">70000</cx:pt>
          <cx:pt idx="544">70000</cx:pt>
          <cx:pt idx="545">70000</cx:pt>
          <cx:pt idx="546">70000</cx:pt>
          <cx:pt idx="547">70000</cx:pt>
          <cx:pt idx="548">70000</cx:pt>
          <cx:pt idx="549">70000</cx:pt>
          <cx:pt idx="550">70002</cx:pt>
          <cx:pt idx="551">70002</cx:pt>
          <cx:pt idx="552">70003</cx:pt>
          <cx:pt idx="553">70012</cx:pt>
          <cx:pt idx="554">70013</cx:pt>
          <cx:pt idx="555">70129</cx:pt>
          <cx:pt idx="556">70229</cx:pt>
          <cx:pt idx="557">70262</cx:pt>
          <cx:pt idx="558">70294</cx:pt>
          <cx:pt idx="559">70294</cx:pt>
          <cx:pt idx="560">70303</cx:pt>
          <cx:pt idx="561">70353</cx:pt>
          <cx:pt idx="562">70353</cx:pt>
          <cx:pt idx="563">70358</cx:pt>
          <cx:pt idx="564">70403</cx:pt>
          <cx:pt idx="565">70432</cx:pt>
          <cx:pt idx="566">70501</cx:pt>
          <cx:pt idx="567">70523</cx:pt>
          <cx:pt idx="568">70561</cx:pt>
          <cx:pt idx="569">70566</cx:pt>
          <cx:pt idx="570">70657</cx:pt>
          <cx:pt idx="571">70668</cx:pt>
          <cx:pt idx="572">70677</cx:pt>
          <cx:pt idx="573">70719</cx:pt>
          <cx:pt idx="574">70722</cx:pt>
          <cx:pt idx="575">70724</cx:pt>
          <cx:pt idx="576">70729</cx:pt>
          <cx:pt idx="577">70833</cx:pt>
          <cx:pt idx="578">70916</cx:pt>
          <cx:pt idx="579">71039</cx:pt>
          <cx:pt idx="580">71104</cx:pt>
          <cx:pt idx="581">71118</cx:pt>
          <cx:pt idx="582">71235</cx:pt>
          <cx:pt idx="583">71346</cx:pt>
          <cx:pt idx="584">71374</cx:pt>
          <cx:pt idx="585">71400</cx:pt>
          <cx:pt idx="586">71508</cx:pt>
          <cx:pt idx="587">71570</cx:pt>
          <cx:pt idx="588">71585</cx:pt>
          <cx:pt idx="589">71595</cx:pt>
          <cx:pt idx="590">71597</cx:pt>
          <cx:pt idx="591">71597</cx:pt>
          <cx:pt idx="592">71637</cx:pt>
          <cx:pt idx="593">71666</cx:pt>
          <cx:pt idx="594">71671</cx:pt>
          <cx:pt idx="595">71675</cx:pt>
          <cx:pt idx="596">71681</cx:pt>
          <cx:pt idx="597">71705</cx:pt>
          <cx:pt idx="598">71718</cx:pt>
          <cx:pt idx="599">71732</cx:pt>
          <cx:pt idx="600">71766</cx:pt>
          <cx:pt idx="601">71800</cx:pt>
          <cx:pt idx="602">71830</cx:pt>
          <cx:pt idx="603">71953</cx:pt>
          <cx:pt idx="604">71967</cx:pt>
          <cx:pt idx="605">72176</cx:pt>
          <cx:pt idx="606">72298</cx:pt>
          <cx:pt idx="607">72298</cx:pt>
          <cx:pt idx="608">72298</cx:pt>
          <cx:pt idx="609">72341</cx:pt>
          <cx:pt idx="610">72361</cx:pt>
          <cx:pt idx="611">72365</cx:pt>
          <cx:pt idx="612">72389</cx:pt>
          <cx:pt idx="613">72395</cx:pt>
          <cx:pt idx="614">72500</cx:pt>
          <cx:pt idx="615">72500</cx:pt>
          <cx:pt idx="616">72521</cx:pt>
          <cx:pt idx="617">72525</cx:pt>
          <cx:pt idx="618">72599</cx:pt>
          <cx:pt idx="619">72667</cx:pt>
          <cx:pt idx="620">72669</cx:pt>
          <cx:pt idx="621">72689</cx:pt>
          <cx:pt idx="622">72725</cx:pt>
          <cx:pt idx="623">72729</cx:pt>
          <cx:pt idx="624">72738</cx:pt>
          <cx:pt idx="625">72742</cx:pt>
          <cx:pt idx="626">72789</cx:pt>
          <cx:pt idx="627">72792</cx:pt>
          <cx:pt idx="628">72825</cx:pt>
          <cx:pt idx="629">72877</cx:pt>
          <cx:pt idx="630">72989</cx:pt>
          <cx:pt idx="631">73008</cx:pt>
          <cx:pt idx="632">73142</cx:pt>
          <cx:pt idx="633">73273</cx:pt>
          <cx:pt idx="634">73278</cx:pt>
          <cx:pt idx="635">73309</cx:pt>
          <cx:pt idx="636">73332</cx:pt>
          <cx:pt idx="637">73333</cx:pt>
          <cx:pt idx="638">73341</cx:pt>
          <cx:pt idx="639">73375</cx:pt>
          <cx:pt idx="640">73391</cx:pt>
          <cx:pt idx="641">73421</cx:pt>
          <cx:pt idx="642">73421</cx:pt>
          <cx:pt idx="643">73422</cx:pt>
          <cx:pt idx="644">73503</cx:pt>
          <cx:pt idx="645">73531</cx:pt>
          <cx:pt idx="646">73536</cx:pt>
          <cx:pt idx="647">73640</cx:pt>
          <cx:pt idx="648">73640</cx:pt>
          <cx:pt idx="649">73683</cx:pt>
          <cx:pt idx="650">73691</cx:pt>
          <cx:pt idx="651">73694</cx:pt>
          <cx:pt idx="652">73730</cx:pt>
          <cx:pt idx="653">73737</cx:pt>
          <cx:pt idx="654">73758</cx:pt>
          <cx:pt idx="655">73758</cx:pt>
          <cx:pt idx="656">73846</cx:pt>
          <cx:pt idx="657">73846</cx:pt>
          <cx:pt idx="658">73914</cx:pt>
          <cx:pt idx="659">73945</cx:pt>
          <cx:pt idx="660">73980</cx:pt>
          <cx:pt idx="661">73989</cx:pt>
          <cx:pt idx="662">74000</cx:pt>
          <cx:pt idx="663">74070</cx:pt>
          <cx:pt idx="664">74199</cx:pt>
          <cx:pt idx="665">74218</cx:pt>
          <cx:pt idx="666">74218</cx:pt>
          <cx:pt idx="667">74219</cx:pt>
          <cx:pt idx="668">74307</cx:pt>
          <cx:pt idx="669">74441</cx:pt>
          <cx:pt idx="670">74471</cx:pt>
          <cx:pt idx="671">74493</cx:pt>
          <cx:pt idx="672">74505</cx:pt>
          <cx:pt idx="673">74518</cx:pt>
          <cx:pt idx="674">74588</cx:pt>
          <cx:pt idx="675">74694</cx:pt>
          <cx:pt idx="676">74772</cx:pt>
          <cx:pt idx="677">74801</cx:pt>
          <cx:pt idx="678">74801</cx:pt>
          <cx:pt idx="679">74866</cx:pt>
          <cx:pt idx="680">74907</cx:pt>
          <cx:pt idx="681">74947</cx:pt>
          <cx:pt idx="682">74969</cx:pt>
          <cx:pt idx="683">74998</cx:pt>
          <cx:pt idx="684">74999</cx:pt>
          <cx:pt idx="685">74999</cx:pt>
          <cx:pt idx="686">75000</cx:pt>
          <cx:pt idx="687">75037</cx:pt>
          <cx:pt idx="688">75119</cx:pt>
          <cx:pt idx="689">75155</cx:pt>
          <cx:pt idx="690">75184</cx:pt>
          <cx:pt idx="691">75187</cx:pt>
          <cx:pt idx="692">75204</cx:pt>
          <cx:pt idx="693">75242</cx:pt>
          <cx:pt idx="694">75245</cx:pt>
          <cx:pt idx="695">75246</cx:pt>
          <cx:pt idx="696">75280</cx:pt>
          <cx:pt idx="697">75312</cx:pt>
          <cx:pt idx="698">75358</cx:pt>
          <cx:pt idx="699">75496</cx:pt>
          <cx:pt idx="700">75680</cx:pt>
          <cx:pt idx="701">75685</cx:pt>
          <cx:pt idx="702">75714</cx:pt>
          <cx:pt idx="703">75741</cx:pt>
          <cx:pt idx="704">75847</cx:pt>
          <cx:pt idx="705">75895</cx:pt>
          <cx:pt idx="706">76000</cx:pt>
          <cx:pt idx="707">76005</cx:pt>
          <cx:pt idx="708">76008</cx:pt>
          <cx:pt idx="709">76057</cx:pt>
          <cx:pt idx="710">76108</cx:pt>
          <cx:pt idx="711">76192</cx:pt>
          <cx:pt idx="712">76192</cx:pt>
          <cx:pt idx="713">76192</cx:pt>
          <cx:pt idx="714">76262</cx:pt>
          <cx:pt idx="715">76353</cx:pt>
          <cx:pt idx="716">76380</cx:pt>
          <cx:pt idx="717">76381</cx:pt>
          <cx:pt idx="718">76381</cx:pt>
          <cx:pt idx="719">76429</cx:pt>
          <cx:pt idx="720">76610</cx:pt>
          <cx:pt idx="721">76637</cx:pt>
          <cx:pt idx="722">76649</cx:pt>
          <cx:pt idx="723">76666</cx:pt>
          <cx:pt idx="724">76666</cx:pt>
          <cx:pt idx="725">76666</cx:pt>
          <cx:pt idx="726">76666</cx:pt>
          <cx:pt idx="727">76676</cx:pt>
          <cx:pt idx="728">76752</cx:pt>
          <cx:pt idx="729">76804</cx:pt>
          <cx:pt idx="730">76827</cx:pt>
          <cx:pt idx="731">76890</cx:pt>
          <cx:pt idx="732">76954</cx:pt>
          <cx:pt idx="733">76977</cx:pt>
          <cx:pt idx="734">76977</cx:pt>
          <cx:pt idx="735">76977</cx:pt>
          <cx:pt idx="736">76977</cx:pt>
          <cx:pt idx="737">77044</cx:pt>
          <cx:pt idx="738">77054</cx:pt>
          <cx:pt idx="739">77074</cx:pt>
          <cx:pt idx="740">77075</cx:pt>
          <cx:pt idx="741">77075</cx:pt>
          <cx:pt idx="742">77077</cx:pt>
          <cx:pt idx="743">77078</cx:pt>
          <cx:pt idx="744">77133</cx:pt>
          <cx:pt idx="745">77143</cx:pt>
          <cx:pt idx="746">77143</cx:pt>
          <cx:pt idx="747">77143</cx:pt>
          <cx:pt idx="748">77143</cx:pt>
          <cx:pt idx="749">77143</cx:pt>
          <cx:pt idx="750">77150</cx:pt>
          <cx:pt idx="751">77181</cx:pt>
          <cx:pt idx="752">77187</cx:pt>
          <cx:pt idx="753">77259</cx:pt>
          <cx:pt idx="754">77387</cx:pt>
          <cx:pt idx="755">77388</cx:pt>
          <cx:pt idx="756">77431</cx:pt>
          <cx:pt idx="757">77445</cx:pt>
          <cx:pt idx="758">77581</cx:pt>
          <cx:pt idx="759">77588</cx:pt>
          <cx:pt idx="760">77775</cx:pt>
          <cx:pt idx="761">77941</cx:pt>
          <cx:pt idx="762">77941</cx:pt>
          <cx:pt idx="763">78083</cx:pt>
          <cx:pt idx="764">78086</cx:pt>
          <cx:pt idx="765">78111</cx:pt>
          <cx:pt idx="766">78310</cx:pt>
          <cx:pt idx="767">78345</cx:pt>
          <cx:pt idx="768">78352</cx:pt>
          <cx:pt idx="769">78513</cx:pt>
          <cx:pt idx="770">78527</cx:pt>
          <cx:pt idx="771">78596</cx:pt>
          <cx:pt idx="772">78612</cx:pt>
          <cx:pt idx="773">78667</cx:pt>
          <cx:pt idx="774">78691</cx:pt>
          <cx:pt idx="775">78876</cx:pt>
          <cx:pt idx="776">78911</cx:pt>
          <cx:pt idx="777">78980</cx:pt>
          <cx:pt idx="778">78998</cx:pt>
          <cx:pt idx="779">78999</cx:pt>
          <cx:pt idx="780">79050</cx:pt>
          <cx:pt idx="781">79054</cx:pt>
          <cx:pt idx="782">79056</cx:pt>
          <cx:pt idx="783">79139</cx:pt>
          <cx:pt idx="784">79152</cx:pt>
          <cx:pt idx="785">79170</cx:pt>
          <cx:pt idx="786">79207</cx:pt>
          <cx:pt idx="787">79269</cx:pt>
          <cx:pt idx="788">79275</cx:pt>
          <cx:pt idx="789">79343</cx:pt>
          <cx:pt idx="790">79348</cx:pt>
          <cx:pt idx="791">79373</cx:pt>
          <cx:pt idx="792">79402</cx:pt>
          <cx:pt idx="793">79419</cx:pt>
          <cx:pt idx="794">79450</cx:pt>
          <cx:pt idx="795">79458</cx:pt>
          <cx:pt idx="796">79524</cx:pt>
          <cx:pt idx="797">79598</cx:pt>
          <cx:pt idx="798">79633</cx:pt>
          <cx:pt idx="799">79657</cx:pt>
          <cx:pt idx="800">79692</cx:pt>
          <cx:pt idx="801">79775</cx:pt>
          <cx:pt idx="802">79825</cx:pt>
          <cx:pt idx="803">79833</cx:pt>
          <cx:pt idx="804">79923</cx:pt>
          <cx:pt idx="805">79978</cx:pt>
          <cx:pt idx="806">79979</cx:pt>
          <cx:pt idx="807">79987</cx:pt>
          <cx:pt idx="808">79987</cx:pt>
          <cx:pt idx="809">79989</cx:pt>
          <cx:pt idx="810">79998</cx:pt>
          <cx:pt idx="811">80000</cx:pt>
          <cx:pt idx="812">80000</cx:pt>
          <cx:pt idx="813">80000</cx:pt>
          <cx:pt idx="814">80000</cx:pt>
          <cx:pt idx="815">80000</cx:pt>
          <cx:pt idx="816">80000</cx:pt>
          <cx:pt idx="817">80000</cx:pt>
          <cx:pt idx="818">80000</cx:pt>
          <cx:pt idx="819">80000</cx:pt>
          <cx:pt idx="820">80000</cx:pt>
          <cx:pt idx="821">80000</cx:pt>
          <cx:pt idx="822">80001</cx:pt>
          <cx:pt idx="823">80005</cx:pt>
          <cx:pt idx="824">80009</cx:pt>
          <cx:pt idx="825">80012</cx:pt>
          <cx:pt idx="826">80022</cx:pt>
          <cx:pt idx="827">80025</cx:pt>
          <cx:pt idx="828">80050</cx:pt>
          <cx:pt idx="829">80061</cx:pt>
          <cx:pt idx="830">80069</cx:pt>
          <cx:pt idx="831">80069</cx:pt>
          <cx:pt idx="832">80091</cx:pt>
          <cx:pt idx="833">80125</cx:pt>
          <cx:pt idx="834">80184</cx:pt>
          <cx:pt idx="835">80257</cx:pt>
          <cx:pt idx="836">80279</cx:pt>
          <cx:pt idx="837">80449</cx:pt>
          <cx:pt idx="838">80481</cx:pt>
          <cx:pt idx="839">80502</cx:pt>
          <cx:pt idx="840">80600</cx:pt>
          <cx:pt idx="841">80616</cx:pt>
          <cx:pt idx="842">80650</cx:pt>
          <cx:pt idx="843">80650</cx:pt>
          <cx:pt idx="844">80650</cx:pt>
          <cx:pt idx="845">80650</cx:pt>
          <cx:pt idx="846">80650</cx:pt>
          <cx:pt idx="847">80650</cx:pt>
          <cx:pt idx="848">80658</cx:pt>
          <cx:pt idx="849">80658</cx:pt>
          <cx:pt idx="850">80666</cx:pt>
          <cx:pt idx="851">80670</cx:pt>
          <cx:pt idx="852">80676</cx:pt>
          <cx:pt idx="853">80730</cx:pt>
          <cx:pt idx="854">80805</cx:pt>
          <cx:pt idx="855">80851</cx:pt>
          <cx:pt idx="856">80856</cx:pt>
          <cx:pt idx="857">80908</cx:pt>
          <cx:pt idx="858">80937</cx:pt>
          <cx:pt idx="859">80939</cx:pt>
          <cx:pt idx="860">81000</cx:pt>
          <cx:pt idx="861">81025</cx:pt>
          <cx:pt idx="862">81050</cx:pt>
          <cx:pt idx="863">81073</cx:pt>
          <cx:pt idx="864">81162</cx:pt>
          <cx:pt idx="865">81173</cx:pt>
          <cx:pt idx="866">81176</cx:pt>
          <cx:pt idx="867">81176</cx:pt>
          <cx:pt idx="868">81226</cx:pt>
          <cx:pt idx="869">81256</cx:pt>
          <cx:pt idx="870">81258</cx:pt>
          <cx:pt idx="871">81260</cx:pt>
          <cx:pt idx="872">81343</cx:pt>
          <cx:pt idx="873">81344</cx:pt>
          <cx:pt idx="874">81371</cx:pt>
          <cx:pt idx="875">81379</cx:pt>
          <cx:pt idx="876">81395</cx:pt>
          <cx:pt idx="877">81508</cx:pt>
          <cx:pt idx="878">81525</cx:pt>
          <cx:pt idx="879">81534</cx:pt>
          <cx:pt idx="880">81541</cx:pt>
          <cx:pt idx="881">81732</cx:pt>
          <cx:pt idx="882">81750</cx:pt>
          <cx:pt idx="883">81816</cx:pt>
          <cx:pt idx="884">81868</cx:pt>
          <cx:pt idx="885">81875</cx:pt>
          <cx:pt idx="886">81931</cx:pt>
          <cx:pt idx="887">81933</cx:pt>
          <cx:pt idx="888">81933</cx:pt>
          <cx:pt idx="889">81951</cx:pt>
          <cx:pt idx="890">81976</cx:pt>
          <cx:pt idx="891">82056</cx:pt>
          <cx:pt idx="892">82065</cx:pt>
          <cx:pt idx="893">82198</cx:pt>
          <cx:pt idx="894">82252</cx:pt>
          <cx:pt idx="895">82284</cx:pt>
          <cx:pt idx="896">82301</cx:pt>
          <cx:pt idx="897">82301</cx:pt>
          <cx:pt idx="898">82309</cx:pt>
          <cx:pt idx="899">82460</cx:pt>
          <cx:pt idx="900">82551</cx:pt>
          <cx:pt idx="901">82551</cx:pt>
          <cx:pt idx="902">82642</cx:pt>
          <cx:pt idx="903">82642</cx:pt>
          <cx:pt idx="904">82652</cx:pt>
          <cx:pt idx="905">82709</cx:pt>
          <cx:pt idx="906">82718</cx:pt>
          <cx:pt idx="907">82748</cx:pt>
          <cx:pt idx="908">82765</cx:pt>
          <cx:pt idx="909">82797</cx:pt>
          <cx:pt idx="910">82841</cx:pt>
          <cx:pt idx="911">82919</cx:pt>
          <cx:pt idx="912">82971</cx:pt>
          <cx:pt idx="913">82973</cx:pt>
          <cx:pt idx="914">82973</cx:pt>
          <cx:pt idx="915">82987</cx:pt>
          <cx:pt idx="916">83008</cx:pt>
          <cx:pt idx="917">83158</cx:pt>
          <cx:pt idx="918">83209</cx:pt>
          <cx:pt idx="919">83217</cx:pt>
          <cx:pt idx="920">83238</cx:pt>
          <cx:pt idx="921">83273</cx:pt>
          <cx:pt idx="922">83279</cx:pt>
          <cx:pt idx="923">83281</cx:pt>
          <cx:pt idx="924">83281</cx:pt>
          <cx:pt idx="925">83287</cx:pt>
          <cx:pt idx="926">83301</cx:pt>
          <cx:pt idx="927">83316</cx:pt>
          <cx:pt idx="928">83325</cx:pt>
          <cx:pt idx="929">83330</cx:pt>
          <cx:pt idx="930">83332</cx:pt>
          <cx:pt idx="931">83333</cx:pt>
          <cx:pt idx="932">83333</cx:pt>
          <cx:pt idx="933">83333</cx:pt>
          <cx:pt idx="934">83333</cx:pt>
          <cx:pt idx="935">83333</cx:pt>
          <cx:pt idx="936">83333</cx:pt>
          <cx:pt idx="937">83333</cx:pt>
          <cx:pt idx="938">83342</cx:pt>
          <cx:pt idx="939">83399</cx:pt>
          <cx:pt idx="940">83454</cx:pt>
          <cx:pt idx="941">83457</cx:pt>
          <cx:pt idx="942">83457</cx:pt>
          <cx:pt idx="943">83548</cx:pt>
          <cx:pt idx="944">83601</cx:pt>
          <cx:pt idx="945">83621</cx:pt>
          <cx:pt idx="946">83623</cx:pt>
          <cx:pt idx="947">83648</cx:pt>
          <cx:pt idx="948">83661</cx:pt>
          <cx:pt idx="949">83685</cx:pt>
          <cx:pt idx="950">83743</cx:pt>
          <cx:pt idx="951">83766</cx:pt>
          <cx:pt idx="952">83835</cx:pt>
          <cx:pt idx="953">83845</cx:pt>
          <cx:pt idx="954">83845</cx:pt>
          <cx:pt idx="955">83845</cx:pt>
          <cx:pt idx="956">83845</cx:pt>
          <cx:pt idx="957">83845</cx:pt>
          <cx:pt idx="958">83845</cx:pt>
          <cx:pt idx="959">83854</cx:pt>
          <cx:pt idx="960">83882</cx:pt>
          <cx:pt idx="961">83923</cx:pt>
          <cx:pt idx="962">83961</cx:pt>
          <cx:pt idx="963">83967</cx:pt>
          <cx:pt idx="964">83974</cx:pt>
          <cx:pt idx="965">83990</cx:pt>
          <cx:pt idx="966">83993</cx:pt>
          <cx:pt idx="967">84030</cx:pt>
          <cx:pt idx="968">84155</cx:pt>
          <cx:pt idx="969">84166</cx:pt>
          <cx:pt idx="970">84224</cx:pt>
          <cx:pt idx="971">84246</cx:pt>
          <cx:pt idx="972">84249</cx:pt>
          <cx:pt idx="973">84259</cx:pt>
          <cx:pt idx="974">84268</cx:pt>
          <cx:pt idx="975">84333</cx:pt>
          <cx:pt idx="976">84364</cx:pt>
          <cx:pt idx="977">84381</cx:pt>
          <cx:pt idx="978">84399</cx:pt>
          <cx:pt idx="979">84435</cx:pt>
          <cx:pt idx="980">84506</cx:pt>
          <cx:pt idx="981">84520</cx:pt>
          <cx:pt idx="982">84546</cx:pt>
          <cx:pt idx="983">84593</cx:pt>
          <cx:pt idx="984">84615</cx:pt>
          <cx:pt idx="985">84659</cx:pt>
          <cx:pt idx="986">84690</cx:pt>
          <cx:pt idx="987">84791</cx:pt>
          <cx:pt idx="988">84857</cx:pt>
          <cx:pt idx="989">84857</cx:pt>
          <cx:pt idx="990">84857</cx:pt>
          <cx:pt idx="991">84857</cx:pt>
          <cx:pt idx="992">84872</cx:pt>
          <cx:pt idx="993">84910</cx:pt>
          <cx:pt idx="994">84923</cx:pt>
          <cx:pt idx="995">84939</cx:pt>
          <cx:pt idx="996">84940</cx:pt>
          <cx:pt idx="997">85000</cx:pt>
          <cx:pt idx="998">85016</cx:pt>
          <cx:pt idx="999">85030</cx:pt>
          <cx:pt idx="1000">85037</cx:pt>
          <cx:pt idx="1001">85064</cx:pt>
          <cx:pt idx="1002">85067</cx:pt>
          <cx:pt idx="1003">85078</cx:pt>
          <cx:pt idx="1004">85137</cx:pt>
          <cx:pt idx="1005">85138</cx:pt>
          <cx:pt idx="1006">85179</cx:pt>
          <cx:pt idx="1007">85227</cx:pt>
          <cx:pt idx="1008">85242</cx:pt>
          <cx:pt idx="1009">85257</cx:pt>
          <cx:pt idx="1010">85267</cx:pt>
          <cx:pt idx="1011">85411</cx:pt>
          <cx:pt idx="1012">85637</cx:pt>
          <cx:pt idx="1013">85642</cx:pt>
          <cx:pt idx="1014">85642</cx:pt>
          <cx:pt idx="1015">85710</cx:pt>
          <cx:pt idx="1016">85816</cx:pt>
          <cx:pt idx="1017">85833</cx:pt>
          <cx:pt idx="1018">85868</cx:pt>
          <cx:pt idx="1019">85987</cx:pt>
          <cx:pt idx="1020">86025</cx:pt>
          <cx:pt idx="1021">86038</cx:pt>
          <cx:pt idx="1022">86039</cx:pt>
          <cx:pt idx="1023">86045</cx:pt>
          <cx:pt idx="1024">86049</cx:pt>
          <cx:pt idx="1025">86095</cx:pt>
          <cx:pt idx="1026">86131</cx:pt>
          <cx:pt idx="1027">86175</cx:pt>
          <cx:pt idx="1028">86175</cx:pt>
          <cx:pt idx="1029">86183</cx:pt>
          <cx:pt idx="1030">86318</cx:pt>
          <cx:pt idx="1031">86399</cx:pt>
          <cx:pt idx="1032">86415</cx:pt>
          <cx:pt idx="1033">86467</cx:pt>
          <cx:pt idx="1034">86485</cx:pt>
          <cx:pt idx="1035">86485</cx:pt>
          <cx:pt idx="1036">86507</cx:pt>
          <cx:pt idx="1037">86598</cx:pt>
          <cx:pt idx="1038">86610</cx:pt>
          <cx:pt idx="1039">86636</cx:pt>
          <cx:pt idx="1040">86655</cx:pt>
          <cx:pt idx="1041">86658</cx:pt>
          <cx:pt idx="1042">86665</cx:pt>
          <cx:pt idx="1043">86666</cx:pt>
          <cx:pt idx="1044">86666</cx:pt>
          <cx:pt idx="1045">86667</cx:pt>
          <cx:pt idx="1046">86667</cx:pt>
          <cx:pt idx="1047">86683</cx:pt>
          <cx:pt idx="1048">86683</cx:pt>
          <cx:pt idx="1049">86692</cx:pt>
          <cx:pt idx="1050">86708</cx:pt>
          <cx:pt idx="1051">86767</cx:pt>
          <cx:pt idx="1052">86808</cx:pt>
          <cx:pt idx="1053">86816</cx:pt>
          <cx:pt idx="1054">86849</cx:pt>
          <cx:pt idx="1055">86908</cx:pt>
          <cx:pt idx="1056">87098</cx:pt>
          <cx:pt idx="1057">87417</cx:pt>
          <cx:pt idx="1058">87466</cx:pt>
          <cx:pt idx="1059">87496</cx:pt>
          <cx:pt idx="1060">87535</cx:pt>
          <cx:pt idx="1061">87538</cx:pt>
          <cx:pt idx="1062">87570</cx:pt>
          <cx:pt idx="1063">87572</cx:pt>
          <cx:pt idx="1064">87617</cx:pt>
          <cx:pt idx="1065">87651</cx:pt>
          <cx:pt idx="1066">87666</cx:pt>
          <cx:pt idx="1067">87679</cx:pt>
          <cx:pt idx="1068">87703</cx:pt>
          <cx:pt idx="1069">87791</cx:pt>
          <cx:pt idx="1070">87795</cx:pt>
          <cx:pt idx="1071">88059</cx:pt>
          <cx:pt idx="1072">88060</cx:pt>
          <cx:pt idx="1073">88100</cx:pt>
          <cx:pt idx="1074">88100</cx:pt>
          <cx:pt idx="1075">88125</cx:pt>
          <cx:pt idx="1076">88156</cx:pt>
          <cx:pt idx="1077">88161</cx:pt>
          <cx:pt idx="1078">88176</cx:pt>
          <cx:pt idx="1079">88232</cx:pt>
          <cx:pt idx="1080">88280</cx:pt>
          <cx:pt idx="1081">88321</cx:pt>
          <cx:pt idx="1082">88333</cx:pt>
          <cx:pt idx="1083">88465</cx:pt>
          <cx:pt idx="1084">88511</cx:pt>
          <cx:pt idx="1085">88524</cx:pt>
          <cx:pt idx="1086">88534</cx:pt>
          <cx:pt idx="1087">88535</cx:pt>
          <cx:pt idx="1088">88537</cx:pt>
          <cx:pt idx="1089">88568</cx:pt>
          <cx:pt idx="1090">88648</cx:pt>
          <cx:pt idx="1091">88666</cx:pt>
          <cx:pt idx="1092">88835</cx:pt>
          <cx:pt idx="1093">88922</cx:pt>
          <cx:pt idx="1094">88943</cx:pt>
          <cx:pt idx="1095">88966</cx:pt>
          <cx:pt idx="1096">88971</cx:pt>
          <cx:pt idx="1097">89015</cx:pt>
          <cx:pt idx="1098">89118</cx:pt>
          <cx:pt idx="1099">89118</cx:pt>
          <cx:pt idx="1100">89125</cx:pt>
          <cx:pt idx="1101">89181</cx:pt>
          <cx:pt idx="1102">89221</cx:pt>
          <cx:pt idx="1103">89283</cx:pt>
          <cx:pt idx="1104">89315</cx:pt>
          <cx:pt idx="1105">89337</cx:pt>
          <cx:pt idx="1106">89390</cx:pt>
          <cx:pt idx="1107">89400</cx:pt>
          <cx:pt idx="1108">89455</cx:pt>
          <cx:pt idx="1109">89464</cx:pt>
          <cx:pt idx="1110">89683</cx:pt>
          <cx:pt idx="1111">89745</cx:pt>
          <cx:pt idx="1112">89829</cx:pt>
          <cx:pt idx="1113">89925</cx:pt>
          <cx:pt idx="1114">89953</cx:pt>
          <cx:pt idx="1115">89978</cx:pt>
          <cx:pt idx="1116">89996</cx:pt>
          <cx:pt idx="1117">89999</cx:pt>
          <cx:pt idx="1118">90000</cx:pt>
          <cx:pt idx="1119">90000</cx:pt>
          <cx:pt idx="1120">90000</cx:pt>
          <cx:pt idx="1121">90000</cx:pt>
          <cx:pt idx="1122">90000</cx:pt>
          <cx:pt idx="1123">90000</cx:pt>
          <cx:pt idx="1124">90000</cx:pt>
          <cx:pt idx="1125">90000</cx:pt>
          <cx:pt idx="1126">90000</cx:pt>
          <cx:pt idx="1127">90000</cx:pt>
          <cx:pt idx="1128">90000</cx:pt>
          <cx:pt idx="1129">90000</cx:pt>
          <cx:pt idx="1130">90000</cx:pt>
          <cx:pt idx="1131">90000</cx:pt>
          <cx:pt idx="1132">90000</cx:pt>
          <cx:pt idx="1133">90000</cx:pt>
          <cx:pt idx="1134">90000</cx:pt>
          <cx:pt idx="1135">90000</cx:pt>
          <cx:pt idx="1136">90000</cx:pt>
          <cx:pt idx="1137">90000</cx:pt>
          <cx:pt idx="1138">90000</cx:pt>
          <cx:pt idx="1139">90000</cx:pt>
          <cx:pt idx="1140">90000</cx:pt>
          <cx:pt idx="1141">90000</cx:pt>
          <cx:pt idx="1142">90000</cx:pt>
          <cx:pt idx="1143">90000</cx:pt>
          <cx:pt idx="1144">90000</cx:pt>
          <cx:pt idx="1145">90000</cx:pt>
          <cx:pt idx="1146">90000</cx:pt>
          <cx:pt idx="1147">90000</cx:pt>
          <cx:pt idx="1148">90000</cx:pt>
          <cx:pt idx="1149">90000</cx:pt>
          <cx:pt idx="1150">90000</cx:pt>
          <cx:pt idx="1151">90000</cx:pt>
          <cx:pt idx="1152">90000</cx:pt>
          <cx:pt idx="1153">90000</cx:pt>
          <cx:pt idx="1154">90000</cx:pt>
          <cx:pt idx="1155">90000</cx:pt>
          <cx:pt idx="1156">90000</cx:pt>
          <cx:pt idx="1157">90000</cx:pt>
          <cx:pt idx="1158">90000</cx:pt>
          <cx:pt idx="1159">90001</cx:pt>
          <cx:pt idx="1160">90002</cx:pt>
          <cx:pt idx="1161">90066</cx:pt>
          <cx:pt idx="1162">90109</cx:pt>
          <cx:pt idx="1163">90150</cx:pt>
          <cx:pt idx="1164">90187</cx:pt>
          <cx:pt idx="1165">90188</cx:pt>
          <cx:pt idx="1166">90200</cx:pt>
          <cx:pt idx="1167">90211</cx:pt>
          <cx:pt idx="1168">90233</cx:pt>
          <cx:pt idx="1169">90241</cx:pt>
          <cx:pt idx="1170">90247</cx:pt>
          <cx:pt idx="1171">90311</cx:pt>
          <cx:pt idx="1172">90332</cx:pt>
          <cx:pt idx="1173">90333</cx:pt>
          <cx:pt idx="1174">90333</cx:pt>
          <cx:pt idx="1175">90387</cx:pt>
          <cx:pt idx="1176">90400</cx:pt>
          <cx:pt idx="1177">90408</cx:pt>
          <cx:pt idx="1178">90415</cx:pt>
          <cx:pt idx="1179">90441</cx:pt>
          <cx:pt idx="1180">90480</cx:pt>
          <cx:pt idx="1181">90500</cx:pt>
          <cx:pt idx="1182">90500</cx:pt>
          <cx:pt idx="1183">90526</cx:pt>
          <cx:pt idx="1184">90541</cx:pt>
          <cx:pt idx="1185">90546</cx:pt>
          <cx:pt idx="1186">90579</cx:pt>
          <cx:pt idx="1187">90605</cx:pt>
          <cx:pt idx="1188">90633</cx:pt>
          <cx:pt idx="1189">90658</cx:pt>
          <cx:pt idx="1190">90658</cx:pt>
          <cx:pt idx="1191">90685</cx:pt>
          <cx:pt idx="1192">90714</cx:pt>
          <cx:pt idx="1193">90716</cx:pt>
          <cx:pt idx="1194">90731</cx:pt>
          <cx:pt idx="1195">90733</cx:pt>
          <cx:pt idx="1196">90750</cx:pt>
          <cx:pt idx="1197">90750</cx:pt>
          <cx:pt idx="1198">90800</cx:pt>
          <cx:pt idx="1199">90828</cx:pt>
          <cx:pt idx="1200">90828</cx:pt>
          <cx:pt idx="1201">90872</cx:pt>
          <cx:pt idx="1202">90872</cx:pt>
          <cx:pt idx="1203">90983</cx:pt>
          <cx:pt idx="1204">91000</cx:pt>
          <cx:pt idx="1205">91018</cx:pt>
          <cx:pt idx="1206">91033</cx:pt>
          <cx:pt idx="1207">91033</cx:pt>
          <cx:pt idx="1208">91033</cx:pt>
          <cx:pt idx="1209">91033</cx:pt>
          <cx:pt idx="1210">91033</cx:pt>
          <cx:pt idx="1211">91033</cx:pt>
          <cx:pt idx="1212">91042</cx:pt>
          <cx:pt idx="1213">91054</cx:pt>
          <cx:pt idx="1214">91066</cx:pt>
          <cx:pt idx="1215">91084</cx:pt>
          <cx:pt idx="1216">91101</cx:pt>
          <cx:pt idx="1217">91150</cx:pt>
          <cx:pt idx="1218">91166</cx:pt>
          <cx:pt idx="1219">91177</cx:pt>
          <cx:pt idx="1220">91200</cx:pt>
          <cx:pt idx="1221">91250</cx:pt>
          <cx:pt idx="1222">91250</cx:pt>
          <cx:pt idx="1223">91350</cx:pt>
          <cx:pt idx="1224">91353</cx:pt>
          <cx:pt idx="1225">91362</cx:pt>
          <cx:pt idx="1226">91371</cx:pt>
          <cx:pt idx="1227">91375</cx:pt>
          <cx:pt idx="1228">91383</cx:pt>
          <cx:pt idx="1229">91433</cx:pt>
          <cx:pt idx="1230">91495</cx:pt>
          <cx:pt idx="1231">91500</cx:pt>
          <cx:pt idx="1232">91536</cx:pt>
          <cx:pt idx="1233">91565</cx:pt>
          <cx:pt idx="1234">91624</cx:pt>
          <cx:pt idx="1235">91649</cx:pt>
          <cx:pt idx="1236">91666</cx:pt>
          <cx:pt idx="1237">91675</cx:pt>
          <cx:pt idx="1238">91704</cx:pt>
          <cx:pt idx="1239">91716</cx:pt>
          <cx:pt idx="1240">91775</cx:pt>
          <cx:pt idx="1241">91792</cx:pt>
          <cx:pt idx="1242">91811</cx:pt>
          <cx:pt idx="1243">91843</cx:pt>
          <cx:pt idx="1244">91860</cx:pt>
          <cx:pt idx="1245">91866</cx:pt>
          <cx:pt idx="1246">91880</cx:pt>
          <cx:pt idx="1247">91891</cx:pt>
          <cx:pt idx="1248">91918</cx:pt>
          <cx:pt idx="1249">91933</cx:pt>
          <cx:pt idx="1250">91933</cx:pt>
          <cx:pt idx="1251">91933</cx:pt>
          <cx:pt idx="1252">91936</cx:pt>
          <cx:pt idx="1253">91950</cx:pt>
          <cx:pt idx="1254">92015</cx:pt>
          <cx:pt idx="1255">92083</cx:pt>
          <cx:pt idx="1256">92164</cx:pt>
          <cx:pt idx="1257">92166</cx:pt>
          <cx:pt idx="1258">92197</cx:pt>
          <cx:pt idx="1259">92222</cx:pt>
          <cx:pt idx="1260">92250</cx:pt>
          <cx:pt idx="1261">92253</cx:pt>
          <cx:pt idx="1262">92272</cx:pt>
          <cx:pt idx="1263">92437</cx:pt>
          <cx:pt idx="1264">92454</cx:pt>
          <cx:pt idx="1265">92467</cx:pt>
          <cx:pt idx="1266">92486</cx:pt>
          <cx:pt idx="1267">92500</cx:pt>
          <cx:pt idx="1268">92500</cx:pt>
          <cx:pt idx="1269">92502</cx:pt>
          <cx:pt idx="1270">92596</cx:pt>
          <cx:pt idx="1271">92650</cx:pt>
          <cx:pt idx="1272">92650</cx:pt>
          <cx:pt idx="1273">92676</cx:pt>
          <cx:pt idx="1274">92683</cx:pt>
          <cx:pt idx="1275">92752</cx:pt>
          <cx:pt idx="1276">92833</cx:pt>
          <cx:pt idx="1277">92833</cx:pt>
          <cx:pt idx="1278">92847</cx:pt>
          <cx:pt idx="1279">92879</cx:pt>
          <cx:pt idx="1280">92927</cx:pt>
          <cx:pt idx="1281">92984</cx:pt>
          <cx:pt idx="1282">93056</cx:pt>
          <cx:pt idx="1283">93074</cx:pt>
          <cx:pt idx="1284">93164</cx:pt>
          <cx:pt idx="1285">93172</cx:pt>
          <cx:pt idx="1286">93219</cx:pt>
          <cx:pt idx="1287">93230</cx:pt>
          <cx:pt idx="1288">93262</cx:pt>
          <cx:pt idx="1289">93266</cx:pt>
          <cx:pt idx="1290">93315</cx:pt>
          <cx:pt idx="1291">93315</cx:pt>
          <cx:pt idx="1292">93315</cx:pt>
          <cx:pt idx="1293">93315</cx:pt>
          <cx:pt idx="1294">93315</cx:pt>
          <cx:pt idx="1295">93315</cx:pt>
          <cx:pt idx="1296">93317</cx:pt>
          <cx:pt idx="1297">93325</cx:pt>
          <cx:pt idx="1298">93326</cx:pt>
          <cx:pt idx="1299">93327</cx:pt>
          <cx:pt idx="1300">93331</cx:pt>
          <cx:pt idx="1301">93333</cx:pt>
          <cx:pt idx="1302">93333</cx:pt>
          <cx:pt idx="1303">93334</cx:pt>
          <cx:pt idx="1304">93341</cx:pt>
          <cx:pt idx="1305">93345</cx:pt>
          <cx:pt idx="1306">93346</cx:pt>
          <cx:pt idx="1307">93404</cx:pt>
          <cx:pt idx="1308">93456</cx:pt>
          <cx:pt idx="1309">93499</cx:pt>
          <cx:pt idx="1310">93560</cx:pt>
          <cx:pt idx="1311">93578</cx:pt>
          <cx:pt idx="1312">93593</cx:pt>
          <cx:pt idx="1313">93616</cx:pt>
          <cx:pt idx="1314">93670</cx:pt>
          <cx:pt idx="1315">93681</cx:pt>
          <cx:pt idx="1316">93681</cx:pt>
          <cx:pt idx="1317">93766</cx:pt>
          <cx:pt idx="1318">93811</cx:pt>
          <cx:pt idx="1319">93825</cx:pt>
          <cx:pt idx="1320">93825</cx:pt>
          <cx:pt idx="1321">93858</cx:pt>
          <cx:pt idx="1322">93904</cx:pt>
          <cx:pt idx="1323">94016</cx:pt>
          <cx:pt idx="1324">94024</cx:pt>
          <cx:pt idx="1325">94075</cx:pt>
          <cx:pt idx="1326">94166</cx:pt>
          <cx:pt idx="1327">94170</cx:pt>
          <cx:pt idx="1328">94211</cx:pt>
          <cx:pt idx="1329">94233</cx:pt>
          <cx:pt idx="1330">94250</cx:pt>
          <cx:pt idx="1331">94252</cx:pt>
          <cx:pt idx="1332">94257</cx:pt>
          <cx:pt idx="1333">94331</cx:pt>
          <cx:pt idx="1334">94369</cx:pt>
          <cx:pt idx="1335">94369</cx:pt>
          <cx:pt idx="1336">94383</cx:pt>
          <cx:pt idx="1337">94389</cx:pt>
          <cx:pt idx="1338">94404</cx:pt>
          <cx:pt idx="1339">94447</cx:pt>
          <cx:pt idx="1340">94488</cx:pt>
          <cx:pt idx="1341">94566</cx:pt>
          <cx:pt idx="1342">94601</cx:pt>
          <cx:pt idx="1343">94607</cx:pt>
          <cx:pt idx="1344">94658</cx:pt>
          <cx:pt idx="1345">94710</cx:pt>
          <cx:pt idx="1346">94760</cx:pt>
          <cx:pt idx="1347">94763</cx:pt>
          <cx:pt idx="1348">94764</cx:pt>
          <cx:pt idx="1349">94803</cx:pt>
          <cx:pt idx="1350">94902</cx:pt>
          <cx:pt idx="1351">94916</cx:pt>
          <cx:pt idx="1352">94950</cx:pt>
          <cx:pt idx="1353">94991</cx:pt>
          <cx:pt idx="1354">95000</cx:pt>
          <cx:pt idx="1355">95000</cx:pt>
          <cx:pt idx="1356">95047</cx:pt>
          <cx:pt idx="1357">95050</cx:pt>
          <cx:pt idx="1358">95061</cx:pt>
          <cx:pt idx="1359">95083</cx:pt>
          <cx:pt idx="1360">95103</cx:pt>
          <cx:pt idx="1361">95183</cx:pt>
          <cx:pt idx="1362">95250</cx:pt>
          <cx:pt idx="1363">95263</cx:pt>
          <cx:pt idx="1364">95275</cx:pt>
          <cx:pt idx="1365">95328</cx:pt>
          <cx:pt idx="1366">95339</cx:pt>
          <cx:pt idx="1367">95348</cx:pt>
          <cx:pt idx="1368">95361</cx:pt>
          <cx:pt idx="1369">95391</cx:pt>
          <cx:pt idx="1370">95434</cx:pt>
          <cx:pt idx="1371">95451</cx:pt>
          <cx:pt idx="1372">95477</cx:pt>
          <cx:pt idx="1373">95499</cx:pt>
          <cx:pt idx="1374">95634</cx:pt>
          <cx:pt idx="1375">95634</cx:pt>
          <cx:pt idx="1376">95634</cx:pt>
          <cx:pt idx="1377">95657</cx:pt>
          <cx:pt idx="1378">95671</cx:pt>
          <cx:pt idx="1379">95693</cx:pt>
          <cx:pt idx="1380">95715</cx:pt>
          <cx:pt idx="1381">95736</cx:pt>
          <cx:pt idx="1382">95750</cx:pt>
          <cx:pt idx="1383">95862</cx:pt>
          <cx:pt idx="1384">95922</cx:pt>
          <cx:pt idx="1385">95924</cx:pt>
          <cx:pt idx="1386">95965</cx:pt>
          <cx:pt idx="1387">96012</cx:pt>
          <cx:pt idx="1388">96012</cx:pt>
          <cx:pt idx="1389">96022</cx:pt>
          <cx:pt idx="1390">96063</cx:pt>
          <cx:pt idx="1391">96106</cx:pt>
          <cx:pt idx="1392">96129</cx:pt>
          <cx:pt idx="1393">96141</cx:pt>
          <cx:pt idx="1394">96176</cx:pt>
          <cx:pt idx="1395">96216</cx:pt>
          <cx:pt idx="1396">96283</cx:pt>
          <cx:pt idx="1397">96283</cx:pt>
          <cx:pt idx="1398">96351</cx:pt>
          <cx:pt idx="1399">96422</cx:pt>
          <cx:pt idx="1400">96428</cx:pt>
          <cx:pt idx="1401">96466</cx:pt>
          <cx:pt idx="1402">96505</cx:pt>
          <cx:pt idx="1403">96533</cx:pt>
          <cx:pt idx="1404">96534</cx:pt>
          <cx:pt idx="1405">96534</cx:pt>
          <cx:pt idx="1406">96540</cx:pt>
          <cx:pt idx="1407">96615</cx:pt>
          <cx:pt idx="1408">96647</cx:pt>
          <cx:pt idx="1409">96658</cx:pt>
          <cx:pt idx="1410">96665</cx:pt>
          <cx:pt idx="1411">96666</cx:pt>
          <cx:pt idx="1412">96666</cx:pt>
          <cx:pt idx="1413">96666</cx:pt>
          <cx:pt idx="1414">96666</cx:pt>
          <cx:pt idx="1415">96666</cx:pt>
          <cx:pt idx="1416">96666</cx:pt>
          <cx:pt idx="1417">96666</cx:pt>
          <cx:pt idx="1418">96666</cx:pt>
          <cx:pt idx="1419">96666</cx:pt>
          <cx:pt idx="1420">96666</cx:pt>
          <cx:pt idx="1421">96666</cx:pt>
          <cx:pt idx="1422">96666</cx:pt>
          <cx:pt idx="1423">96666</cx:pt>
          <cx:pt idx="1424">96683</cx:pt>
          <cx:pt idx="1425">96717</cx:pt>
          <cx:pt idx="1426">96727</cx:pt>
          <cx:pt idx="1427">96750</cx:pt>
          <cx:pt idx="1428">96784</cx:pt>
          <cx:pt idx="1429">96800</cx:pt>
          <cx:pt idx="1430">96800</cx:pt>
          <cx:pt idx="1431">96800</cx:pt>
          <cx:pt idx="1432">96800</cx:pt>
          <cx:pt idx="1433">96800</cx:pt>
          <cx:pt idx="1434">96800</cx:pt>
          <cx:pt idx="1435">96800</cx:pt>
          <cx:pt idx="1436">96839</cx:pt>
          <cx:pt idx="1437">96870</cx:pt>
          <cx:pt idx="1438">97006</cx:pt>
          <cx:pt idx="1439">97020</cx:pt>
          <cx:pt idx="1440">97044</cx:pt>
          <cx:pt idx="1441">97074</cx:pt>
          <cx:pt idx="1442">97153</cx:pt>
          <cx:pt idx="1443">97186</cx:pt>
          <cx:pt idx="1444">97233</cx:pt>
          <cx:pt idx="1445">97234</cx:pt>
          <cx:pt idx="1446">97249</cx:pt>
          <cx:pt idx="1447">97281</cx:pt>
          <cx:pt idx="1448">97350</cx:pt>
          <cx:pt idx="1449">97361</cx:pt>
          <cx:pt idx="1450">97361</cx:pt>
          <cx:pt idx="1451">97361</cx:pt>
          <cx:pt idx="1452">97361</cx:pt>
          <cx:pt idx="1453">97361</cx:pt>
          <cx:pt idx="1454">97361</cx:pt>
          <cx:pt idx="1455">97370</cx:pt>
          <cx:pt idx="1456">97400</cx:pt>
          <cx:pt idx="1457">97416</cx:pt>
          <cx:pt idx="1458">97500</cx:pt>
          <cx:pt idx="1459">97527</cx:pt>
          <cx:pt idx="1460">97605</cx:pt>
          <cx:pt idx="1461">97606</cx:pt>
          <cx:pt idx="1462">97606</cx:pt>
          <cx:pt idx="1463">97632</cx:pt>
          <cx:pt idx="1464">97635</cx:pt>
          <cx:pt idx="1465">97652</cx:pt>
          <cx:pt idx="1466">97673</cx:pt>
          <cx:pt idx="1467">97678</cx:pt>
          <cx:pt idx="1468">97720</cx:pt>
          <cx:pt idx="1469">97728</cx:pt>
          <cx:pt idx="1470">97731</cx:pt>
          <cx:pt idx="1471">97731</cx:pt>
          <cx:pt idx="1472">97744</cx:pt>
          <cx:pt idx="1473">97841</cx:pt>
          <cx:pt idx="1474">97876</cx:pt>
          <cx:pt idx="1475">97923</cx:pt>
          <cx:pt idx="1476">98000</cx:pt>
          <cx:pt idx="1477">98009</cx:pt>
          <cx:pt idx="1478">98118</cx:pt>
          <cx:pt idx="1479">98175</cx:pt>
          <cx:pt idx="1480">98213</cx:pt>
          <cx:pt idx="1481">98261</cx:pt>
          <cx:pt idx="1482">98277</cx:pt>
          <cx:pt idx="1483">98278</cx:pt>
          <cx:pt idx="1484">98282</cx:pt>
          <cx:pt idx="1485">98282</cx:pt>
          <cx:pt idx="1486">98382</cx:pt>
          <cx:pt idx="1487">98483</cx:pt>
          <cx:pt idx="1488">98552</cx:pt>
          <cx:pt idx="1489">98569</cx:pt>
          <cx:pt idx="1490">98580</cx:pt>
          <cx:pt idx="1491">98583</cx:pt>
          <cx:pt idx="1492">98678</cx:pt>
          <cx:pt idx="1493">98684</cx:pt>
          <cx:pt idx="1494">98706</cx:pt>
          <cx:pt idx="1495">98733</cx:pt>
          <cx:pt idx="1496">98733</cx:pt>
          <cx:pt idx="1497">98758</cx:pt>
          <cx:pt idx="1498">98778</cx:pt>
          <cx:pt idx="1499">98800</cx:pt>
          <cx:pt idx="1500">98978</cx:pt>
          <cx:pt idx="1501">99000</cx:pt>
          <cx:pt idx="1502">99000</cx:pt>
          <cx:pt idx="1503">99009</cx:pt>
          <cx:pt idx="1504">99011</cx:pt>
          <cx:pt idx="1505">99013</cx:pt>
          <cx:pt idx="1506">99049</cx:pt>
          <cx:pt idx="1507">99132</cx:pt>
          <cx:pt idx="1508">99141</cx:pt>
          <cx:pt idx="1509">99150</cx:pt>
          <cx:pt idx="1510">99216</cx:pt>
          <cx:pt idx="1511">99244</cx:pt>
          <cx:pt idx="1512">99277</cx:pt>
          <cx:pt idx="1513">99325</cx:pt>
          <cx:pt idx="1514">99333</cx:pt>
          <cx:pt idx="1515">99334</cx:pt>
          <cx:pt idx="1516">99364</cx:pt>
          <cx:pt idx="1517">99366</cx:pt>
          <cx:pt idx="1518">99368</cx:pt>
          <cx:pt idx="1519">99369</cx:pt>
          <cx:pt idx="1520">99392</cx:pt>
          <cx:pt idx="1521">99455</cx:pt>
          <cx:pt idx="1522">99470</cx:pt>
          <cx:pt idx="1523">99498</cx:pt>
          <cx:pt idx="1524">99500</cx:pt>
          <cx:pt idx="1525">99511</cx:pt>
          <cx:pt idx="1526">99564</cx:pt>
          <cx:pt idx="1527">99564</cx:pt>
          <cx:pt idx="1528">99598</cx:pt>
          <cx:pt idx="1529">99622</cx:pt>
          <cx:pt idx="1530">99691</cx:pt>
          <cx:pt idx="1531">99691</cx:pt>
          <cx:pt idx="1532">99699</cx:pt>
          <cx:pt idx="1533">99702</cx:pt>
          <cx:pt idx="1534">99757</cx:pt>
          <cx:pt idx="1535">99761</cx:pt>
          <cx:pt idx="1536">99783</cx:pt>
          <cx:pt idx="1537">99833</cx:pt>
          <cx:pt idx="1538">99862</cx:pt>
          <cx:pt idx="1539">99881</cx:pt>
          <cx:pt idx="1540">99895</cx:pt>
          <cx:pt idx="1541">99908</cx:pt>
          <cx:pt idx="1542">99968</cx:pt>
          <cx:pt idx="1543">99972</cx:pt>
          <cx:pt idx="1544">99981</cx:pt>
          <cx:pt idx="1545">99985</cx:pt>
          <cx:pt idx="1546">99991</cx:pt>
          <cx:pt idx="1547">99991</cx:pt>
          <cx:pt idx="1548">99994</cx:pt>
          <cx:pt idx="1549">99996</cx:pt>
          <cx:pt idx="1550">99996</cx:pt>
          <cx:pt idx="1551">99996</cx:pt>
          <cx:pt idx="1552">99996</cx:pt>
          <cx:pt idx="1553">99996</cx:pt>
          <cx:pt idx="1554">99996</cx:pt>
          <cx:pt idx="1555">99997</cx:pt>
          <cx:pt idx="1556">99999</cx:pt>
          <cx:pt idx="1557">99999</cx:pt>
          <cx:pt idx="1558">99999</cx:pt>
          <cx:pt idx="1559">99999</cx:pt>
          <cx:pt idx="1560">99999</cx:pt>
          <cx:pt idx="1561">99999</cx:pt>
          <cx:pt idx="1562">100000</cx:pt>
          <cx:pt idx="1563">100000</cx:pt>
          <cx:pt idx="1564">100000</cx:pt>
          <cx:pt idx="1565">100000</cx:pt>
          <cx:pt idx="1566">100000</cx:pt>
          <cx:pt idx="1567">100000</cx:pt>
          <cx:pt idx="1568">100000</cx:pt>
          <cx:pt idx="1569">100000</cx:pt>
          <cx:pt idx="1570">100000</cx:pt>
          <cx:pt idx="1571">100000</cx:pt>
          <cx:pt idx="1572">100000</cx:pt>
          <cx:pt idx="1573">100000</cx:pt>
          <cx:pt idx="1574">100000</cx:pt>
          <cx:pt idx="1575">100000</cx:pt>
          <cx:pt idx="1576">100000</cx:pt>
          <cx:pt idx="1577">100000</cx:pt>
          <cx:pt idx="1578">100000</cx:pt>
          <cx:pt idx="1579">100000</cx:pt>
          <cx:pt idx="1580">100000</cx:pt>
          <cx:pt idx="1581">100000</cx:pt>
          <cx:pt idx="1582">100000</cx:pt>
          <cx:pt idx="1583">100000</cx:pt>
          <cx:pt idx="1584">100000</cx:pt>
          <cx:pt idx="1585">100000</cx:pt>
          <cx:pt idx="1586">100000</cx:pt>
          <cx:pt idx="1587">100000</cx:pt>
          <cx:pt idx="1588">100000</cx:pt>
          <cx:pt idx="1589">100000</cx:pt>
          <cx:pt idx="1590">100000</cx:pt>
          <cx:pt idx="1591">100000</cx:pt>
          <cx:pt idx="1592">100000</cx:pt>
          <cx:pt idx="1593">100000</cx:pt>
          <cx:pt idx="1594">100000</cx:pt>
          <cx:pt idx="1595">100000</cx:pt>
          <cx:pt idx="1596">100000</cx:pt>
          <cx:pt idx="1597">100000</cx:pt>
          <cx:pt idx="1598">100000</cx:pt>
          <cx:pt idx="1599">100000</cx:pt>
          <cx:pt idx="1600">100000</cx:pt>
          <cx:pt idx="1601">100000</cx:pt>
          <cx:pt idx="1602">100000</cx:pt>
          <cx:pt idx="1603">100000</cx:pt>
          <cx:pt idx="1604">100000</cx:pt>
          <cx:pt idx="1605">100000</cx:pt>
          <cx:pt idx="1606">100000</cx:pt>
          <cx:pt idx="1607">100000</cx:pt>
          <cx:pt idx="1608">100000</cx:pt>
          <cx:pt idx="1609">100000</cx:pt>
          <cx:pt idx="1610">100000</cx:pt>
          <cx:pt idx="1611">100000</cx:pt>
          <cx:pt idx="1612">100000</cx:pt>
          <cx:pt idx="1613">100000</cx:pt>
          <cx:pt idx="1614">100000</cx:pt>
          <cx:pt idx="1615">100008</cx:pt>
          <cx:pt idx="1616">100011</cx:pt>
          <cx:pt idx="1617">100067</cx:pt>
          <cx:pt idx="1618">100096</cx:pt>
          <cx:pt idx="1619">100106</cx:pt>
          <cx:pt idx="1620">100114</cx:pt>
          <cx:pt idx="1621">100125</cx:pt>
          <cx:pt idx="1622">100125</cx:pt>
          <cx:pt idx="1623">100133</cx:pt>
          <cx:pt idx="1624">100181</cx:pt>
          <cx:pt idx="1625">100181</cx:pt>
          <cx:pt idx="1626">100190</cx:pt>
          <cx:pt idx="1627">100221</cx:pt>
          <cx:pt idx="1628">100242</cx:pt>
          <cx:pt idx="1629">100250</cx:pt>
          <cx:pt idx="1630">100250</cx:pt>
          <cx:pt idx="1631">100254</cx:pt>
          <cx:pt idx="1632">100299</cx:pt>
          <cx:pt idx="1633">100300</cx:pt>
          <cx:pt idx="1634">100325</cx:pt>
          <cx:pt idx="1635">100356</cx:pt>
          <cx:pt idx="1636">100388</cx:pt>
          <cx:pt idx="1637">100452</cx:pt>
          <cx:pt idx="1638">100474</cx:pt>
          <cx:pt idx="1639">100487</cx:pt>
          <cx:pt idx="1640">100487</cx:pt>
          <cx:pt idx="1641">100487</cx:pt>
          <cx:pt idx="1642">100487</cx:pt>
          <cx:pt idx="1643">100575</cx:pt>
          <cx:pt idx="1644">100618</cx:pt>
          <cx:pt idx="1645">100625</cx:pt>
          <cx:pt idx="1646">100641</cx:pt>
          <cx:pt idx="1647">100715</cx:pt>
          <cx:pt idx="1648">100730</cx:pt>
          <cx:pt idx="1649">100741</cx:pt>
          <cx:pt idx="1650">100743</cx:pt>
          <cx:pt idx="1651">100746</cx:pt>
          <cx:pt idx="1652">100777</cx:pt>
          <cx:pt idx="1653">100801</cx:pt>
          <cx:pt idx="1654">100816</cx:pt>
          <cx:pt idx="1655">100829</cx:pt>
          <cx:pt idx="1656">100833</cx:pt>
          <cx:pt idx="1657">100833</cx:pt>
          <cx:pt idx="1658">100840</cx:pt>
          <cx:pt idx="1659">100844</cx:pt>
          <cx:pt idx="1660">100860</cx:pt>
          <cx:pt idx="1661">100883</cx:pt>
          <cx:pt idx="1662">100928</cx:pt>
          <cx:pt idx="1663">100928</cx:pt>
          <cx:pt idx="1664">100933</cx:pt>
          <cx:pt idx="1665">101000</cx:pt>
          <cx:pt idx="1666">101109</cx:pt>
          <cx:pt idx="1667">101126</cx:pt>
          <cx:pt idx="1668">101150</cx:pt>
          <cx:pt idx="1669">101150</cx:pt>
          <cx:pt idx="1670">101166</cx:pt>
          <cx:pt idx="1671">101170</cx:pt>
          <cx:pt idx="1672">101191</cx:pt>
          <cx:pt idx="1673">101250</cx:pt>
          <cx:pt idx="1674">101283</cx:pt>
          <cx:pt idx="1675">101304</cx:pt>
          <cx:pt idx="1676">101324</cx:pt>
          <cx:pt idx="1677">101352</cx:pt>
          <cx:pt idx="1678">101367</cx:pt>
          <cx:pt idx="1679">101422</cx:pt>
          <cx:pt idx="1680">101436</cx:pt>
          <cx:pt idx="1681">101485</cx:pt>
          <cx:pt idx="1682">101485</cx:pt>
          <cx:pt idx="1683">101506</cx:pt>
          <cx:pt idx="1684">101513</cx:pt>
          <cx:pt idx="1685">101550</cx:pt>
          <cx:pt idx="1686">101555</cx:pt>
          <cx:pt idx="1687">101583</cx:pt>
          <cx:pt idx="1688">101670</cx:pt>
          <cx:pt idx="1689">101707</cx:pt>
          <cx:pt idx="1690">101743</cx:pt>
          <cx:pt idx="1691">101750</cx:pt>
          <cx:pt idx="1692">101752</cx:pt>
          <cx:pt idx="1693">101867</cx:pt>
          <cx:pt idx="1694">101875</cx:pt>
          <cx:pt idx="1695">101916</cx:pt>
          <cx:pt idx="1696">101939</cx:pt>
          <cx:pt idx="1697">101946</cx:pt>
          <cx:pt idx="1698">101955</cx:pt>
          <cx:pt idx="1699">101974</cx:pt>
          <cx:pt idx="1700">102000</cx:pt>
          <cx:pt idx="1701">102009</cx:pt>
          <cx:pt idx="1702">102048</cx:pt>
          <cx:pt idx="1703">102065</cx:pt>
          <cx:pt idx="1704">102100</cx:pt>
          <cx:pt idx="1705">102109</cx:pt>
          <cx:pt idx="1706">102156</cx:pt>
          <cx:pt idx="1707">102156</cx:pt>
          <cx:pt idx="1708">102222</cx:pt>
          <cx:pt idx="1709">102246</cx:pt>
          <cx:pt idx="1710">102254</cx:pt>
          <cx:pt idx="1711">102271</cx:pt>
          <cx:pt idx="1712">102283</cx:pt>
          <cx:pt idx="1713">102297</cx:pt>
          <cx:pt idx="1714">102312</cx:pt>
          <cx:pt idx="1715">102312</cx:pt>
          <cx:pt idx="1716">102377</cx:pt>
          <cx:pt idx="1717">102400</cx:pt>
          <cx:pt idx="1718">102469</cx:pt>
          <cx:pt idx="1719">102469</cx:pt>
          <cx:pt idx="1720">102498</cx:pt>
          <cx:pt idx="1721">102551</cx:pt>
          <cx:pt idx="1722">102587</cx:pt>
          <cx:pt idx="1723">102587</cx:pt>
          <cx:pt idx="1724">102632</cx:pt>
          <cx:pt idx="1725">102670</cx:pt>
          <cx:pt idx="1726">102721</cx:pt>
          <cx:pt idx="1727">102721</cx:pt>
          <cx:pt idx="1728">102751</cx:pt>
          <cx:pt idx="1729">102810</cx:pt>
          <cx:pt idx="1730">102816</cx:pt>
          <cx:pt idx="1731">102857</cx:pt>
          <cx:pt idx="1732">102857</cx:pt>
          <cx:pt idx="1733">102857</cx:pt>
          <cx:pt idx="1734">102857</cx:pt>
          <cx:pt idx="1735">102857</cx:pt>
          <cx:pt idx="1736">102857</cx:pt>
          <cx:pt idx="1737">102857</cx:pt>
          <cx:pt idx="1738">102857</cx:pt>
          <cx:pt idx="1739">102857</cx:pt>
          <cx:pt idx="1740">102857</cx:pt>
          <cx:pt idx="1741">102857</cx:pt>
          <cx:pt idx="1742">102857</cx:pt>
          <cx:pt idx="1743">102857</cx:pt>
          <cx:pt idx="1744">102857</cx:pt>
          <cx:pt idx="1745">102857</cx:pt>
          <cx:pt idx="1746">102857</cx:pt>
          <cx:pt idx="1747">102857</cx:pt>
          <cx:pt idx="1748">102857</cx:pt>
          <cx:pt idx="1749">102857</cx:pt>
          <cx:pt idx="1750">102857</cx:pt>
          <cx:pt idx="1751">102857</cx:pt>
          <cx:pt idx="1752">102857</cx:pt>
          <cx:pt idx="1753">102857</cx:pt>
          <cx:pt idx="1754">102857</cx:pt>
          <cx:pt idx="1755">102857</cx:pt>
          <cx:pt idx="1756">102857</cx:pt>
          <cx:pt idx="1757">102857</cx:pt>
          <cx:pt idx="1758">102857</cx:pt>
          <cx:pt idx="1759">102857</cx:pt>
          <cx:pt idx="1760">102857</cx:pt>
          <cx:pt idx="1761">102857</cx:pt>
          <cx:pt idx="1762">102857</cx:pt>
          <cx:pt idx="1763">102857</cx:pt>
          <cx:pt idx="1764">102857</cx:pt>
          <cx:pt idx="1765">102857</cx:pt>
          <cx:pt idx="1766">102857</cx:pt>
          <cx:pt idx="1767">102857</cx:pt>
          <cx:pt idx="1768">102857</cx:pt>
          <cx:pt idx="1769">102857</cx:pt>
          <cx:pt idx="1770">102857</cx:pt>
          <cx:pt idx="1771">102857</cx:pt>
          <cx:pt idx="1772">102857</cx:pt>
          <cx:pt idx="1773">102857</cx:pt>
          <cx:pt idx="1774">102857</cx:pt>
          <cx:pt idx="1775">102857</cx:pt>
          <cx:pt idx="1776">102857</cx:pt>
          <cx:pt idx="1777">102857</cx:pt>
          <cx:pt idx="1778">102857</cx:pt>
          <cx:pt idx="1779">102857</cx:pt>
          <cx:pt idx="1780">102857</cx:pt>
          <cx:pt idx="1781">102857</cx:pt>
          <cx:pt idx="1782">102857</cx:pt>
          <cx:pt idx="1783">102857</cx:pt>
          <cx:pt idx="1784">102857</cx:pt>
          <cx:pt idx="1785">102857</cx:pt>
          <cx:pt idx="1786">102857</cx:pt>
          <cx:pt idx="1787">102857</cx:pt>
          <cx:pt idx="1788">102857</cx:pt>
          <cx:pt idx="1789">102857</cx:pt>
          <cx:pt idx="1790">102857</cx:pt>
          <cx:pt idx="1791">102857</cx:pt>
          <cx:pt idx="1792">102857</cx:pt>
          <cx:pt idx="1793">102857</cx:pt>
          <cx:pt idx="1794">102863</cx:pt>
          <cx:pt idx="1795">102865</cx:pt>
          <cx:pt idx="1796">102892</cx:pt>
          <cx:pt idx="1797">102923</cx:pt>
          <cx:pt idx="1798">102923</cx:pt>
          <cx:pt idx="1799">102923</cx:pt>
          <cx:pt idx="1800">102923</cx:pt>
          <cx:pt idx="1801">102923</cx:pt>
          <cx:pt idx="1802">102935</cx:pt>
          <cx:pt idx="1803">102940</cx:pt>
          <cx:pt idx="1804">102940</cx:pt>
          <cx:pt idx="1805">102940</cx:pt>
          <cx:pt idx="1806">102952</cx:pt>
          <cx:pt idx="1807">102973</cx:pt>
          <cx:pt idx="1808">102979</cx:pt>
          <cx:pt idx="1809">102984</cx:pt>
          <cx:pt idx="1810">102990</cx:pt>
          <cx:pt idx="1811">102990</cx:pt>
          <cx:pt idx="1812">102990</cx:pt>
          <cx:pt idx="1813">103007</cx:pt>
          <cx:pt idx="1814">103020</cx:pt>
          <cx:pt idx="1815">103023</cx:pt>
          <cx:pt idx="1816">103041</cx:pt>
          <cx:pt idx="1817">103050</cx:pt>
          <cx:pt idx="1818">103057</cx:pt>
          <cx:pt idx="1819">103071</cx:pt>
          <cx:pt idx="1820">103090</cx:pt>
          <cx:pt idx="1821">103090</cx:pt>
          <cx:pt idx="1822">103090</cx:pt>
          <cx:pt idx="1823">103118</cx:pt>
          <cx:pt idx="1824">103123</cx:pt>
          <cx:pt idx="1825">103190</cx:pt>
          <cx:pt idx="1826">103190</cx:pt>
          <cx:pt idx="1827">103190</cx:pt>
          <cx:pt idx="1828">103190</cx:pt>
          <cx:pt idx="1829">103190</cx:pt>
          <cx:pt idx="1830">103190</cx:pt>
          <cx:pt idx="1831">103201</cx:pt>
          <cx:pt idx="1832">103207</cx:pt>
          <cx:pt idx="1833">103207</cx:pt>
          <cx:pt idx="1834">103235</cx:pt>
          <cx:pt idx="1835">103243</cx:pt>
          <cx:pt idx="1836">103249</cx:pt>
          <cx:pt idx="1837">103257</cx:pt>
          <cx:pt idx="1838">103264</cx:pt>
          <cx:pt idx="1839">103266</cx:pt>
          <cx:pt idx="1840">103275</cx:pt>
          <cx:pt idx="1841">103289</cx:pt>
          <cx:pt idx="1842">103294</cx:pt>
          <cx:pt idx="1843">103309</cx:pt>
          <cx:pt idx="1844">103322</cx:pt>
          <cx:pt idx="1845">103323</cx:pt>
          <cx:pt idx="1846">103323</cx:pt>
          <cx:pt idx="1847">103331</cx:pt>
          <cx:pt idx="1848">103333</cx:pt>
          <cx:pt idx="1849">103334</cx:pt>
          <cx:pt idx="1850">103341</cx:pt>
          <cx:pt idx="1851">103350</cx:pt>
          <cx:pt idx="1852">103357</cx:pt>
          <cx:pt idx="1853">103360</cx:pt>
          <cx:pt idx="1854">103364</cx:pt>
          <cx:pt idx="1855">103376</cx:pt>
          <cx:pt idx="1856">103376</cx:pt>
          <cx:pt idx="1857">103387</cx:pt>
          <cx:pt idx="1858">103390</cx:pt>
          <cx:pt idx="1859">103407</cx:pt>
          <cx:pt idx="1860">103407</cx:pt>
          <cx:pt idx="1861">103420</cx:pt>
          <cx:pt idx="1862">103426</cx:pt>
          <cx:pt idx="1863">103440</cx:pt>
          <cx:pt idx="1864">103473</cx:pt>
          <cx:pt idx="1865">103476</cx:pt>
          <cx:pt idx="1866">103498</cx:pt>
          <cx:pt idx="1867">103498</cx:pt>
          <cx:pt idx="1868">103498</cx:pt>
          <cx:pt idx="1869">103498</cx:pt>
          <cx:pt idx="1870">103523</cx:pt>
          <cx:pt idx="1871">103523</cx:pt>
          <cx:pt idx="1872">103523</cx:pt>
          <cx:pt idx="1873">103530</cx:pt>
          <cx:pt idx="1874">103540</cx:pt>
          <cx:pt idx="1875">103550</cx:pt>
          <cx:pt idx="1876">103557</cx:pt>
          <cx:pt idx="1877">103567</cx:pt>
          <cx:pt idx="1878">103590</cx:pt>
          <cx:pt idx="1879">103607</cx:pt>
          <cx:pt idx="1880">103620</cx:pt>
          <cx:pt idx="1881">103623</cx:pt>
          <cx:pt idx="1882">103635</cx:pt>
          <cx:pt idx="1883">103651</cx:pt>
          <cx:pt idx="1884">103652</cx:pt>
          <cx:pt idx="1885">103652</cx:pt>
          <cx:pt idx="1886">103690</cx:pt>
          <cx:pt idx="1887">103690</cx:pt>
          <cx:pt idx="1888">103690</cx:pt>
          <cx:pt idx="1889">103690</cx:pt>
          <cx:pt idx="1890">103690</cx:pt>
          <cx:pt idx="1891">103690</cx:pt>
          <cx:pt idx="1892">103690</cx:pt>
          <cx:pt idx="1893">103718</cx:pt>
          <cx:pt idx="1894">103723</cx:pt>
          <cx:pt idx="1895">103773</cx:pt>
          <cx:pt idx="1896">103780</cx:pt>
          <cx:pt idx="1897">103838</cx:pt>
          <cx:pt idx="1898">103853</cx:pt>
          <cx:pt idx="1899">103857</cx:pt>
          <cx:pt idx="1900">103870</cx:pt>
          <cx:pt idx="1901">103886</cx:pt>
          <cx:pt idx="1902">103895</cx:pt>
          <cx:pt idx="1903">103899</cx:pt>
          <cx:pt idx="1904">103899</cx:pt>
          <cx:pt idx="1905">103906</cx:pt>
          <cx:pt idx="1906">103940</cx:pt>
          <cx:pt idx="1907">103940</cx:pt>
          <cx:pt idx="1908">103940</cx:pt>
          <cx:pt idx="1909">103946</cx:pt>
          <cx:pt idx="1910">103990</cx:pt>
          <cx:pt idx="1911">104000</cx:pt>
          <cx:pt idx="1912">104016</cx:pt>
          <cx:pt idx="1913">104023</cx:pt>
          <cx:pt idx="1914">104023</cx:pt>
          <cx:pt idx="1915">104027</cx:pt>
          <cx:pt idx="1916">104040</cx:pt>
          <cx:pt idx="1917">104079</cx:pt>
          <cx:pt idx="1918">104090</cx:pt>
          <cx:pt idx="1919">104140</cx:pt>
          <cx:pt idx="1920">104140</cx:pt>
          <cx:pt idx="1921">104157</cx:pt>
          <cx:pt idx="1922">104183</cx:pt>
          <cx:pt idx="1923">104190</cx:pt>
          <cx:pt idx="1924">104207</cx:pt>
          <cx:pt idx="1925">104223</cx:pt>
          <cx:pt idx="1926">104227</cx:pt>
          <cx:pt idx="1927">104273</cx:pt>
          <cx:pt idx="1928">104290</cx:pt>
          <cx:pt idx="1929">104314</cx:pt>
          <cx:pt idx="1930">104323</cx:pt>
          <cx:pt idx="1931">104328</cx:pt>
          <cx:pt idx="1932">104338</cx:pt>
          <cx:pt idx="1933">104339</cx:pt>
          <cx:pt idx="1934">104340</cx:pt>
          <cx:pt idx="1935">104353</cx:pt>
          <cx:pt idx="1936">104357</cx:pt>
          <cx:pt idx="1937">104373</cx:pt>
          <cx:pt idx="1938">104373</cx:pt>
          <cx:pt idx="1939">104423</cx:pt>
          <cx:pt idx="1940">104423</cx:pt>
          <cx:pt idx="1941">104459</cx:pt>
          <cx:pt idx="1942">104463</cx:pt>
          <cx:pt idx="1943">104465</cx:pt>
          <cx:pt idx="1944">104484</cx:pt>
          <cx:pt idx="1945">104484</cx:pt>
          <cx:pt idx="1946">104489</cx:pt>
          <cx:pt idx="1947">104520</cx:pt>
          <cx:pt idx="1948">104523</cx:pt>
          <cx:pt idx="1949">104523</cx:pt>
          <cx:pt idx="1950">104607</cx:pt>
          <cx:pt idx="1951">104617</cx:pt>
          <cx:pt idx="1952">104673</cx:pt>
          <cx:pt idx="1953">104685</cx:pt>
          <cx:pt idx="1954">104690</cx:pt>
          <cx:pt idx="1955">104723</cx:pt>
          <cx:pt idx="1956">104730</cx:pt>
          <cx:pt idx="1957">104740</cx:pt>
          <cx:pt idx="1958">104768</cx:pt>
          <cx:pt idx="1959">104783</cx:pt>
          <cx:pt idx="1960">104788</cx:pt>
          <cx:pt idx="1961">104795</cx:pt>
          <cx:pt idx="1962">104807</cx:pt>
          <cx:pt idx="1963">104823</cx:pt>
          <cx:pt idx="1964">104845</cx:pt>
          <cx:pt idx="1965">104846</cx:pt>
          <cx:pt idx="1966">104853</cx:pt>
          <cx:pt idx="1967">104857</cx:pt>
          <cx:pt idx="1968">104890</cx:pt>
          <cx:pt idx="1969">104956</cx:pt>
          <cx:pt idx="1970">104957</cx:pt>
          <cx:pt idx="1971">105000</cx:pt>
          <cx:pt idx="1972">105037</cx:pt>
          <cx:pt idx="1973">105073</cx:pt>
          <cx:pt idx="1974">105119</cx:pt>
          <cx:pt idx="1975">105124</cx:pt>
          <cx:pt idx="1976">105139</cx:pt>
          <cx:pt idx="1977">105157</cx:pt>
          <cx:pt idx="1978">105168</cx:pt>
          <cx:pt idx="1979">105177</cx:pt>
          <cx:pt idx="1980">105190</cx:pt>
          <cx:pt idx="1981">105190</cx:pt>
          <cx:pt idx="1982">105190</cx:pt>
          <cx:pt idx="1983">105221</cx:pt>
          <cx:pt idx="1984">105232</cx:pt>
          <cx:pt idx="1985">105238</cx:pt>
          <cx:pt idx="1986">105238</cx:pt>
          <cx:pt idx="1987">105238</cx:pt>
          <cx:pt idx="1988">105238</cx:pt>
          <cx:pt idx="1989">105273</cx:pt>
          <cx:pt idx="1990">105317</cx:pt>
          <cx:pt idx="1991">105327</cx:pt>
          <cx:pt idx="1992">105338</cx:pt>
          <cx:pt idx="1993">105390</cx:pt>
          <cx:pt idx="1994">105407</cx:pt>
          <cx:pt idx="1995">105444</cx:pt>
          <cx:pt idx="1996">105467</cx:pt>
          <cx:pt idx="1997">105467</cx:pt>
          <cx:pt idx="1998">105498</cx:pt>
          <cx:pt idx="1999">105499</cx:pt>
          <cx:pt idx="2000">105499</cx:pt>
          <cx:pt idx="2001">105499</cx:pt>
          <cx:pt idx="2002">105499</cx:pt>
          <cx:pt idx="2003">105598</cx:pt>
          <cx:pt idx="2004">105606</cx:pt>
          <cx:pt idx="2005">105607</cx:pt>
          <cx:pt idx="2006">105620</cx:pt>
          <cx:pt idx="2007">105630</cx:pt>
          <cx:pt idx="2008">105651</cx:pt>
          <cx:pt idx="2009">105668</cx:pt>
          <cx:pt idx="2010">105673</cx:pt>
          <cx:pt idx="2011">105690</cx:pt>
          <cx:pt idx="2012">105745</cx:pt>
          <cx:pt idx="2013">105750</cx:pt>
          <cx:pt idx="2014">105766</cx:pt>
          <cx:pt idx="2015">105790</cx:pt>
          <cx:pt idx="2016">105807</cx:pt>
          <cx:pt idx="2017">105819</cx:pt>
          <cx:pt idx="2018">105833</cx:pt>
          <cx:pt idx="2019">105857</cx:pt>
          <cx:pt idx="2020">105906</cx:pt>
          <cx:pt idx="2021">105907</cx:pt>
          <cx:pt idx="2022">105950</cx:pt>
          <cx:pt idx="2023">105977</cx:pt>
          <cx:pt idx="2024">105990</cx:pt>
          <cx:pt idx="2025">105990</cx:pt>
          <cx:pt idx="2026">106000</cx:pt>
          <cx:pt idx="2027">106027</cx:pt>
          <cx:pt idx="2028">106029</cx:pt>
          <cx:pt idx="2029">106030</cx:pt>
          <cx:pt idx="2030">106066</cx:pt>
          <cx:pt idx="2031">106107</cx:pt>
          <cx:pt idx="2032">106140</cx:pt>
          <cx:pt idx="2033">106170</cx:pt>
          <cx:pt idx="2034">106174</cx:pt>
          <cx:pt idx="2035">106190</cx:pt>
          <cx:pt idx="2036">106190</cx:pt>
          <cx:pt idx="2037">106190</cx:pt>
          <cx:pt idx="2038">106198</cx:pt>
          <cx:pt idx="2039">106250</cx:pt>
          <cx:pt idx="2040">106325</cx:pt>
          <cx:pt idx="2041">106330</cx:pt>
          <cx:pt idx="2042">106333</cx:pt>
          <cx:pt idx="2043">106390</cx:pt>
          <cx:pt idx="2044">106400</cx:pt>
          <cx:pt idx="2045">106473</cx:pt>
          <cx:pt idx="2046">106490</cx:pt>
          <cx:pt idx="2047">106521</cx:pt>
          <cx:pt idx="2048">106544</cx:pt>
          <cx:pt idx="2049">106573</cx:pt>
          <cx:pt idx="2050">106599</cx:pt>
          <cx:pt idx="2051">106607</cx:pt>
          <cx:pt idx="2052">106622</cx:pt>
          <cx:pt idx="2053">106664</cx:pt>
          <cx:pt idx="2054">106664</cx:pt>
          <cx:pt idx="2055">106664</cx:pt>
          <cx:pt idx="2056">106664</cx:pt>
          <cx:pt idx="2057">106664</cx:pt>
          <cx:pt idx="2058">106664</cx:pt>
          <cx:pt idx="2059">106665</cx:pt>
          <cx:pt idx="2060">106666</cx:pt>
          <cx:pt idx="2061">106667</cx:pt>
          <cx:pt idx="2062">106668</cx:pt>
          <cx:pt idx="2063">106669</cx:pt>
          <cx:pt idx="2064">106674</cx:pt>
          <cx:pt idx="2065">106689</cx:pt>
          <cx:pt idx="2066">106703</cx:pt>
          <cx:pt idx="2067">106723</cx:pt>
          <cx:pt idx="2068">106733</cx:pt>
          <cx:pt idx="2069">106733</cx:pt>
          <cx:pt idx="2070">106740</cx:pt>
          <cx:pt idx="2071">106783</cx:pt>
          <cx:pt idx="2072">106796</cx:pt>
          <cx:pt idx="2073">106800</cx:pt>
          <cx:pt idx="2074">106833</cx:pt>
          <cx:pt idx="2075">106857</cx:pt>
          <cx:pt idx="2076">106866</cx:pt>
          <cx:pt idx="2077">106887</cx:pt>
          <cx:pt idx="2078">106890</cx:pt>
          <cx:pt idx="2079">106890</cx:pt>
          <cx:pt idx="2080">106895</cx:pt>
          <cx:pt idx="2081">106904</cx:pt>
          <cx:pt idx="2082">106915</cx:pt>
          <cx:pt idx="2083">106950</cx:pt>
          <cx:pt idx="2084">106957</cx:pt>
          <cx:pt idx="2085">106976</cx:pt>
          <cx:pt idx="2086">107000</cx:pt>
          <cx:pt idx="2087">107000</cx:pt>
          <cx:pt idx="2088">107009</cx:pt>
          <cx:pt idx="2089">107020</cx:pt>
          <cx:pt idx="2090">107023</cx:pt>
          <cx:pt idx="2091">107072</cx:pt>
          <cx:pt idx="2092">107085</cx:pt>
          <cx:pt idx="2093">107090</cx:pt>
          <cx:pt idx="2094">107111</cx:pt>
          <cx:pt idx="2095">107189</cx:pt>
          <cx:pt idx="2096">107197</cx:pt>
          <cx:pt idx="2097">107207</cx:pt>
          <cx:pt idx="2098">107210</cx:pt>
          <cx:pt idx="2099">107233</cx:pt>
          <cx:pt idx="2100">107234</cx:pt>
          <cx:pt idx="2101">107308</cx:pt>
          <cx:pt idx="2102">107311</cx:pt>
          <cx:pt idx="2103">107333</cx:pt>
          <cx:pt idx="2104">107340</cx:pt>
          <cx:pt idx="2105">107349</cx:pt>
          <cx:pt idx="2106">107386</cx:pt>
          <cx:pt idx="2107">107441</cx:pt>
          <cx:pt idx="2108">107473</cx:pt>
          <cx:pt idx="2109">107493</cx:pt>
          <cx:pt idx="2110">107522</cx:pt>
          <cx:pt idx="2111">107607</cx:pt>
          <cx:pt idx="2112">107624</cx:pt>
          <cx:pt idx="2113">107649</cx:pt>
          <cx:pt idx="2114">107653</cx:pt>
          <cx:pt idx="2115">107683</cx:pt>
          <cx:pt idx="2116">107701</cx:pt>
          <cx:pt idx="2117">107762</cx:pt>
          <cx:pt idx="2118">107809</cx:pt>
          <cx:pt idx="2119">107840</cx:pt>
          <cx:pt idx="2120">107840</cx:pt>
          <cx:pt idx="2121">107880</cx:pt>
          <cx:pt idx="2122">107916</cx:pt>
          <cx:pt idx="2123">107938</cx:pt>
          <cx:pt idx="2124">107948</cx:pt>
          <cx:pt idx="2125">107957</cx:pt>
          <cx:pt idx="2126">107957</cx:pt>
          <cx:pt idx="2127">108031</cx:pt>
          <cx:pt idx="2128">108057</cx:pt>
          <cx:pt idx="2129">108077</cx:pt>
          <cx:pt idx="2130">108085</cx:pt>
          <cx:pt idx="2131">108090</cx:pt>
          <cx:pt idx="2132">108110</cx:pt>
          <cx:pt idx="2133">108113</cx:pt>
          <cx:pt idx="2134">108157</cx:pt>
          <cx:pt idx="2135">108190</cx:pt>
          <cx:pt idx="2136">108216</cx:pt>
          <cx:pt idx="2137">108217</cx:pt>
          <cx:pt idx="2138">108266</cx:pt>
          <cx:pt idx="2139">108273</cx:pt>
          <cx:pt idx="2140">108333</cx:pt>
          <cx:pt idx="2141">108333</cx:pt>
          <cx:pt idx="2142">108333</cx:pt>
          <cx:pt idx="2143">108355</cx:pt>
          <cx:pt idx="2144">108396</cx:pt>
          <cx:pt idx="2145">108420</cx:pt>
          <cx:pt idx="2146">108440</cx:pt>
          <cx:pt idx="2147">108450</cx:pt>
          <cx:pt idx="2148">108457</cx:pt>
          <cx:pt idx="2149">108523</cx:pt>
          <cx:pt idx="2150">108547</cx:pt>
          <cx:pt idx="2151">108595</cx:pt>
          <cx:pt idx="2152">108604</cx:pt>
          <cx:pt idx="2153">108607</cx:pt>
          <cx:pt idx="2154">108610</cx:pt>
          <cx:pt idx="2155">108615</cx:pt>
          <cx:pt idx="2156">108617</cx:pt>
          <cx:pt idx="2157">108629</cx:pt>
          <cx:pt idx="2158">108690</cx:pt>
          <cx:pt idx="2159">108690</cx:pt>
          <cx:pt idx="2160">108690</cx:pt>
          <cx:pt idx="2161">108723</cx:pt>
          <cx:pt idx="2162">108757</cx:pt>
          <cx:pt idx="2163">108781</cx:pt>
          <cx:pt idx="2164">108786</cx:pt>
          <cx:pt idx="2165">108791</cx:pt>
          <cx:pt idx="2166">108813</cx:pt>
          <cx:pt idx="2167">108813</cx:pt>
          <cx:pt idx="2168">108825</cx:pt>
          <cx:pt idx="2169">108872</cx:pt>
          <cx:pt idx="2170">108900</cx:pt>
          <cx:pt idx="2171">108923</cx:pt>
          <cx:pt idx="2172">108933</cx:pt>
          <cx:pt idx="2173">108957</cx:pt>
          <cx:pt idx="2174">108969</cx:pt>
          <cx:pt idx="2175">108970</cx:pt>
          <cx:pt idx="2176">108976</cx:pt>
          <cx:pt idx="2177">109012</cx:pt>
          <cx:pt idx="2178">109020</cx:pt>
          <cx:pt idx="2179">109021</cx:pt>
          <cx:pt idx="2180">109030</cx:pt>
          <cx:pt idx="2181">109032</cx:pt>
          <cx:pt idx="2182">109090</cx:pt>
          <cx:pt idx="2183">109105</cx:pt>
          <cx:pt idx="2184">109170</cx:pt>
          <cx:pt idx="2185">109234</cx:pt>
          <cx:pt idx="2186">109252</cx:pt>
          <cx:pt idx="2187">109266</cx:pt>
          <cx:pt idx="2188">109307</cx:pt>
          <cx:pt idx="2189">109399</cx:pt>
          <cx:pt idx="2190">109408</cx:pt>
          <cx:pt idx="2191">109408</cx:pt>
          <cx:pt idx="2192">109440</cx:pt>
          <cx:pt idx="2193">109463</cx:pt>
          <cx:pt idx="2194">109468</cx:pt>
          <cx:pt idx="2195">109523</cx:pt>
          <cx:pt idx="2196">109535</cx:pt>
          <cx:pt idx="2197">109574</cx:pt>
          <cx:pt idx="2198">109587</cx:pt>
          <cx:pt idx="2199">109590</cx:pt>
          <cx:pt idx="2200">109621</cx:pt>
          <cx:pt idx="2201">109621</cx:pt>
          <cx:pt idx="2202">109623</cx:pt>
          <cx:pt idx="2203">109666</cx:pt>
          <cx:pt idx="2204">109666</cx:pt>
          <cx:pt idx="2205">109688</cx:pt>
          <cx:pt idx="2206">109690</cx:pt>
          <cx:pt idx="2207">109727</cx:pt>
          <cx:pt idx="2208">109793</cx:pt>
          <cx:pt idx="2209">109796</cx:pt>
          <cx:pt idx="2210">109846</cx:pt>
          <cx:pt idx="2211">109857</cx:pt>
          <cx:pt idx="2212">109860</cx:pt>
          <cx:pt idx="2213">109912</cx:pt>
          <cx:pt idx="2214">109933</cx:pt>
          <cx:pt idx="2215">109936</cx:pt>
          <cx:pt idx="2216">109940</cx:pt>
          <cx:pt idx="2217">109979</cx:pt>
          <cx:pt idx="2218">110000</cx:pt>
          <cx:pt idx="2219">110000</cx:pt>
          <cx:pt idx="2220">110004</cx:pt>
          <cx:pt idx="2221">110004</cx:pt>
          <cx:pt idx="2222">110004</cx:pt>
          <cx:pt idx="2223">110012</cx:pt>
          <cx:pt idx="2224">110015</cx:pt>
          <cx:pt idx="2225">110016</cx:pt>
          <cx:pt idx="2226">110016</cx:pt>
          <cx:pt idx="2227">110029</cx:pt>
          <cx:pt idx="2228">110034</cx:pt>
          <cx:pt idx="2229">110040</cx:pt>
          <cx:pt idx="2230">110050</cx:pt>
          <cx:pt idx="2231">110057</cx:pt>
          <cx:pt idx="2232">110059</cx:pt>
          <cx:pt idx="2233">110066</cx:pt>
          <cx:pt idx="2234">110068</cx:pt>
          <cx:pt idx="2235">110108</cx:pt>
          <cx:pt idx="2236">110108</cx:pt>
          <cx:pt idx="2237">110124</cx:pt>
          <cx:pt idx="2238">110181</cx:pt>
          <cx:pt idx="2239">110206</cx:pt>
          <cx:pt idx="2240">110339</cx:pt>
          <cx:pt idx="2241">110362</cx:pt>
          <cx:pt idx="2242">110368</cx:pt>
          <cx:pt idx="2243">110383</cx:pt>
          <cx:pt idx="2244">110390</cx:pt>
          <cx:pt idx="2245">110400</cx:pt>
          <cx:pt idx="2246">110483</cx:pt>
          <cx:pt idx="2247">110502</cx:pt>
          <cx:pt idx="2248">110523</cx:pt>
          <cx:pt idx="2249">110582</cx:pt>
          <cx:pt idx="2250">110605</cx:pt>
          <cx:pt idx="2251">110639</cx:pt>
          <cx:pt idx="2252">110650</cx:pt>
          <cx:pt idx="2253">110687</cx:pt>
          <cx:pt idx="2254">110690</cx:pt>
          <cx:pt idx="2255">110690</cx:pt>
          <cx:pt idx="2256">110726</cx:pt>
          <cx:pt idx="2257">110740</cx:pt>
          <cx:pt idx="2258">110773</cx:pt>
          <cx:pt idx="2259">110792</cx:pt>
          <cx:pt idx="2260">110792</cx:pt>
          <cx:pt idx="2261">110819</cx:pt>
          <cx:pt idx="2262">110832</cx:pt>
          <cx:pt idx="2263">110833</cx:pt>
          <cx:pt idx="2264">110881</cx:pt>
          <cx:pt idx="2265">110897</cx:pt>
          <cx:pt idx="2266">110900</cx:pt>
          <cx:pt idx="2267">110900</cx:pt>
          <cx:pt idx="2268">110998</cx:pt>
          <cx:pt idx="2269">111171</cx:pt>
          <cx:pt idx="2270">111254</cx:pt>
          <cx:pt idx="2271">111266</cx:pt>
          <cx:pt idx="2272">111269</cx:pt>
          <cx:pt idx="2273">111319</cx:pt>
          <cx:pt idx="2274">111327</cx:pt>
          <cx:pt idx="2275">111335</cx:pt>
          <cx:pt idx="2276">111339</cx:pt>
          <cx:pt idx="2277">111390</cx:pt>
          <cx:pt idx="2278">111397</cx:pt>
          <cx:pt idx="2279">111458</cx:pt>
          <cx:pt idx="2280">111482</cx:pt>
          <cx:pt idx="2281">111600</cx:pt>
          <cx:pt idx="2282">111608</cx:pt>
          <cx:pt idx="2283">111619</cx:pt>
          <cx:pt idx="2284">111660</cx:pt>
          <cx:pt idx="2285">111666</cx:pt>
          <cx:pt idx="2286">111671</cx:pt>
          <cx:pt idx="2287">111672</cx:pt>
          <cx:pt idx="2288">111707</cx:pt>
          <cx:pt idx="2289">111720</cx:pt>
          <cx:pt idx="2290">111724</cx:pt>
          <cx:pt idx="2291">111728</cx:pt>
          <cx:pt idx="2292">111768</cx:pt>
          <cx:pt idx="2293">111781</cx:pt>
          <cx:pt idx="2294">111815</cx:pt>
          <cx:pt idx="2295">111821</cx:pt>
          <cx:pt idx="2296">111833</cx:pt>
          <cx:pt idx="2297">111858</cx:pt>
          <cx:pt idx="2298">111897</cx:pt>
          <cx:pt idx="2299">111973</cx:pt>
          <cx:pt idx="2300">111989</cx:pt>
          <cx:pt idx="2301">112060</cx:pt>
          <cx:pt idx="2302">112238</cx:pt>
          <cx:pt idx="2303">112282</cx:pt>
          <cx:pt idx="2304">112303</cx:pt>
          <cx:pt idx="2305">112304</cx:pt>
          <cx:pt idx="2306">112356</cx:pt>
          <cx:pt idx="2307">112379</cx:pt>
          <cx:pt idx="2308">112390</cx:pt>
          <cx:pt idx="2309">112390</cx:pt>
          <cx:pt idx="2310">112423</cx:pt>
          <cx:pt idx="2311">112432</cx:pt>
          <cx:pt idx="2312">112441</cx:pt>
          <cx:pt idx="2313">112468</cx:pt>
          <cx:pt idx="2314">112479</cx:pt>
          <cx:pt idx="2315">112507</cx:pt>
          <cx:pt idx="2316">112529</cx:pt>
          <cx:pt idx="2317">112633</cx:pt>
          <cx:pt idx="2318">112652</cx:pt>
          <cx:pt idx="2319">112690</cx:pt>
          <cx:pt idx="2320">112690</cx:pt>
          <cx:pt idx="2321">112701</cx:pt>
          <cx:pt idx="2322">112716</cx:pt>
          <cx:pt idx="2323">112765</cx:pt>
          <cx:pt idx="2324">112807</cx:pt>
          <cx:pt idx="2325">112832</cx:pt>
          <cx:pt idx="2326">112857</cx:pt>
          <cx:pt idx="2327">112858</cx:pt>
          <cx:pt idx="2328">112869</cx:pt>
          <cx:pt idx="2329">112887</cx:pt>
          <cx:pt idx="2330">112939</cx:pt>
          <cx:pt idx="2331">112943</cx:pt>
          <cx:pt idx="2332">112963</cx:pt>
          <cx:pt idx="2333">112987</cx:pt>
          <cx:pt idx="2334">113023</cx:pt>
          <cx:pt idx="2335">113057</cx:pt>
          <cx:pt idx="2336">113088</cx:pt>
          <cx:pt idx="2337">113156</cx:pt>
          <cx:pt idx="2338">113200</cx:pt>
          <cx:pt idx="2339">113216</cx:pt>
          <cx:pt idx="2340">113216</cx:pt>
          <cx:pt idx="2341">113217</cx:pt>
          <cx:pt idx="2342">113238</cx:pt>
          <cx:pt idx="2343">113243</cx:pt>
          <cx:pt idx="2344">113298</cx:pt>
          <cx:pt idx="2345">113327</cx:pt>
          <cx:pt idx="2346">113327</cx:pt>
          <cx:pt idx="2347">113328</cx:pt>
          <cx:pt idx="2348">113333</cx:pt>
          <cx:pt idx="2349">113333</cx:pt>
          <cx:pt idx="2350">113339</cx:pt>
          <cx:pt idx="2351">113366</cx:pt>
          <cx:pt idx="2352">113373</cx:pt>
          <cx:pt idx="2353">113379</cx:pt>
          <cx:pt idx="2354">113414</cx:pt>
          <cx:pt idx="2355">113450</cx:pt>
          <cx:pt idx="2356">113513</cx:pt>
          <cx:pt idx="2357">113623</cx:pt>
          <cx:pt idx="2358">113712</cx:pt>
          <cx:pt idx="2359">113723</cx:pt>
          <cx:pt idx="2360">113822</cx:pt>
          <cx:pt idx="2361">113902</cx:pt>
          <cx:pt idx="2362">113926</cx:pt>
          <cx:pt idx="2363">113939</cx:pt>
          <cx:pt idx="2364">113990</cx:pt>
          <cx:pt idx="2365">113998</cx:pt>
          <cx:pt idx="2366">114023</cx:pt>
          <cx:pt idx="2367">114040</cx:pt>
          <cx:pt idx="2368">114049</cx:pt>
          <cx:pt idx="2369">114085</cx:pt>
          <cx:pt idx="2370">114100</cx:pt>
          <cx:pt idx="2371">114106</cx:pt>
          <cx:pt idx="2372">114118</cx:pt>
          <cx:pt idx="2373">114140</cx:pt>
          <cx:pt idx="2374">114190</cx:pt>
          <cx:pt idx="2375">114207</cx:pt>
          <cx:pt idx="2376">114241</cx:pt>
          <cx:pt idx="2377">114272</cx:pt>
          <cx:pt idx="2378">114290</cx:pt>
          <cx:pt idx="2379">114339</cx:pt>
          <cx:pt idx="2380">114340</cx:pt>
          <cx:pt idx="2381">114350</cx:pt>
          <cx:pt idx="2382">114353</cx:pt>
          <cx:pt idx="2383">114523</cx:pt>
          <cx:pt idx="2384">114638</cx:pt>
          <cx:pt idx="2385">114857</cx:pt>
          <cx:pt idx="2386">114860</cx:pt>
          <cx:pt idx="2387">114870</cx:pt>
          <cx:pt idx="2388">114973</cx:pt>
          <cx:pt idx="2389">114979</cx:pt>
          <cx:pt idx="2390">114983</cx:pt>
          <cx:pt idx="2391">115070</cx:pt>
          <cx:pt idx="2392">115141</cx:pt>
          <cx:pt idx="2393">115145</cx:pt>
          <cx:pt idx="2394">115175</cx:pt>
          <cx:pt idx="2395">115190</cx:pt>
          <cx:pt idx="2396">115190</cx:pt>
          <cx:pt idx="2397">115191</cx:pt>
          <cx:pt idx="2398">115194</cx:pt>
          <cx:pt idx="2399">115210</cx:pt>
          <cx:pt idx="2400">115210</cx:pt>
          <cx:pt idx="2401">115313</cx:pt>
          <cx:pt idx="2402">115400</cx:pt>
          <cx:pt idx="2403">115411</cx:pt>
          <cx:pt idx="2404">115455</cx:pt>
          <cx:pt idx="2405">115597</cx:pt>
          <cx:pt idx="2406">115618</cx:pt>
          <cx:pt idx="2407">115642</cx:pt>
          <cx:pt idx="2408">115690</cx:pt>
          <cx:pt idx="2409">115741</cx:pt>
          <cx:pt idx="2410">115743</cx:pt>
          <cx:pt idx="2411">115743</cx:pt>
          <cx:pt idx="2412">115817</cx:pt>
          <cx:pt idx="2413">115827</cx:pt>
          <cx:pt idx="2414">115833</cx:pt>
          <cx:pt idx="2415">115838</cx:pt>
          <cx:pt idx="2416">115907</cx:pt>
          <cx:pt idx="2417">115908</cx:pt>
          <cx:pt idx="2418">115948</cx:pt>
          <cx:pt idx="2419">115955</cx:pt>
          <cx:pt idx="2420">115977</cx:pt>
          <cx:pt idx="2421">116003</cx:pt>
          <cx:pt idx="2422">116096</cx:pt>
          <cx:pt idx="2423">116140</cx:pt>
          <cx:pt idx="2424">116144</cx:pt>
          <cx:pt idx="2425">116157</cx:pt>
          <cx:pt idx="2426">116160</cx:pt>
          <cx:pt idx="2427">116176</cx:pt>
          <cx:pt idx="2428">116183</cx:pt>
          <cx:pt idx="2429">116217</cx:pt>
          <cx:pt idx="2430">116274</cx:pt>
          <cx:pt idx="2431">116297</cx:pt>
          <cx:pt idx="2432">116493</cx:pt>
          <cx:pt idx="2433">116496</cx:pt>
          <cx:pt idx="2434">116510</cx:pt>
          <cx:pt idx="2435">116540</cx:pt>
          <cx:pt idx="2436">116556</cx:pt>
          <cx:pt idx="2437">116575</cx:pt>
          <cx:pt idx="2438">116581</cx:pt>
          <cx:pt idx="2439">116590</cx:pt>
          <cx:pt idx="2440">116640</cx:pt>
          <cx:pt idx="2441">116648</cx:pt>
          <cx:pt idx="2442">116650</cx:pt>
          <cx:pt idx="2443">116657</cx:pt>
          <cx:pt idx="2444">116658</cx:pt>
          <cx:pt idx="2445">116664</cx:pt>
          <cx:pt idx="2446">116666</cx:pt>
          <cx:pt idx="2447">116666</cx:pt>
          <cx:pt idx="2448">116666</cx:pt>
          <cx:pt idx="2449">116669</cx:pt>
          <cx:pt idx="2450">116675</cx:pt>
          <cx:pt idx="2451">116677</cx:pt>
          <cx:pt idx="2452">116684</cx:pt>
          <cx:pt idx="2453">116684</cx:pt>
          <cx:pt idx="2454">116720</cx:pt>
          <cx:pt idx="2455">116729</cx:pt>
          <cx:pt idx="2456">116753</cx:pt>
          <cx:pt idx="2457">116779</cx:pt>
          <cx:pt idx="2458">116789</cx:pt>
          <cx:pt idx="2459">116790</cx:pt>
          <cx:pt idx="2460">116817</cx:pt>
          <cx:pt idx="2461">116817</cx:pt>
          <cx:pt idx="2462">116849</cx:pt>
          <cx:pt idx="2463">116863</cx:pt>
          <cx:pt idx="2464">116902</cx:pt>
          <cx:pt idx="2465">116910</cx:pt>
          <cx:pt idx="2466">116918</cx:pt>
          <cx:pt idx="2467">116952</cx:pt>
          <cx:pt idx="2468">116958</cx:pt>
          <cx:pt idx="2469">116958</cx:pt>
          <cx:pt idx="2470">116980</cx:pt>
          <cx:pt idx="2471">117012</cx:pt>
          <cx:pt idx="2472">117039</cx:pt>
          <cx:pt idx="2473">117040</cx:pt>
          <cx:pt idx="2474">117056</cx:pt>
          <cx:pt idx="2475">117057</cx:pt>
          <cx:pt idx="2476">117120</cx:pt>
          <cx:pt idx="2477">117120</cx:pt>
          <cx:pt idx="2478">117175</cx:pt>
          <cx:pt idx="2479">117192</cx:pt>
          <cx:pt idx="2480">117214</cx:pt>
          <cx:pt idx="2481">117263</cx:pt>
          <cx:pt idx="2482">117280</cx:pt>
          <cx:pt idx="2483">117323</cx:pt>
          <cx:pt idx="2484">117360</cx:pt>
          <cx:pt idx="2485">117428</cx:pt>
          <cx:pt idx="2486">117444</cx:pt>
          <cx:pt idx="2487">117449</cx:pt>
          <cx:pt idx="2488">117450</cx:pt>
          <cx:pt idx="2489">117466</cx:pt>
          <cx:pt idx="2490">117500</cx:pt>
          <cx:pt idx="2491">117502</cx:pt>
          <cx:pt idx="2492">117520</cx:pt>
          <cx:pt idx="2493">117611</cx:pt>
          <cx:pt idx="2494">117616</cx:pt>
          <cx:pt idx="2495">117627</cx:pt>
          <cx:pt idx="2496">117671</cx:pt>
          <cx:pt idx="2497">117690</cx:pt>
          <cx:pt idx="2498">117692</cx:pt>
          <cx:pt idx="2499">117732</cx:pt>
          <cx:pt idx="2500">117753</cx:pt>
          <cx:pt idx="2501">117809</cx:pt>
          <cx:pt idx="2502">117841</cx:pt>
          <cx:pt idx="2503">117874</cx:pt>
          <cx:pt idx="2504">117923</cx:pt>
          <cx:pt idx="2505">117928</cx:pt>
          <cx:pt idx="2506">118004</cx:pt>
          <cx:pt idx="2507">118011</cx:pt>
          <cx:pt idx="2508">118042</cx:pt>
          <cx:pt idx="2509">118066</cx:pt>
          <cx:pt idx="2510">118090</cx:pt>
          <cx:pt idx="2511">118177</cx:pt>
          <cx:pt idx="2512">118190</cx:pt>
          <cx:pt idx="2513">118332</cx:pt>
          <cx:pt idx="2514">118352</cx:pt>
          <cx:pt idx="2515">118399</cx:pt>
          <cx:pt idx="2516">118407</cx:pt>
          <cx:pt idx="2517">118473</cx:pt>
          <cx:pt idx="2518">118477</cx:pt>
          <cx:pt idx="2519">118480</cx:pt>
          <cx:pt idx="2520">118533</cx:pt>
          <cx:pt idx="2521">118585</cx:pt>
          <cx:pt idx="2522">118585</cx:pt>
          <cx:pt idx="2523">118600</cx:pt>
          <cx:pt idx="2524">118657</cx:pt>
          <cx:pt idx="2525">118657</cx:pt>
          <cx:pt idx="2526">118675</cx:pt>
          <cx:pt idx="2527">118690</cx:pt>
          <cx:pt idx="2528">118721</cx:pt>
          <cx:pt idx="2529">118723</cx:pt>
          <cx:pt idx="2530">118730</cx:pt>
          <cx:pt idx="2531">118819</cx:pt>
          <cx:pt idx="2532">118840</cx:pt>
          <cx:pt idx="2533">118856</cx:pt>
          <cx:pt idx="2534">118916</cx:pt>
          <cx:pt idx="2535">118986</cx:pt>
          <cx:pt idx="2536">119012</cx:pt>
          <cx:pt idx="2537">119043</cx:pt>
          <cx:pt idx="2538">119068</cx:pt>
          <cx:pt idx="2539">119106</cx:pt>
          <cx:pt idx="2540">119152</cx:pt>
          <cx:pt idx="2541">119168</cx:pt>
          <cx:pt idx="2542">119176</cx:pt>
          <cx:pt idx="2543">119176</cx:pt>
          <cx:pt idx="2544">119187</cx:pt>
          <cx:pt idx="2545">119190</cx:pt>
          <cx:pt idx="2546">119207</cx:pt>
          <cx:pt idx="2547">119207</cx:pt>
          <cx:pt idx="2548">119233</cx:pt>
          <cx:pt idx="2549">119242</cx:pt>
          <cx:pt idx="2550">119322</cx:pt>
          <cx:pt idx="2551">119333</cx:pt>
          <cx:pt idx="2552">119338</cx:pt>
          <cx:pt idx="2553">119341</cx:pt>
          <cx:pt idx="2554">119364</cx:pt>
          <cx:pt idx="2555">119377</cx:pt>
          <cx:pt idx="2556">119396</cx:pt>
          <cx:pt idx="2557">119454</cx:pt>
          <cx:pt idx="2558">119454</cx:pt>
          <cx:pt idx="2559">119457</cx:pt>
          <cx:pt idx="2560">119472</cx:pt>
          <cx:pt idx="2561">119500</cx:pt>
          <cx:pt idx="2562">119533</cx:pt>
          <cx:pt idx="2563">119594</cx:pt>
          <cx:pt idx="2564">119609</cx:pt>
          <cx:pt idx="2565">119651</cx:pt>
          <cx:pt idx="2566">119657</cx:pt>
          <cx:pt idx="2567">119673</cx:pt>
          <cx:pt idx="2568">119690</cx:pt>
          <cx:pt idx="2569">119708</cx:pt>
          <cx:pt idx="2570">119821</cx:pt>
          <cx:pt idx="2571">119824</cx:pt>
          <cx:pt idx="2572">119826</cx:pt>
          <cx:pt idx="2573">119839</cx:pt>
          <cx:pt idx="2574">119890</cx:pt>
          <cx:pt idx="2575">119895</cx:pt>
          <cx:pt idx="2576">119946</cx:pt>
          <cx:pt idx="2577">119974</cx:pt>
          <cx:pt idx="2578">119986</cx:pt>
          <cx:pt idx="2579">119998</cx:pt>
          <cx:pt idx="2580">120000</cx:pt>
          <cx:pt idx="2581">120000</cx:pt>
          <cx:pt idx="2582">120000</cx:pt>
          <cx:pt idx="2583">120000</cx:pt>
          <cx:pt idx="2584">120000</cx:pt>
          <cx:pt idx="2585">120000</cx:pt>
          <cx:pt idx="2586">120000</cx:pt>
          <cx:pt idx="2587">120000</cx:pt>
          <cx:pt idx="2588">120000</cx:pt>
          <cx:pt idx="2589">120000</cx:pt>
          <cx:pt idx="2590">120000</cx:pt>
          <cx:pt idx="2591">120000</cx:pt>
          <cx:pt idx="2592">120000</cx:pt>
          <cx:pt idx="2593">120000</cx:pt>
          <cx:pt idx="2594">120000</cx:pt>
          <cx:pt idx="2595">120000</cx:pt>
          <cx:pt idx="2596">120000</cx:pt>
          <cx:pt idx="2597">120009</cx:pt>
          <cx:pt idx="2598">120015</cx:pt>
          <cx:pt idx="2599">120025</cx:pt>
          <cx:pt idx="2600">120026</cx:pt>
          <cx:pt idx="2601">120044</cx:pt>
          <cx:pt idx="2602">120052</cx:pt>
          <cx:pt idx="2603">120057</cx:pt>
          <cx:pt idx="2604">120057</cx:pt>
          <cx:pt idx="2605">120059</cx:pt>
          <cx:pt idx="2606">120092</cx:pt>
          <cx:pt idx="2607">120096</cx:pt>
          <cx:pt idx="2608">120125</cx:pt>
          <cx:pt idx="2609">120132</cx:pt>
          <cx:pt idx="2610">120149</cx:pt>
          <cx:pt idx="2611">120152</cx:pt>
          <cx:pt idx="2612">120163</cx:pt>
          <cx:pt idx="2613">120194</cx:pt>
          <cx:pt idx="2614">120200</cx:pt>
          <cx:pt idx="2615">120275</cx:pt>
          <cx:pt idx="2616">120275</cx:pt>
          <cx:pt idx="2617">120312</cx:pt>
          <cx:pt idx="2618">120316</cx:pt>
          <cx:pt idx="2619">120391</cx:pt>
          <cx:pt idx="2620">120400</cx:pt>
          <cx:pt idx="2621">120433</cx:pt>
          <cx:pt idx="2622">120488</cx:pt>
          <cx:pt idx="2623">120573</cx:pt>
          <cx:pt idx="2624">120636</cx:pt>
          <cx:pt idx="2625">120657</cx:pt>
          <cx:pt idx="2626">120694</cx:pt>
          <cx:pt idx="2627">120718</cx:pt>
          <cx:pt idx="2628">120742</cx:pt>
          <cx:pt idx="2629">120815</cx:pt>
          <cx:pt idx="2630">120833</cx:pt>
          <cx:pt idx="2631">120853</cx:pt>
          <cx:pt idx="2632">120892</cx:pt>
          <cx:pt idx="2633">120902</cx:pt>
          <cx:pt idx="2634">120932</cx:pt>
          <cx:pt idx="2635">121000</cx:pt>
          <cx:pt idx="2636">121000</cx:pt>
          <cx:pt idx="2637">121062</cx:pt>
          <cx:pt idx="2638">121093</cx:pt>
          <cx:pt idx="2639">121138</cx:pt>
          <cx:pt idx="2640">121183</cx:pt>
          <cx:pt idx="2641">121190</cx:pt>
          <cx:pt idx="2642">121196</cx:pt>
          <cx:pt idx="2643">121250</cx:pt>
          <cx:pt idx="2644">121264</cx:pt>
          <cx:pt idx="2645">121326</cx:pt>
          <cx:pt idx="2646">121356</cx:pt>
          <cx:pt idx="2647">121372</cx:pt>
          <cx:pt idx="2648">121383</cx:pt>
          <cx:pt idx="2649">121416</cx:pt>
          <cx:pt idx="2650">121416</cx:pt>
          <cx:pt idx="2651">121435</cx:pt>
          <cx:pt idx="2652">121475</cx:pt>
          <cx:pt idx="2653">121583</cx:pt>
          <cx:pt idx="2654">121611</cx:pt>
          <cx:pt idx="2655">121611</cx:pt>
          <cx:pt idx="2656">121611</cx:pt>
          <cx:pt idx="2657">121625</cx:pt>
          <cx:pt idx="2658">121640</cx:pt>
          <cx:pt idx="2659">121649</cx:pt>
          <cx:pt idx="2660">121663</cx:pt>
          <cx:pt idx="2661">121666</cx:pt>
          <cx:pt idx="2662">121668</cx:pt>
          <cx:pt idx="2663">121698</cx:pt>
          <cx:pt idx="2664">121723</cx:pt>
          <cx:pt idx="2665">121771</cx:pt>
          <cx:pt idx="2666">121828</cx:pt>
          <cx:pt idx="2667">121840</cx:pt>
          <cx:pt idx="2668">121848</cx:pt>
          <cx:pt idx="2669">121848</cx:pt>
          <cx:pt idx="2670">121861</cx:pt>
          <cx:pt idx="2671">121871</cx:pt>
          <cx:pt idx="2672">121873</cx:pt>
          <cx:pt idx="2673">122032</cx:pt>
          <cx:pt idx="2674">122043</cx:pt>
          <cx:pt idx="2675">122058</cx:pt>
          <cx:pt idx="2676">122091</cx:pt>
          <cx:pt idx="2677">122154</cx:pt>
          <cx:pt idx="2678">122166</cx:pt>
          <cx:pt idx="2679">122190</cx:pt>
          <cx:pt idx="2680">122193</cx:pt>
          <cx:pt idx="2681">122219</cx:pt>
          <cx:pt idx="2682">122290</cx:pt>
          <cx:pt idx="2683">122306</cx:pt>
          <cx:pt idx="2684">122313</cx:pt>
          <cx:pt idx="2685">122333</cx:pt>
          <cx:pt idx="2686">122345</cx:pt>
          <cx:pt idx="2687">122366</cx:pt>
          <cx:pt idx="2688">122372</cx:pt>
          <cx:pt idx="2689">122407</cx:pt>
          <cx:pt idx="2690">122433</cx:pt>
          <cx:pt idx="2691">122444</cx:pt>
          <cx:pt idx="2692">122460</cx:pt>
          <cx:pt idx="2693">122484</cx:pt>
          <cx:pt idx="2694">122489</cx:pt>
          <cx:pt idx="2695">122489</cx:pt>
          <cx:pt idx="2696">122500</cx:pt>
          <cx:pt idx="2697">122523</cx:pt>
          <cx:pt idx="2698">122550</cx:pt>
          <cx:pt idx="2699">122611</cx:pt>
          <cx:pt idx="2700">122628</cx:pt>
          <cx:pt idx="2701">122667</cx:pt>
          <cx:pt idx="2702">122667</cx:pt>
          <cx:pt idx="2703">122675</cx:pt>
          <cx:pt idx="2704">122693</cx:pt>
          <cx:pt idx="2705">122701</cx:pt>
          <cx:pt idx="2706">122717</cx:pt>
          <cx:pt idx="2707">122758</cx:pt>
          <cx:pt idx="2708">122847</cx:pt>
          <cx:pt idx="2709">122867</cx:pt>
          <cx:pt idx="2710">122912</cx:pt>
          <cx:pt idx="2711">122921</cx:pt>
          <cx:pt idx="2712">122969</cx:pt>
          <cx:pt idx="2713">122969</cx:pt>
          <cx:pt idx="2714">122971</cx:pt>
          <cx:pt idx="2715">123000</cx:pt>
          <cx:pt idx="2716">123030</cx:pt>
          <cx:pt idx="2717">123037</cx:pt>
          <cx:pt idx="2718">123053</cx:pt>
          <cx:pt idx="2719">123111</cx:pt>
          <cx:pt idx="2720">123140</cx:pt>
          <cx:pt idx="2721">123148</cx:pt>
          <cx:pt idx="2722">123172</cx:pt>
          <cx:pt idx="2723">123315</cx:pt>
          <cx:pt idx="2724">123315</cx:pt>
          <cx:pt idx="2725">123315</cx:pt>
          <cx:pt idx="2726">123315</cx:pt>
          <cx:pt idx="2727">123315</cx:pt>
          <cx:pt idx="2728">123315</cx:pt>
          <cx:pt idx="2729">123315</cx:pt>
          <cx:pt idx="2730">123316</cx:pt>
          <cx:pt idx="2731">123316</cx:pt>
          <cx:pt idx="2732">123317</cx:pt>
          <cx:pt idx="2733">123325</cx:pt>
          <cx:pt idx="2734">123333</cx:pt>
          <cx:pt idx="2735">123333</cx:pt>
          <cx:pt idx="2736">123340</cx:pt>
          <cx:pt idx="2737">123340</cx:pt>
          <cx:pt idx="2738">123340</cx:pt>
          <cx:pt idx="2739">123340</cx:pt>
          <cx:pt idx="2740">123340</cx:pt>
          <cx:pt idx="2741">123340</cx:pt>
          <cx:pt idx="2742">123369</cx:pt>
          <cx:pt idx="2743">123400</cx:pt>
          <cx:pt idx="2744">123402</cx:pt>
          <cx:pt idx="2745">123418</cx:pt>
          <cx:pt idx="2746">123474</cx:pt>
          <cx:pt idx="2747">123484</cx:pt>
          <cx:pt idx="2748">123549</cx:pt>
          <cx:pt idx="2749">123552</cx:pt>
          <cx:pt idx="2750">123587</cx:pt>
          <cx:pt idx="2751">123623</cx:pt>
          <cx:pt idx="2752">123690</cx:pt>
          <cx:pt idx="2753">123706</cx:pt>
          <cx:pt idx="2754">123709</cx:pt>
          <cx:pt idx="2755">123722</cx:pt>
          <cx:pt idx="2756">123793</cx:pt>
          <cx:pt idx="2757">123803</cx:pt>
          <cx:pt idx="2758">123807</cx:pt>
          <cx:pt idx="2759">123814</cx:pt>
          <cx:pt idx="2760">123836</cx:pt>
          <cx:pt idx="2761">123891</cx:pt>
          <cx:pt idx="2762">123935</cx:pt>
          <cx:pt idx="2763">123941</cx:pt>
          <cx:pt idx="2764">123971</cx:pt>
          <cx:pt idx="2765">123990</cx:pt>
          <cx:pt idx="2766">124007</cx:pt>
          <cx:pt idx="2767">124007</cx:pt>
          <cx:pt idx="2768">124033</cx:pt>
          <cx:pt idx="2769">124061</cx:pt>
          <cx:pt idx="2770">124062</cx:pt>
          <cx:pt idx="2771">124072</cx:pt>
          <cx:pt idx="2772">124083</cx:pt>
          <cx:pt idx="2773">124096</cx:pt>
          <cx:pt idx="2774">124203</cx:pt>
          <cx:pt idx="2775">124343</cx:pt>
          <cx:pt idx="2776">124350</cx:pt>
          <cx:pt idx="2777">124363</cx:pt>
          <cx:pt idx="2778">124363</cx:pt>
          <cx:pt idx="2779">124394</cx:pt>
          <cx:pt idx="2780">124408</cx:pt>
          <cx:pt idx="2781">124551</cx:pt>
          <cx:pt idx="2782">124574</cx:pt>
          <cx:pt idx="2783">124614</cx:pt>
          <cx:pt idx="2784">124675</cx:pt>
          <cx:pt idx="2785">124681</cx:pt>
          <cx:pt idx="2786">124792</cx:pt>
          <cx:pt idx="2787">124792</cx:pt>
          <cx:pt idx="2788">124792</cx:pt>
          <cx:pt idx="2789">124792</cx:pt>
          <cx:pt idx="2790">124832</cx:pt>
          <cx:pt idx="2791">124856</cx:pt>
          <cx:pt idx="2792">124896</cx:pt>
          <cx:pt idx="2793">124988</cx:pt>
          <cx:pt idx="2794">125000</cx:pt>
          <cx:pt idx="2795">125000</cx:pt>
          <cx:pt idx="2796">125000</cx:pt>
          <cx:pt idx="2797">125000</cx:pt>
          <cx:pt idx="2798">125000</cx:pt>
          <cx:pt idx="2799">125000</cx:pt>
          <cx:pt idx="2800">125000</cx:pt>
          <cx:pt idx="2801">125000</cx:pt>
          <cx:pt idx="2802">125000</cx:pt>
          <cx:pt idx="2803">125000</cx:pt>
          <cx:pt idx="2804">125000</cx:pt>
          <cx:pt idx="2805">125000</cx:pt>
          <cx:pt idx="2806">125000</cx:pt>
          <cx:pt idx="2807">125000</cx:pt>
          <cx:pt idx="2808">125016</cx:pt>
          <cx:pt idx="2809">125063</cx:pt>
          <cx:pt idx="2810">125068</cx:pt>
          <cx:pt idx="2811">125099</cx:pt>
          <cx:pt idx="2812">125144</cx:pt>
          <cx:pt idx="2813">125149</cx:pt>
          <cx:pt idx="2814">125149</cx:pt>
          <cx:pt idx="2815">125149</cx:pt>
          <cx:pt idx="2816">125166</cx:pt>
          <cx:pt idx="2817">125176</cx:pt>
          <cx:pt idx="2818">125180</cx:pt>
          <cx:pt idx="2819">125181</cx:pt>
          <cx:pt idx="2820">125208</cx:pt>
          <cx:pt idx="2821">125208</cx:pt>
          <cx:pt idx="2822">125208</cx:pt>
          <cx:pt idx="2823">125208</cx:pt>
          <cx:pt idx="2824">125208</cx:pt>
          <cx:pt idx="2825">125208</cx:pt>
          <cx:pt idx="2826">125208</cx:pt>
          <cx:pt idx="2827">125208</cx:pt>
          <cx:pt idx="2828">125208</cx:pt>
          <cx:pt idx="2829">125215</cx:pt>
          <cx:pt idx="2830">125215</cx:pt>
          <cx:pt idx="2831">125265</cx:pt>
          <cx:pt idx="2832">125293</cx:pt>
          <cx:pt idx="2833">125293</cx:pt>
          <cx:pt idx="2834">125293</cx:pt>
          <cx:pt idx="2835">125293</cx:pt>
          <cx:pt idx="2836">125293</cx:pt>
          <cx:pt idx="2837">125293</cx:pt>
          <cx:pt idx="2838">125293</cx:pt>
          <cx:pt idx="2839">125293</cx:pt>
          <cx:pt idx="2840">125293</cx:pt>
          <cx:pt idx="2841">125293</cx:pt>
          <cx:pt idx="2842">125293</cx:pt>
          <cx:pt idx="2843">125293</cx:pt>
          <cx:pt idx="2844">125308</cx:pt>
          <cx:pt idx="2845">125334</cx:pt>
          <cx:pt idx="2846">125340</cx:pt>
          <cx:pt idx="2847">125343</cx:pt>
          <cx:pt idx="2848">125353</cx:pt>
          <cx:pt idx="2849">125382</cx:pt>
          <cx:pt idx="2850">125447</cx:pt>
          <cx:pt idx="2851">125454</cx:pt>
          <cx:pt idx="2852">125459</cx:pt>
          <cx:pt idx="2853">125463</cx:pt>
          <cx:pt idx="2854">125470</cx:pt>
          <cx:pt idx="2855">125484</cx:pt>
          <cx:pt idx="2856">125500</cx:pt>
          <cx:pt idx="2857">125500</cx:pt>
          <cx:pt idx="2858">125523</cx:pt>
          <cx:pt idx="2859">125600</cx:pt>
          <cx:pt idx="2860">125696</cx:pt>
          <cx:pt idx="2861">125702</cx:pt>
          <cx:pt idx="2862">125800</cx:pt>
          <cx:pt idx="2863">125833</cx:pt>
          <cx:pt idx="2864">125850</cx:pt>
          <cx:pt idx="2865">125876</cx:pt>
          <cx:pt idx="2866">125967</cx:pt>
          <cx:pt idx="2867">125976</cx:pt>
          <cx:pt idx="2868">126000</cx:pt>
          <cx:pt idx="2869">126018</cx:pt>
          <cx:pt idx="2870">126020</cx:pt>
          <cx:pt idx="2871">126033</cx:pt>
          <cx:pt idx="2872">126044</cx:pt>
          <cx:pt idx="2873">126051</cx:pt>
          <cx:pt idx="2874">126083</cx:pt>
          <cx:pt idx="2875">126172</cx:pt>
          <cx:pt idx="2876">126187</cx:pt>
          <cx:pt idx="2877">126224</cx:pt>
          <cx:pt idx="2878">126233</cx:pt>
          <cx:pt idx="2879">126280</cx:pt>
          <cx:pt idx="2880">126290</cx:pt>
          <cx:pt idx="2881">126327</cx:pt>
          <cx:pt idx="2882">126333</cx:pt>
          <cx:pt idx="2883">126345</cx:pt>
          <cx:pt idx="2884">126345</cx:pt>
          <cx:pt idx="2885">126378</cx:pt>
          <cx:pt idx="2886">126419</cx:pt>
          <cx:pt idx="2887">126445</cx:pt>
          <cx:pt idx="2888">126500</cx:pt>
          <cx:pt idx="2889">126504</cx:pt>
          <cx:pt idx="2890">126562</cx:pt>
          <cx:pt idx="2891">126606</cx:pt>
          <cx:pt idx="2892">126606</cx:pt>
          <cx:pt idx="2893">126620</cx:pt>
          <cx:pt idx="2894">126666</cx:pt>
          <cx:pt idx="2895">126666</cx:pt>
          <cx:pt idx="2896">126666</cx:pt>
          <cx:pt idx="2897">126666</cx:pt>
          <cx:pt idx="2898">126666</cx:pt>
          <cx:pt idx="2899">126666</cx:pt>
          <cx:pt idx="2900">126666</cx:pt>
          <cx:pt idx="2901">126668</cx:pt>
          <cx:pt idx="2902">126669</cx:pt>
          <cx:pt idx="2903">126676</cx:pt>
          <cx:pt idx="2904">126676</cx:pt>
          <cx:pt idx="2905">126715</cx:pt>
          <cx:pt idx="2906">126745</cx:pt>
          <cx:pt idx="2907">126756</cx:pt>
          <cx:pt idx="2908">126762</cx:pt>
          <cx:pt idx="2909">126778</cx:pt>
          <cx:pt idx="2910">126791</cx:pt>
          <cx:pt idx="2911">126806</cx:pt>
          <cx:pt idx="2912">126921</cx:pt>
          <cx:pt idx="2913">126956</cx:pt>
          <cx:pt idx="2914">126999</cx:pt>
          <cx:pt idx="2915">126999</cx:pt>
          <cx:pt idx="2916">126999</cx:pt>
          <cx:pt idx="2917">126999</cx:pt>
          <cx:pt idx="2918">126999</cx:pt>
          <cx:pt idx="2919">126999</cx:pt>
          <cx:pt idx="2920">127007</cx:pt>
          <cx:pt idx="2921">127008</cx:pt>
          <cx:pt idx="2922">127067</cx:pt>
          <cx:pt idx="2923">127100</cx:pt>
          <cx:pt idx="2924">127102</cx:pt>
          <cx:pt idx="2925">127124</cx:pt>
          <cx:pt idx="2926">127130</cx:pt>
          <cx:pt idx="2927">127153</cx:pt>
          <cx:pt idx="2928">127199</cx:pt>
          <cx:pt idx="2929">127199</cx:pt>
          <cx:pt idx="2930">127218</cx:pt>
          <cx:pt idx="2931">127255</cx:pt>
          <cx:pt idx="2932">127259</cx:pt>
          <cx:pt idx="2933">127264</cx:pt>
          <cx:pt idx="2934">127280</cx:pt>
          <cx:pt idx="2935">127288</cx:pt>
          <cx:pt idx="2936">127357</cx:pt>
          <cx:pt idx="2937">127386</cx:pt>
          <cx:pt idx="2938">127392</cx:pt>
          <cx:pt idx="2939">127392</cx:pt>
          <cx:pt idx="2940">127392</cx:pt>
          <cx:pt idx="2941">127392</cx:pt>
          <cx:pt idx="2942">127392</cx:pt>
          <cx:pt idx="2943">127392</cx:pt>
          <cx:pt idx="2944">127420</cx:pt>
          <cx:pt idx="2945">127451</cx:pt>
          <cx:pt idx="2946">127465</cx:pt>
          <cx:pt idx="2947">127521</cx:pt>
          <cx:pt idx="2948">127532</cx:pt>
          <cx:pt idx="2949">127549</cx:pt>
          <cx:pt idx="2950">127558</cx:pt>
          <cx:pt idx="2951">127579</cx:pt>
          <cx:pt idx="2952">127653</cx:pt>
          <cx:pt idx="2953">127690</cx:pt>
          <cx:pt idx="2954">127705</cx:pt>
          <cx:pt idx="2955">127715</cx:pt>
          <cx:pt idx="2956">127749</cx:pt>
          <cx:pt idx="2957">127757</cx:pt>
          <cx:pt idx="2958">127774</cx:pt>
          <cx:pt idx="2959">127776</cx:pt>
          <cx:pt idx="2960">127927</cx:pt>
          <cx:pt idx="2961">127985</cx:pt>
          <cx:pt idx="2962">128007</cx:pt>
          <cx:pt idx="2963">128065</cx:pt>
          <cx:pt idx="2964">128065</cx:pt>
          <cx:pt idx="2965">128065</cx:pt>
          <cx:pt idx="2966">128116</cx:pt>
          <cx:pt idx="2967">128139</cx:pt>
          <cx:pt idx="2968">128150</cx:pt>
          <cx:pt idx="2969">128311</cx:pt>
          <cx:pt idx="2970">128317</cx:pt>
          <cx:pt idx="2971">128350</cx:pt>
          <cx:pt idx="2972">128387</cx:pt>
          <cx:pt idx="2973">128460</cx:pt>
          <cx:pt idx="2974">128490</cx:pt>
          <cx:pt idx="2975">128490</cx:pt>
          <cx:pt idx="2976">128571</cx:pt>
          <cx:pt idx="2977">128571</cx:pt>
          <cx:pt idx="2978">128571</cx:pt>
          <cx:pt idx="2979">128666</cx:pt>
          <cx:pt idx="2980">128666</cx:pt>
          <cx:pt idx="2981">128691</cx:pt>
          <cx:pt idx="2982">128715</cx:pt>
          <cx:pt idx="2983">128776</cx:pt>
          <cx:pt idx="2984">128851</cx:pt>
          <cx:pt idx="2985">128887</cx:pt>
          <cx:pt idx="2986">128927</cx:pt>
          <cx:pt idx="2987">128932</cx:pt>
          <cx:pt idx="2988">128940</cx:pt>
          <cx:pt idx="2989">128953</cx:pt>
          <cx:pt idx="2990">129007</cx:pt>
          <cx:pt idx="2991">129050</cx:pt>
          <cx:pt idx="2992">129057</cx:pt>
          <cx:pt idx="2993">129076</cx:pt>
          <cx:pt idx="2994">129164</cx:pt>
          <cx:pt idx="2995">129175</cx:pt>
          <cx:pt idx="2996">129217</cx:pt>
          <cx:pt idx="2997">129262</cx:pt>
          <cx:pt idx="2998">129283</cx:pt>
          <cx:pt idx="2999">129316</cx:pt>
          <cx:pt idx="3000">129320</cx:pt>
          <cx:pt idx="3001">129333</cx:pt>
          <cx:pt idx="3002">129393</cx:pt>
          <cx:pt idx="3003">129484</cx:pt>
          <cx:pt idx="3004">129516</cx:pt>
          <cx:pt idx="3005">129546</cx:pt>
          <cx:pt idx="3006">129548</cx:pt>
          <cx:pt idx="3007">129549</cx:pt>
          <cx:pt idx="3008">129640</cx:pt>
          <cx:pt idx="3009">129722</cx:pt>
          <cx:pt idx="3010">129734</cx:pt>
          <cx:pt idx="3011">129740</cx:pt>
          <cx:pt idx="3012">129782</cx:pt>
          <cx:pt idx="3013">129849</cx:pt>
          <cx:pt idx="3014">129850</cx:pt>
          <cx:pt idx="3015">129885</cx:pt>
          <cx:pt idx="3016">129924</cx:pt>
          <cx:pt idx="3017">129925</cx:pt>
          <cx:pt idx="3018">129941</cx:pt>
          <cx:pt idx="3019">129972</cx:pt>
          <cx:pt idx="3020">129983</cx:pt>
          <cx:pt idx="3021">129988</cx:pt>
          <cx:pt idx="3022">129998</cx:pt>
          <cx:pt idx="3023">130000</cx:pt>
          <cx:pt idx="3024">130002</cx:pt>
          <cx:pt idx="3025">130005</cx:pt>
          <cx:pt idx="3026">130011</cx:pt>
          <cx:pt idx="3027">130023</cx:pt>
          <cx:pt idx="3028">130025</cx:pt>
          <cx:pt idx="3029">130031</cx:pt>
          <cx:pt idx="3030">130053</cx:pt>
          <cx:pt idx="3031">130099</cx:pt>
          <cx:pt idx="3032">130099</cx:pt>
          <cx:pt idx="3033">130115</cx:pt>
          <cx:pt idx="3034">130156</cx:pt>
          <cx:pt idx="3035">130222</cx:pt>
          <cx:pt idx="3036">130232</cx:pt>
          <cx:pt idx="3037">130271</cx:pt>
          <cx:pt idx="3038">130298</cx:pt>
          <cx:pt idx="3039">130309</cx:pt>
          <cx:pt idx="3040">130330</cx:pt>
          <cx:pt idx="3041">130339</cx:pt>
          <cx:pt idx="3042">130374</cx:pt>
          <cx:pt idx="3043">130390</cx:pt>
          <cx:pt idx="3044">130430</cx:pt>
          <cx:pt idx="3045">130434</cx:pt>
          <cx:pt idx="3046">130436</cx:pt>
          <cx:pt idx="3047">130437</cx:pt>
          <cx:pt idx="3048">130467</cx:pt>
          <cx:pt idx="3049">130477</cx:pt>
          <cx:pt idx="3050">130477</cx:pt>
          <cx:pt idx="3051">130569</cx:pt>
          <cx:pt idx="3052">130571</cx:pt>
          <cx:pt idx="3053">130580</cx:pt>
          <cx:pt idx="3054">130589</cx:pt>
          <cx:pt idx="3055">130624</cx:pt>
          <cx:pt idx="3056">130645</cx:pt>
          <cx:pt idx="3057">130805</cx:pt>
          <cx:pt idx="3058">130857</cx:pt>
          <cx:pt idx="3059">130873</cx:pt>
          <cx:pt idx="3060">131000</cx:pt>
          <cx:pt idx="3061">131154</cx:pt>
          <cx:pt idx="3062">131166</cx:pt>
          <cx:pt idx="3063">131201</cx:pt>
          <cx:pt idx="3064">131340</cx:pt>
          <cx:pt idx="3065">131384</cx:pt>
          <cx:pt idx="3066">131555</cx:pt>
          <cx:pt idx="3067">131595</cx:pt>
          <cx:pt idx="3068">131625</cx:pt>
          <cx:pt idx="3069">131661</cx:pt>
          <cx:pt idx="3070">131661</cx:pt>
          <cx:pt idx="3071">131663</cx:pt>
          <cx:pt idx="3072">131803</cx:pt>
          <cx:pt idx="3073">131929</cx:pt>
          <cx:pt idx="3074">132000</cx:pt>
          <cx:pt idx="3075">132067</cx:pt>
          <cx:pt idx="3076">132072</cx:pt>
          <cx:pt idx="3077">132150</cx:pt>
          <cx:pt idx="3078">132207</cx:pt>
          <cx:pt idx="3079">132262</cx:pt>
          <cx:pt idx="3080">132305</cx:pt>
          <cx:pt idx="3081">132333</cx:pt>
          <cx:pt idx="3082">132336</cx:pt>
          <cx:pt idx="3083">132377</cx:pt>
          <cx:pt idx="3084">132377</cx:pt>
          <cx:pt idx="3085">132377</cx:pt>
          <cx:pt idx="3086">132377</cx:pt>
          <cx:pt idx="3087">132450</cx:pt>
          <cx:pt idx="3088">132450</cx:pt>
          <cx:pt idx="3089">132482</cx:pt>
          <cx:pt idx="3090">132500</cx:pt>
          <cx:pt idx="3091">132552</cx:pt>
          <cx:pt idx="3092">132579</cx:pt>
          <cx:pt idx="3093">132580</cx:pt>
          <cx:pt idx="3094">132588</cx:pt>
          <cx:pt idx="3095">132639</cx:pt>
          <cx:pt idx="3096">132663</cx:pt>
          <cx:pt idx="3097">132747</cx:pt>
          <cx:pt idx="3098">132791</cx:pt>
          <cx:pt idx="3099">132808</cx:pt>
          <cx:pt idx="3100">132818</cx:pt>
          <cx:pt idx="3101">132825</cx:pt>
          <cx:pt idx="3102">132840</cx:pt>
          <cx:pt idx="3103">132860</cx:pt>
          <cx:pt idx="3104">132873</cx:pt>
          <cx:pt idx="3105">132920</cx:pt>
          <cx:pt idx="3106">132923</cx:pt>
          <cx:pt idx="3107">132950</cx:pt>
          <cx:pt idx="3108">132966</cx:pt>
          <cx:pt idx="3109">132968</cx:pt>
          <cx:pt idx="3110">132997</cx:pt>
          <cx:pt idx="3111">133028</cx:pt>
          <cx:pt idx="3112">133057</cx:pt>
          <cx:pt idx="3113">133063</cx:pt>
          <cx:pt idx="3114">133121</cx:pt>
          <cx:pt idx="3115">133143</cx:pt>
          <cx:pt idx="3116">133156</cx:pt>
          <cx:pt idx="3117">133224</cx:pt>
          <cx:pt idx="3118">133224</cx:pt>
          <cx:pt idx="3119">133247</cx:pt>
          <cx:pt idx="3120">133292</cx:pt>
          <cx:pt idx="3121">133300</cx:pt>
          <cx:pt idx="3122">133303</cx:pt>
          <cx:pt idx="3123">133305</cx:pt>
          <cx:pt idx="3124">133316</cx:pt>
          <cx:pt idx="3125">133316</cx:pt>
          <cx:pt idx="3126">133325</cx:pt>
          <cx:pt idx="3127">133325</cx:pt>
          <cx:pt idx="3128">133325</cx:pt>
          <cx:pt idx="3129">133325</cx:pt>
          <cx:pt idx="3130">133325</cx:pt>
          <cx:pt idx="3131">133325</cx:pt>
          <cx:pt idx="3132">133333</cx:pt>
          <cx:pt idx="3133">133333</cx:pt>
          <cx:pt idx="3134">133333</cx:pt>
          <cx:pt idx="3135">133333</cx:pt>
          <cx:pt idx="3136">133340</cx:pt>
          <cx:pt idx="3137">133414</cx:pt>
          <cx:pt idx="3138">133450</cx:pt>
          <cx:pt idx="3139">133471</cx:pt>
          <cx:pt idx="3140">133503</cx:pt>
          <cx:pt idx="3141">133503</cx:pt>
          <cx:pt idx="3142">133533</cx:pt>
          <cx:pt idx="3143">133552</cx:pt>
          <cx:pt idx="3144">133570</cx:pt>
          <cx:pt idx="3145">133590</cx:pt>
          <cx:pt idx="3146">133637</cx:pt>
          <cx:pt idx="3147">133651</cx:pt>
          <cx:pt idx="3148">133654</cx:pt>
          <cx:pt idx="3149">133655</cx:pt>
          <cx:pt idx="3150">133669</cx:pt>
          <cx:pt idx="3151">133783</cx:pt>
          <cx:pt idx="3152">133798</cx:pt>
          <cx:pt idx="3153">133830</cx:pt>
          <cx:pt idx="3154">133987</cx:pt>
          <cx:pt idx="3155">133987</cx:pt>
          <cx:pt idx="3156">133989</cx:pt>
          <cx:pt idx="3157">134006</cx:pt>
          <cx:pt idx="3158">134044</cx:pt>
          <cx:pt idx="3159">134120</cx:pt>
          <cx:pt idx="3160">134136</cx:pt>
          <cx:pt idx="3161">134149</cx:pt>
          <cx:pt idx="3162">134175</cx:pt>
          <cx:pt idx="3163">134175</cx:pt>
          <cx:pt idx="3164">134190</cx:pt>
          <cx:pt idx="3165">134204</cx:pt>
          <cx:pt idx="3166">134230</cx:pt>
          <cx:pt idx="3167">134250</cx:pt>
          <cx:pt idx="3168">134250</cx:pt>
          <cx:pt idx="3169">134262</cx:pt>
          <cx:pt idx="3170">134303</cx:pt>
          <cx:pt idx="3171">134328</cx:pt>
          <cx:pt idx="3172">134379</cx:pt>
          <cx:pt idx="3173">134382</cx:pt>
          <cx:pt idx="3174">134464</cx:pt>
          <cx:pt idx="3175">134511</cx:pt>
          <cx:pt idx="3176">134575</cx:pt>
          <cx:pt idx="3177">134643</cx:pt>
          <cx:pt idx="3178">134675</cx:pt>
          <cx:pt idx="3179">134707</cx:pt>
          <cx:pt idx="3180">134805</cx:pt>
          <cx:pt idx="3181">134879</cx:pt>
          <cx:pt idx="3182">134932</cx:pt>
          <cx:pt idx="3183">134985</cx:pt>
          <cx:pt idx="3184">134994</cx:pt>
          <cx:pt idx="3185">135000</cx:pt>
          <cx:pt idx="3186">135000</cx:pt>
          <cx:pt idx="3187">135000</cx:pt>
          <cx:pt idx="3188">135000</cx:pt>
          <cx:pt idx="3189">135000</cx:pt>
          <cx:pt idx="3190">135000</cx:pt>
          <cx:pt idx="3191">135000</cx:pt>
          <cx:pt idx="3192">135000</cx:pt>
          <cx:pt idx="3193">135000</cx:pt>
          <cx:pt idx="3194">135000</cx:pt>
          <cx:pt idx="3195">135000</cx:pt>
          <cx:pt idx="3196">135000</cx:pt>
          <cx:pt idx="3197">135000</cx:pt>
          <cx:pt idx="3198">135000</cx:pt>
          <cx:pt idx="3199">135000</cx:pt>
          <cx:pt idx="3200">135066</cx:pt>
          <cx:pt idx="3201">135096</cx:pt>
          <cx:pt idx="3202">135116</cx:pt>
          <cx:pt idx="3203">135217</cx:pt>
          <cx:pt idx="3204">135281</cx:pt>
          <cx:pt idx="3205">135333</cx:pt>
          <cx:pt idx="3206">135421</cx:pt>
          <cx:pt idx="3207">135450</cx:pt>
          <cx:pt idx="3208">135452</cx:pt>
          <cx:pt idx="3209">135457</cx:pt>
          <cx:pt idx="3210">135487</cx:pt>
          <cx:pt idx="3211">135499</cx:pt>
          <cx:pt idx="3212">135514</cx:pt>
          <cx:pt idx="3213">135532</cx:pt>
          <cx:pt idx="3214">135598</cx:pt>
          <cx:pt idx="3215">135637</cx:pt>
          <cx:pt idx="3216">135666</cx:pt>
          <cx:pt idx="3217">135666</cx:pt>
          <cx:pt idx="3218">135666</cx:pt>
          <cx:pt idx="3219">135686</cx:pt>
          <cx:pt idx="3220">135721</cx:pt>
          <cx:pt idx="3221">135728</cx:pt>
          <cx:pt idx="3222">135763</cx:pt>
          <cx:pt idx="3223">135861</cx:pt>
          <cx:pt idx="3224">135866</cx:pt>
          <cx:pt idx="3225">135897</cx:pt>
          <cx:pt idx="3226">135930</cx:pt>
          <cx:pt idx="3227">135992</cx:pt>
          <cx:pt idx="3228">135994</cx:pt>
          <cx:pt idx="3229">136007</cx:pt>
          <cx:pt idx="3230">136007</cx:pt>
          <cx:pt idx="3231">136064</cx:pt>
          <cx:pt idx="3232">136066</cx:pt>
          <cx:pt idx="3233">136090</cx:pt>
          <cx:pt idx="3234">136100</cx:pt>
          <cx:pt idx="3235">136115</cx:pt>
          <cx:pt idx="3236">136166</cx:pt>
          <cx:pt idx="3237">136187</cx:pt>
          <cx:pt idx="3238">136203</cx:pt>
          <cx:pt idx="3239">136211</cx:pt>
          <cx:pt idx="3240">136227</cx:pt>
          <cx:pt idx="3241">136266</cx:pt>
          <cx:pt idx="3242">136283</cx:pt>
          <cx:pt idx="3243">136296</cx:pt>
          <cx:pt idx="3244">136323</cx:pt>
          <cx:pt idx="3245">136369</cx:pt>
          <cx:pt idx="3246">136427</cx:pt>
          <cx:pt idx="3247">136443</cx:pt>
          <cx:pt idx="3248">136450</cx:pt>
          <cx:pt idx="3249">136514</cx:pt>
          <cx:pt idx="3250">136514</cx:pt>
          <cx:pt idx="3251">136514</cx:pt>
          <cx:pt idx="3252">136514</cx:pt>
          <cx:pt idx="3253">136514</cx:pt>
          <cx:pt idx="3254">136514</cx:pt>
          <cx:pt idx="3255">136523</cx:pt>
          <cx:pt idx="3256">136537</cx:pt>
          <cx:pt idx="3257">136539</cx:pt>
          <cx:pt idx="3258">136577</cx:pt>
          <cx:pt idx="3259">136598</cx:pt>
          <cx:pt idx="3260">136600</cx:pt>
          <cx:pt idx="3261">136645</cx:pt>
          <cx:pt idx="3262">136658</cx:pt>
          <cx:pt idx="3263">136673</cx:pt>
          <cx:pt idx="3264">136675</cx:pt>
          <cx:pt idx="3265">136783</cx:pt>
          <cx:pt idx="3266">136804</cx:pt>
          <cx:pt idx="3267">136817</cx:pt>
          <cx:pt idx="3268">136903</cx:pt>
          <cx:pt idx="3269">136903</cx:pt>
          <cx:pt idx="3270">136958</cx:pt>
          <cx:pt idx="3271">137018</cx:pt>
          <cx:pt idx="3272">137023</cx:pt>
          <cx:pt idx="3273">137047</cx:pt>
          <cx:pt idx="3274">137077</cx:pt>
          <cx:pt idx="3275">137083</cx:pt>
          <cx:pt idx="3276">137233</cx:pt>
          <cx:pt idx="3277">137274</cx:pt>
          <cx:pt idx="3278">137274</cx:pt>
          <cx:pt idx="3279">137362</cx:pt>
          <cx:pt idx="3280">137379</cx:pt>
          <cx:pt idx="3281">137400</cx:pt>
          <cx:pt idx="3282">137404</cx:pt>
          <cx:pt idx="3283">137456</cx:pt>
          <cx:pt idx="3284">137540</cx:pt>
          <cx:pt idx="3285">137669</cx:pt>
          <cx:pt idx="3286">137739</cx:pt>
          <cx:pt idx="3287">137770</cx:pt>
          <cx:pt idx="3288">137770</cx:pt>
          <cx:pt idx="3289">137793</cx:pt>
          <cx:pt idx="3290">137888</cx:pt>
          <cx:pt idx="3291">137928</cx:pt>
          <cx:pt idx="3292">138016</cx:pt>
          <cx:pt idx="3293">138057</cx:pt>
          <cx:pt idx="3294">138102</cx:pt>
          <cx:pt idx="3295">138108</cx:pt>
          <cx:pt idx="3296">138108</cx:pt>
          <cx:pt idx="3297">138161</cx:pt>
          <cx:pt idx="3298">138225</cx:pt>
          <cx:pt idx="3299">138325</cx:pt>
          <cx:pt idx="3300">138393</cx:pt>
          <cx:pt idx="3301">138400</cx:pt>
          <cx:pt idx="3302">138425</cx:pt>
          <cx:pt idx="3303">138484</cx:pt>
          <cx:pt idx="3304">138523</cx:pt>
          <cx:pt idx="3305">138545</cx:pt>
          <cx:pt idx="3306">138583</cx:pt>
          <cx:pt idx="3307">138839</cx:pt>
          <cx:pt idx="3308">138883</cx:pt>
          <cx:pt idx="3309">138925</cx:pt>
          <cx:pt idx="3310">138949</cx:pt>
          <cx:pt idx="3311">138967</cx:pt>
          <cx:pt idx="3312">138971</cx:pt>
          <cx:pt idx="3313">139017</cx:pt>
          <cx:pt idx="3314">139021</cx:pt>
          <cx:pt idx="3315">139072</cx:pt>
          <cx:pt idx="3316">139113</cx:pt>
          <cx:pt idx="3317">139170</cx:pt>
          <cx:pt idx="3318">139224</cx:pt>
          <cx:pt idx="3319">139321</cx:pt>
          <cx:pt idx="3320">139329</cx:pt>
          <cx:pt idx="3321">139382</cx:pt>
          <cx:pt idx="3322">139392</cx:pt>
          <cx:pt idx="3323">139392</cx:pt>
          <cx:pt idx="3324">139423</cx:pt>
          <cx:pt idx="3325">139491</cx:pt>
          <cx:pt idx="3326">139536</cx:pt>
          <cx:pt idx="3327">139650</cx:pt>
          <cx:pt idx="3328">139663</cx:pt>
          <cx:pt idx="3329">139701</cx:pt>
          <cx:pt idx="3330">139859</cx:pt>
          <cx:pt idx="3331">139884</cx:pt>
          <cx:pt idx="3332">139910</cx:pt>
          <cx:pt idx="3333">139926</cx:pt>
          <cx:pt idx="3334">139927</cx:pt>
          <cx:pt idx="3335">139961</cx:pt>
          <cx:pt idx="3336">139996</cx:pt>
          <cx:pt idx="3337">139999</cx:pt>
          <cx:pt idx="3338">139999</cx:pt>
          <cx:pt idx="3339">140000</cx:pt>
          <cx:pt idx="3340">140000</cx:pt>
          <cx:pt idx="3341">140000</cx:pt>
          <cx:pt idx="3342">140003</cx:pt>
          <cx:pt idx="3343">140075</cx:pt>
          <cx:pt idx="3344">140100</cx:pt>
          <cx:pt idx="3345">140134</cx:pt>
          <cx:pt idx="3346">140176</cx:pt>
          <cx:pt idx="3347">140184</cx:pt>
          <cx:pt idx="3348">140211</cx:pt>
          <cx:pt idx="3349">140211</cx:pt>
          <cx:pt idx="3350">140223</cx:pt>
          <cx:pt idx="3351">140271</cx:pt>
          <cx:pt idx="3352">140320</cx:pt>
          <cx:pt idx="3353">140343</cx:pt>
          <cx:pt idx="3354">140358</cx:pt>
          <cx:pt idx="3355">140395</cx:pt>
          <cx:pt idx="3356">140443</cx:pt>
          <cx:pt idx="3357">140454</cx:pt>
          <cx:pt idx="3358">140569</cx:pt>
          <cx:pt idx="3359">140573</cx:pt>
          <cx:pt idx="3360">140602</cx:pt>
          <cx:pt idx="3361">140610</cx:pt>
          <cx:pt idx="3362">140625</cx:pt>
          <cx:pt idx="3363">140639</cx:pt>
          <cx:pt idx="3364">140645</cx:pt>
          <cx:pt idx="3365">140655</cx:pt>
          <cx:pt idx="3366">140677</cx:pt>
          <cx:pt idx="3367">140793</cx:pt>
          <cx:pt idx="3368">141017</cx:pt>
          <cx:pt idx="3369">141023</cx:pt>
          <cx:pt idx="3370">141025</cx:pt>
          <cx:pt idx="3371">141050</cx:pt>
          <cx:pt idx="3372">141050</cx:pt>
          <cx:pt idx="3373">141069</cx:pt>
          <cx:pt idx="3374">141074</cx:pt>
          <cx:pt idx="3375">141124</cx:pt>
          <cx:pt idx="3376">141184</cx:pt>
          <cx:pt idx="3377">141216</cx:pt>
          <cx:pt idx="3378">141314</cx:pt>
          <cx:pt idx="3379">141332</cx:pt>
          <cx:pt idx="3380">141333</cx:pt>
          <cx:pt idx="3381">141341</cx:pt>
          <cx:pt idx="3382">141424</cx:pt>
          <cx:pt idx="3383">141424</cx:pt>
          <cx:pt idx="3384">141432</cx:pt>
          <cx:pt idx="3385">141453</cx:pt>
          <cx:pt idx="3386">141472</cx:pt>
          <cx:pt idx="3387">141510</cx:pt>
          <cx:pt idx="3388">141556</cx:pt>
          <cx:pt idx="3389">141583</cx:pt>
          <cx:pt idx="3390">141666</cx:pt>
          <cx:pt idx="3391">141668</cx:pt>
          <cx:pt idx="3392">141669</cx:pt>
          <cx:pt idx="3393">141701</cx:pt>
          <cx:pt idx="3394">141701</cx:pt>
          <cx:pt idx="3395">141701</cx:pt>
          <cx:pt idx="3396">141708</cx:pt>
          <cx:pt idx="3397">141708</cx:pt>
          <cx:pt idx="3398">141708</cx:pt>
          <cx:pt idx="3399">141708</cx:pt>
          <cx:pt idx="3400">141708</cx:pt>
          <cx:pt idx="3401">141708</cx:pt>
          <cx:pt idx="3402">141724</cx:pt>
          <cx:pt idx="3403">141725</cx:pt>
          <cx:pt idx="3404">141737</cx:pt>
          <cx:pt idx="3405">141738</cx:pt>
          <cx:pt idx="3406">141761</cx:pt>
          <cx:pt idx="3407">141800</cx:pt>
          <cx:pt idx="3408">141807</cx:pt>
          <cx:pt idx="3409">141807</cx:pt>
          <cx:pt idx="3410">141882</cx:pt>
          <cx:pt idx="3411">141915</cx:pt>
          <cx:pt idx="3412">141941</cx:pt>
          <cx:pt idx="3413">141956</cx:pt>
          <cx:pt idx="3414">141979</cx:pt>
          <cx:pt idx="3415">141980</cx:pt>
          <cx:pt idx="3416">142000</cx:pt>
          <cx:pt idx="3417">142000</cx:pt>
          <cx:pt idx="3418">142019</cx:pt>
          <cx:pt idx="3419">142037</cx:pt>
          <cx:pt idx="3420">142091</cx:pt>
          <cx:pt idx="3421">142097</cx:pt>
          <cx:pt idx="3422">142141</cx:pt>
          <cx:pt idx="3423">142141</cx:pt>
          <cx:pt idx="3424">142200</cx:pt>
          <cx:pt idx="3425">142208</cx:pt>
          <cx:pt idx="3426">142219</cx:pt>
          <cx:pt idx="3427">142307</cx:pt>
          <cx:pt idx="3428">142349</cx:pt>
          <cx:pt idx="3429">142435</cx:pt>
          <cx:pt idx="3430">142444</cx:pt>
          <cx:pt idx="3431">142526</cx:pt>
          <cx:pt idx="3432">142609</cx:pt>
          <cx:pt idx="3433">142616</cx:pt>
          <cx:pt idx="3434">142634</cx:pt>
          <cx:pt idx="3435">142650</cx:pt>
          <cx:pt idx="3436">142675</cx:pt>
          <cx:pt idx="3437">142842</cx:pt>
          <cx:pt idx="3438">142846</cx:pt>
          <cx:pt idx="3439">142846</cx:pt>
          <cx:pt idx="3440">142858</cx:pt>
          <cx:pt idx="3441">142893</cx:pt>
          <cx:pt idx="3442">142896</cx:pt>
          <cx:pt idx="3443">142954</cx:pt>
          <cx:pt idx="3444">142979</cx:pt>
          <cx:pt idx="3445">143093</cx:pt>
          <cx:pt idx="3446">143093</cx:pt>
          <cx:pt idx="3447">143177</cx:pt>
          <cx:pt idx="3448">143179</cx:pt>
          <cx:pt idx="3449">143294</cx:pt>
          <cx:pt idx="3450">143294</cx:pt>
          <cx:pt idx="3451">143311</cx:pt>
          <cx:pt idx="3452">143311</cx:pt>
          <cx:pt idx="3453">143329</cx:pt>
          <cx:pt idx="3454">143352</cx:pt>
          <cx:pt idx="3455">143452</cx:pt>
          <cx:pt idx="3456">143454</cx:pt>
          <cx:pt idx="3457">143587</cx:pt>
          <cx:pt idx="3458">143603</cx:pt>
          <cx:pt idx="3459">143612</cx:pt>
          <cx:pt idx="3460">143745</cx:pt>
          <cx:pt idx="3461">143775</cx:pt>
          <cx:pt idx="3462">143808</cx:pt>
          <cx:pt idx="3463">143856</cx:pt>
          <cx:pt idx="3464">143866</cx:pt>
          <cx:pt idx="3465">143882</cx:pt>
          <cx:pt idx="3466">143941</cx:pt>
          <cx:pt idx="3467">143962</cx:pt>
          <cx:pt idx="3468">144013</cx:pt>
          <cx:pt idx="3469">144138</cx:pt>
          <cx:pt idx="3470">144255</cx:pt>
          <cx:pt idx="3471">144285</cx:pt>
          <cx:pt idx="3472">144285</cx:pt>
          <cx:pt idx="3473">144357</cx:pt>
          <cx:pt idx="3474">144436</cx:pt>
          <cx:pt idx="3475">144469</cx:pt>
          <cx:pt idx="3476">144473</cx:pt>
          <cx:pt idx="3477">144541</cx:pt>
          <cx:pt idx="3478">144549</cx:pt>
          <cx:pt idx="3479">144586</cx:pt>
          <cx:pt idx="3480">144709</cx:pt>
          <cx:pt idx="3481">144778</cx:pt>
          <cx:pt idx="3482">144804</cx:pt>
          <cx:pt idx="3483">144930</cx:pt>
          <cx:pt idx="3484">144973</cx:pt>
          <cx:pt idx="3485">144987</cx:pt>
          <cx:pt idx="3486">144998</cx:pt>
          <cx:pt idx="3487">144998</cx:pt>
          <cx:pt idx="3488">145051</cx:pt>
          <cx:pt idx="3489">145093</cx:pt>
          <cx:pt idx="3490">145203</cx:pt>
          <cx:pt idx="3491">145291</cx:pt>
          <cx:pt idx="3492">145319</cx:pt>
          <cx:pt idx="3493">145327</cx:pt>
          <cx:pt idx="3494">145355</cx:pt>
          <cx:pt idx="3495">145368</cx:pt>
          <cx:pt idx="3496">145461</cx:pt>
          <cx:pt idx="3497">145522</cx:pt>
          <cx:pt idx="3498">145686</cx:pt>
          <cx:pt idx="3499">145686</cx:pt>
          <cx:pt idx="3500">145749</cx:pt>
          <cx:pt idx="3501">145752</cx:pt>
          <cx:pt idx="3502">145850</cx:pt>
          <cx:pt idx="3503">145933</cx:pt>
          <cx:pt idx="3504">146000</cx:pt>
          <cx:pt idx="3505">146033</cx:pt>
          <cx:pt idx="3506">146169</cx:pt>
          <cx:pt idx="3507">146216</cx:pt>
          <cx:pt idx="3508">146229</cx:pt>
          <cx:pt idx="3509">146302</cx:pt>
          <cx:pt idx="3510">146400</cx:pt>
          <cx:pt idx="3511">146402</cx:pt>
          <cx:pt idx="3512">146407</cx:pt>
          <cx:pt idx="3513">146458</cx:pt>
          <cx:pt idx="3514">146486</cx:pt>
          <cx:pt idx="3515">146522</cx:pt>
          <cx:pt idx="3516">146536</cx:pt>
          <cx:pt idx="3517">146556</cx:pt>
          <cx:pt idx="3518">146607</cx:pt>
          <cx:pt idx="3519">146666</cx:pt>
          <cx:pt idx="3520">146666</cx:pt>
          <cx:pt idx="3521">146667</cx:pt>
          <cx:pt idx="3522">146678</cx:pt>
          <cx:pt idx="3523">146793</cx:pt>
          <cx:pt idx="3524">146948</cx:pt>
          <cx:pt idx="3525">147050</cx:pt>
          <cx:pt idx="3526">147112</cx:pt>
          <cx:pt idx="3527">147155</cx:pt>
          <cx:pt idx="3528">147155</cx:pt>
          <cx:pt idx="3529">147176</cx:pt>
          <cx:pt idx="3530">147279</cx:pt>
          <cx:pt idx="3531">147291</cx:pt>
          <cx:pt idx="3532">147334</cx:pt>
          <cx:pt idx="3533">147403</cx:pt>
          <cx:pt idx="3534">147403</cx:pt>
          <cx:pt idx="3535">147435</cx:pt>
          <cx:pt idx="3536">147567</cx:pt>
          <cx:pt idx="3537">147696</cx:pt>
          <cx:pt idx="3538">147696</cx:pt>
          <cx:pt idx="3539">147744</cx:pt>
          <cx:pt idx="3540">147769</cx:pt>
          <cx:pt idx="3541">147839</cx:pt>
          <cx:pt idx="3542">147865</cx:pt>
          <cx:pt idx="3543">147957</cx:pt>
          <cx:pt idx="3544">147985</cx:pt>
          <cx:pt idx="3545">147986</cx:pt>
          <cx:pt idx="3546">148033</cx:pt>
          <cx:pt idx="3547">148116</cx:pt>
          <cx:pt idx="3548">148126</cx:pt>
          <cx:pt idx="3549">148220</cx:pt>
          <cx:pt idx="3550">148267</cx:pt>
          <cx:pt idx="3551">148339</cx:pt>
          <cx:pt idx="3552">148357</cx:pt>
          <cx:pt idx="3553">148419</cx:pt>
          <cx:pt idx="3554">148419</cx:pt>
          <cx:pt idx="3555">148438</cx:pt>
          <cx:pt idx="3556">148446</cx:pt>
          <cx:pt idx="3557">148457</cx:pt>
          <cx:pt idx="3558">148499</cx:pt>
          <cx:pt idx="3559">148626</cx:pt>
          <cx:pt idx="3560">148630</cx:pt>
          <cx:pt idx="3561">148644</cx:pt>
          <cx:pt idx="3562">148644</cx:pt>
          <cx:pt idx="3563">148690</cx:pt>
          <cx:pt idx="3564">148776</cx:pt>
          <cx:pt idx="3565">148777</cx:pt>
          <cx:pt idx="3566">148831</cx:pt>
          <cx:pt idx="3567">148897</cx:pt>
          <cx:pt idx="3568">148998</cx:pt>
          <cx:pt idx="3569">149000</cx:pt>
          <cx:pt idx="3570">149000</cx:pt>
          <cx:pt idx="3571">149212</cx:pt>
          <cx:pt idx="3572">149219</cx:pt>
          <cx:pt idx="3573">149287</cx:pt>
          <cx:pt idx="3574">149313</cx:pt>
          <cx:pt idx="3575">149336</cx:pt>
          <cx:pt idx="3576">149350</cx:pt>
          <cx:pt idx="3577">149453</cx:pt>
          <cx:pt idx="3578">149468</cx:pt>
          <cx:pt idx="3579">149484</cx:pt>
          <cx:pt idx="3580">149565</cx:pt>
          <cx:pt idx="3581">149572</cx:pt>
          <cx:pt idx="3582">149664</cx:pt>
          <cx:pt idx="3583">149722</cx:pt>
          <cx:pt idx="3584">149725</cx:pt>
          <cx:pt idx="3585">149784</cx:pt>
          <cx:pt idx="3586">149912</cx:pt>
          <cx:pt idx="3587">149917</cx:pt>
          <cx:pt idx="3588">149935</cx:pt>
          <cx:pt idx="3589">149987</cx:pt>
          <cx:pt idx="3590">149987</cx:pt>
          <cx:pt idx="3591">149992</cx:pt>
          <cx:pt idx="3592">149996</cx:pt>
          <cx:pt idx="3593">149998</cx:pt>
          <cx:pt idx="3594">149999</cx:pt>
          <cx:pt idx="3595">150000</cx:pt>
          <cx:pt idx="3596">150000</cx:pt>
          <cx:pt idx="3597">150000</cx:pt>
          <cx:pt idx="3598">150000</cx:pt>
          <cx:pt idx="3599">150000</cx:pt>
          <cx:pt idx="3600">150000</cx:pt>
          <cx:pt idx="3601">150000</cx:pt>
          <cx:pt idx="3602">150008</cx:pt>
          <cx:pt idx="3603">150046</cx:pt>
          <cx:pt idx="3604">150083</cx:pt>
          <cx:pt idx="3605">150083</cx:pt>
          <cx:pt idx="3606">150097</cx:pt>
          <cx:pt idx="3607">150102</cx:pt>
          <cx:pt idx="3608">150116</cx:pt>
          <cx:pt idx="3609">150151</cx:pt>
          <cx:pt idx="3610">150262</cx:pt>
          <cx:pt idx="3611">150333</cx:pt>
          <cx:pt idx="3612">150354</cx:pt>
          <cx:pt idx="3613">150368</cx:pt>
          <cx:pt idx="3614">150378</cx:pt>
          <cx:pt idx="3615">150430</cx:pt>
          <cx:pt idx="3616">150450</cx:pt>
          <cx:pt idx="3617">150454</cx:pt>
          <cx:pt idx="3618">150636</cx:pt>
          <cx:pt idx="3619">150636</cx:pt>
          <cx:pt idx="3620">150666</cx:pt>
          <cx:pt idx="3621">150760</cx:pt>
          <cx:pt idx="3622">150804</cx:pt>
          <cx:pt idx="3623">150804</cx:pt>
          <cx:pt idx="3624">150806</cx:pt>
          <cx:pt idx="3625">150833</cx:pt>
          <cx:pt idx="3626">150833</cx:pt>
          <cx:pt idx="3627">150833</cx:pt>
          <cx:pt idx="3628">150916</cx:pt>
          <cx:pt idx="3629">150935</cx:pt>
          <cx:pt idx="3630">150954</cx:pt>
          <cx:pt idx="3631">151000</cx:pt>
          <cx:pt idx="3632">151025</cx:pt>
          <cx:pt idx="3633">151025</cx:pt>
          <cx:pt idx="3634">151025</cx:pt>
          <cx:pt idx="3635">151092</cx:pt>
          <cx:pt idx="3636">151309</cx:pt>
          <cx:pt idx="3637">151309</cx:pt>
          <cx:pt idx="3638">151329</cx:pt>
          <cx:pt idx="3639">151341</cx:pt>
          <cx:pt idx="3640">151383</cx:pt>
          <cx:pt idx="3641">151431</cx:pt>
          <cx:pt idx="3642">151444</cx:pt>
          <cx:pt idx="3643">151490</cx:pt>
          <cx:pt idx="3644">151508</cx:pt>
          <cx:pt idx="3645">151542</cx:pt>
          <cx:pt idx="3646">151563</cx:pt>
          <cx:pt idx="3647">151579</cx:pt>
          <cx:pt idx="3648">151603</cx:pt>
          <cx:pt idx="3649">151641</cx:pt>
          <cx:pt idx="3650">151706</cx:pt>
          <cx:pt idx="3651">151727</cx:pt>
          <cx:pt idx="3652">151758</cx:pt>
          <cx:pt idx="3653">151826</cx:pt>
          <cx:pt idx="3654">151826</cx:pt>
          <cx:pt idx="3655">151850</cx:pt>
          <cx:pt idx="3656">151856</cx:pt>
          <cx:pt idx="3657">151865</cx:pt>
          <cx:pt idx="3658">151908</cx:pt>
          <cx:pt idx="3659">151941</cx:pt>
          <cx:pt idx="3660">151961</cx:pt>
          <cx:pt idx="3661">152063</cx:pt>
          <cx:pt idx="3662">152275</cx:pt>
          <cx:pt idx="3663">152341</cx:pt>
          <cx:pt idx="3664">152354</cx:pt>
          <cx:pt idx="3665">152370</cx:pt>
          <cx:pt idx="3666">152454</cx:pt>
          <cx:pt idx="3667">152479</cx:pt>
          <cx:pt idx="3668">152500</cx:pt>
          <cx:pt idx="3669">152534</cx:pt>
          <cx:pt idx="3670">152589</cx:pt>
          <cx:pt idx="3671">152616</cx:pt>
          <cx:pt idx="3672">152649</cx:pt>
          <cx:pt idx="3673">152658</cx:pt>
          <cx:pt idx="3674">152664</cx:pt>
          <cx:pt idx="3675">152740</cx:pt>
          <cx:pt idx="3676">152838</cx:pt>
          <cx:pt idx="3677">152999</cx:pt>
          <cx:pt idx="3678">153023</cx:pt>
          <cx:pt idx="3679">153054</cx:pt>
          <cx:pt idx="3680">153107</cx:pt>
          <cx:pt idx="3681">153120</cx:pt>
          <cx:pt idx="3682">153291</cx:pt>
          <cx:pt idx="3683">153306</cx:pt>
          <cx:pt idx="3684">153319</cx:pt>
          <cx:pt idx="3685">153325</cx:pt>
          <cx:pt idx="3686">153326</cx:pt>
          <cx:pt idx="3687">153326</cx:pt>
          <cx:pt idx="3688">153332</cx:pt>
          <cx:pt idx="3689">153336</cx:pt>
          <cx:pt idx="3690">153349</cx:pt>
          <cx:pt idx="3691">153355</cx:pt>
          <cx:pt idx="3692">153462</cx:pt>
          <cx:pt idx="3693">153475</cx:pt>
          <cx:pt idx="3694">153552</cx:pt>
          <cx:pt idx="3695">153616</cx:pt>
          <cx:pt idx="3696">153672</cx:pt>
          <cx:pt idx="3697">153814</cx:pt>
          <cx:pt idx="3698">153819</cx:pt>
          <cx:pt idx="3699">153846</cx:pt>
          <cx:pt idx="3700">153929</cx:pt>
          <cx:pt idx="3701">153982</cx:pt>
          <cx:pt idx="3702">153982</cx:pt>
          <cx:pt idx="3703">153987</cx:pt>
          <cx:pt idx="3704">154077</cx:pt>
          <cx:pt idx="3705">154101</cx:pt>
          <cx:pt idx="3706">154117</cx:pt>
          <cx:pt idx="3707">154234</cx:pt>
          <cx:pt idx="3708">154340</cx:pt>
          <cx:pt idx="3709">154342</cx:pt>
          <cx:pt idx="3710">154347</cx:pt>
          <cx:pt idx="3711">154435</cx:pt>
          <cx:pt idx="3712">154489</cx:pt>
          <cx:pt idx="3713">154494</cx:pt>
          <cx:pt idx="3714">154494</cx:pt>
          <cx:pt idx="3715">154620</cx:pt>
          <cx:pt idx="3716">154666</cx:pt>
          <cx:pt idx="3717">154695</cx:pt>
          <cx:pt idx="3718">154760</cx:pt>
          <cx:pt idx="3719">154791</cx:pt>
          <cx:pt idx="3720">154793</cx:pt>
          <cx:pt idx="3721">154873</cx:pt>
          <cx:pt idx="3722">154969</cx:pt>
          <cx:pt idx="3723">154984</cx:pt>
          <cx:pt idx="3724">155023</cx:pt>
          <cx:pt idx="3725">155068</cx:pt>
          <cx:pt idx="3726">155073</cx:pt>
          <cx:pt idx="3727">155105</cx:pt>
          <cx:pt idx="3728">155105</cx:pt>
          <cx:pt idx="3729">155138</cx:pt>
          <cx:pt idx="3730">155175</cx:pt>
          <cx:pt idx="3731">155176</cx:pt>
          <cx:pt idx="3732">155273</cx:pt>
          <cx:pt idx="3733">155304</cx:pt>
          <cx:pt idx="3734">155306</cx:pt>
          <cx:pt idx="3735">155325</cx:pt>
          <cx:pt idx="3736">155329</cx:pt>
          <cx:pt idx="3737">155411</cx:pt>
          <cx:pt idx="3738">155426</cx:pt>
          <cx:pt idx="3739">155428</cx:pt>
          <cx:pt idx="3740">155469</cx:pt>
          <cx:pt idx="3741">155499</cx:pt>
          <cx:pt idx="3742">155545</cx:pt>
          <cx:pt idx="3743">155575</cx:pt>
          <cx:pt idx="3744">155581</cx:pt>
          <cx:pt idx="3745">155600</cx:pt>
          <cx:pt idx="3746">155604</cx:pt>
          <cx:pt idx="3747">155718</cx:pt>
          <cx:pt idx="3748">155743</cx:pt>
          <cx:pt idx="3749">155802</cx:pt>
          <cx:pt idx="3750">155835</cx:pt>
          <cx:pt idx="3751">155850</cx:pt>
          <cx:pt idx="3752">156016</cx:pt>
          <cx:pt idx="3753">156075</cx:pt>
          <cx:pt idx="3754">156085</cx:pt>
          <cx:pt idx="3755">156112</cx:pt>
          <cx:pt idx="3756">156129</cx:pt>
          <cx:pt idx="3757">156291</cx:pt>
          <cx:pt idx="3758">156319</cx:pt>
          <cx:pt idx="3759">156340</cx:pt>
          <cx:pt idx="3760">156583</cx:pt>
          <cx:pt idx="3761">156647</cx:pt>
          <cx:pt idx="3762">156659</cx:pt>
          <cx:pt idx="3763">156670</cx:pt>
          <cx:pt idx="3764">156683</cx:pt>
          <cx:pt idx="3765">156688</cx:pt>
          <cx:pt idx="3766">156714</cx:pt>
          <cx:pt idx="3767">156714</cx:pt>
          <cx:pt idx="3768">156812</cx:pt>
          <cx:pt idx="3769">156982</cx:pt>
          <cx:pt idx="3770">157043</cx:pt>
          <cx:pt idx="3771">157073</cx:pt>
          <cx:pt idx="3772">157141</cx:pt>
          <cx:pt idx="3773">157199</cx:pt>
          <cx:pt idx="3774">157234</cx:pt>
          <cx:pt idx="3775">157251</cx:pt>
          <cx:pt idx="3776">157364</cx:pt>
          <cx:pt idx="3777">157420</cx:pt>
          <cx:pt idx="3778">157420</cx:pt>
          <cx:pt idx="3779">157420</cx:pt>
          <cx:pt idx="3780">157420</cx:pt>
          <cx:pt idx="3781">157420</cx:pt>
          <cx:pt idx="3782">157420</cx:pt>
          <cx:pt idx="3783">157420</cx:pt>
          <cx:pt idx="3784">157420</cx:pt>
          <cx:pt idx="3785">157420</cx:pt>
          <cx:pt idx="3786">157523</cx:pt>
          <cx:pt idx="3787">157530</cx:pt>
          <cx:pt idx="3788">157540</cx:pt>
          <cx:pt idx="3789">157574</cx:pt>
          <cx:pt idx="3790">157600</cx:pt>
          <cx:pt idx="3791">157616</cx:pt>
          <cx:pt idx="3792">157701</cx:pt>
          <cx:pt idx="3793">157705</cx:pt>
          <cx:pt idx="3794">157750</cx:pt>
          <cx:pt idx="3795">157923</cx:pt>
          <cx:pt idx="3796">157999</cx:pt>
          <cx:pt idx="3797">158000</cx:pt>
          <cx:pt idx="3798">158000</cx:pt>
          <cx:pt idx="3799">158003</cx:pt>
          <cx:pt idx="3800">158044</cx:pt>
          <cx:pt idx="3801">158281</cx:pt>
          <cx:pt idx="3802">158333</cx:pt>
          <cx:pt idx="3803">158350</cx:pt>
          <cx:pt idx="3804">158379</cx:pt>
          <cx:pt idx="3805">158441</cx:pt>
          <cx:pt idx="3806">158500</cx:pt>
          <cx:pt idx="3807">158610</cx:pt>
          <cx:pt idx="3808">158723</cx:pt>
          <cx:pt idx="3809">158957</cx:pt>
          <cx:pt idx="3810">158966</cx:pt>
          <cx:pt idx="3811">159000</cx:pt>
          <cx:pt idx="3812">159000</cx:pt>
          <cx:pt idx="3813">159000</cx:pt>
          <cx:pt idx="3814">159000</cx:pt>
          <cx:pt idx="3815">159000</cx:pt>
          <cx:pt idx="3816">159000</cx:pt>
          <cx:pt idx="3817">159000</cx:pt>
          <cx:pt idx="3818">159000</cx:pt>
          <cx:pt idx="3819">159000</cx:pt>
          <cx:pt idx="3820">159000</cx:pt>
          <cx:pt idx="3821">159000</cx:pt>
          <cx:pt idx="3822">159000</cx:pt>
          <cx:pt idx="3823">159000</cx:pt>
          <cx:pt idx="3824">159000</cx:pt>
          <cx:pt idx="3825">159000</cx:pt>
          <cx:pt idx="3826">159000</cx:pt>
          <cx:pt idx="3827">159000</cx:pt>
          <cx:pt idx="3828">159043</cx:pt>
          <cx:pt idx="3829">159066</cx:pt>
          <cx:pt idx="3830">159066</cx:pt>
          <cx:pt idx="3831">159066</cx:pt>
          <cx:pt idx="3832">159083</cx:pt>
          <cx:pt idx="3833">159083</cx:pt>
          <cx:pt idx="3834">159125</cx:pt>
          <cx:pt idx="3835">159200</cx:pt>
          <cx:pt idx="3836">159210</cx:pt>
          <cx:pt idx="3837">159210</cx:pt>
          <cx:pt idx="3838">159210</cx:pt>
          <cx:pt idx="3839">159250</cx:pt>
          <cx:pt idx="3840">159250</cx:pt>
          <cx:pt idx="3841">159250</cx:pt>
          <cx:pt idx="3842">159262</cx:pt>
          <cx:pt idx="3843">159273</cx:pt>
          <cx:pt idx="3844">159300</cx:pt>
          <cx:pt idx="3845">159306</cx:pt>
          <cx:pt idx="3846">159306</cx:pt>
          <cx:pt idx="3847">159333</cx:pt>
          <cx:pt idx="3848">159353</cx:pt>
          <cx:pt idx="3849">159411</cx:pt>
          <cx:pt idx="3850">159433</cx:pt>
          <cx:pt idx="3851">159448</cx:pt>
          <cx:pt idx="3852">159456</cx:pt>
          <cx:pt idx="3853">159472</cx:pt>
          <cx:pt idx="3854">159500</cx:pt>
          <cx:pt idx="3855">159554</cx:pt>
          <cx:pt idx="3856">159583</cx:pt>
          <cx:pt idx="3857">159583</cx:pt>
          <cx:pt idx="3858">159588</cx:pt>
          <cx:pt idx="3859">159616</cx:pt>
          <cx:pt idx="3860">159623</cx:pt>
          <cx:pt idx="3861">159625</cx:pt>
          <cx:pt idx="3862">159637</cx:pt>
          <cx:pt idx="3863">159695</cx:pt>
          <cx:pt idx="3864">159742</cx:pt>
          <cx:pt idx="3865">159756</cx:pt>
          <cx:pt idx="3866">159783</cx:pt>
          <cx:pt idx="3867">159800</cx:pt>
          <cx:pt idx="3868">159833</cx:pt>
          <cx:pt idx="3869">159833</cx:pt>
          <cx:pt idx="3870">159837</cx:pt>
          <cx:pt idx="3871">159939</cx:pt>
          <cx:pt idx="3872">159950</cx:pt>
          <cx:pt idx="3873">159960</cx:pt>
          <cx:pt idx="3874">159976</cx:pt>
          <cx:pt idx="3875">159991</cx:pt>
          <cx:pt idx="3876">159991</cx:pt>
          <cx:pt idx="3877">159991</cx:pt>
          <cx:pt idx="3878">160000</cx:pt>
          <cx:pt idx="3879">160000</cx:pt>
          <cx:pt idx="3880">160000</cx:pt>
          <cx:pt idx="3881">160000</cx:pt>
          <cx:pt idx="3882">160005</cx:pt>
          <cx:pt idx="3883">160075</cx:pt>
          <cx:pt idx="3884">160083</cx:pt>
          <cx:pt idx="3885">160105</cx:pt>
          <cx:pt idx="3886">160140</cx:pt>
          <cx:pt idx="3887">160212</cx:pt>
          <cx:pt idx="3888">160301</cx:pt>
          <cx:pt idx="3889">160309</cx:pt>
          <cx:pt idx="3890">160333</cx:pt>
          <cx:pt idx="3891">160345</cx:pt>
          <cx:pt idx="3892">160416</cx:pt>
          <cx:pt idx="3893">160433</cx:pt>
          <cx:pt idx="3894">160484</cx:pt>
          <cx:pt idx="3895">160498</cx:pt>
          <cx:pt idx="3896">160514</cx:pt>
          <cx:pt idx="3897">160588</cx:pt>
          <cx:pt idx="3898">160650</cx:pt>
          <cx:pt idx="3899">160666</cx:pt>
          <cx:pt idx="3900">160716</cx:pt>
          <cx:pt idx="3901">160748</cx:pt>
          <cx:pt idx="3902">160750</cx:pt>
          <cx:pt idx="3903">160771</cx:pt>
          <cx:pt idx="3904">160825</cx:pt>
          <cx:pt idx="3905">160856</cx:pt>
          <cx:pt idx="3906">160856</cx:pt>
          <cx:pt idx="3907">160889</cx:pt>
          <cx:pt idx="3908">160942</cx:pt>
          <cx:pt idx="3909">160970</cx:pt>
          <cx:pt idx="3910">160983</cx:pt>
          <cx:pt idx="3911">161036</cx:pt>
          <cx:pt idx="3912">161110</cx:pt>
          <cx:pt idx="3913">161133</cx:pt>
          <cx:pt idx="3914">161133</cx:pt>
          <cx:pt idx="3915">161146</cx:pt>
          <cx:pt idx="3916">161146</cx:pt>
          <cx:pt idx="3917">161149</cx:pt>
          <cx:pt idx="3918">161181</cx:pt>
          <cx:pt idx="3919">161223</cx:pt>
          <cx:pt idx="3920">161261</cx:pt>
          <cx:pt idx="3921">161266</cx:pt>
          <cx:pt idx="3922">161267</cx:pt>
          <cx:pt idx="3923">161292</cx:pt>
          <cx:pt idx="3924">161309</cx:pt>
          <cx:pt idx="3925">161383</cx:pt>
          <cx:pt idx="3926">161416</cx:pt>
          <cx:pt idx="3927">161491</cx:pt>
          <cx:pt idx="3928">161505</cx:pt>
          <cx:pt idx="3929">161548</cx:pt>
          <cx:pt idx="3930">161583</cx:pt>
          <cx:pt idx="3931">161583</cx:pt>
          <cx:pt idx="3932">161622</cx:pt>
          <cx:pt idx="3933">161641</cx:pt>
          <cx:pt idx="3934">161654</cx:pt>
          <cx:pt idx="3935">161657</cx:pt>
          <cx:pt idx="3936">161675</cx:pt>
          <cx:pt idx="3937">161675</cx:pt>
          <cx:pt idx="3938">161689</cx:pt>
          <cx:pt idx="3939">161752</cx:pt>
          <cx:pt idx="3940">161753</cx:pt>
          <cx:pt idx="3941">161759</cx:pt>
          <cx:pt idx="3942">161793</cx:pt>
          <cx:pt idx="3943">161807</cx:pt>
          <cx:pt idx="3944">161815</cx:pt>
          <cx:pt idx="3945">161833</cx:pt>
          <cx:pt idx="3946">161851</cx:pt>
          <cx:pt idx="3947">161889</cx:pt>
          <cx:pt idx="3948">161912</cx:pt>
          <cx:pt idx="3949">161916</cx:pt>
          <cx:pt idx="3950">161978</cx:pt>
          <cx:pt idx="3951">162012</cx:pt>
          <cx:pt idx="3952">162225</cx:pt>
          <cx:pt idx="3953">162225</cx:pt>
          <cx:pt idx="3954">162290</cx:pt>
          <cx:pt idx="3955">162333</cx:pt>
          <cx:pt idx="3956">162333</cx:pt>
          <cx:pt idx="3957">162387</cx:pt>
          <cx:pt idx="3958">162393</cx:pt>
          <cx:pt idx="3959">162450</cx:pt>
          <cx:pt idx="3960">162466</cx:pt>
          <cx:pt idx="3961">162498</cx:pt>
          <cx:pt idx="3962">162499</cx:pt>
          <cx:pt idx="3963">162500</cx:pt>
          <cx:pt idx="3964">162592</cx:pt>
          <cx:pt idx="3965">162662</cx:pt>
          <cx:pt idx="3966">162716</cx:pt>
          <cx:pt idx="3967">162757</cx:pt>
          <cx:pt idx="3968">162780</cx:pt>
          <cx:pt idx="3969">162806</cx:pt>
          <cx:pt idx="3970">162853</cx:pt>
          <cx:pt idx="3971">162920</cx:pt>
          <cx:pt idx="3972">162933</cx:pt>
          <cx:pt idx="3973">162945</cx:pt>
          <cx:pt idx="3974">162991</cx:pt>
          <cx:pt idx="3975">163013</cx:pt>
          <cx:pt idx="3976">163031</cx:pt>
          <cx:pt idx="3977">163036</cx:pt>
          <cx:pt idx="3978">163044</cx:pt>
          <cx:pt idx="3979">163050</cx:pt>
          <cx:pt idx="3980">163050</cx:pt>
          <cx:pt idx="3981">163050</cx:pt>
          <cx:pt idx="3982">163050</cx:pt>
          <cx:pt idx="3983">163050</cx:pt>
          <cx:pt idx="3984">163055</cx:pt>
          <cx:pt idx="3985">163212</cx:pt>
          <cx:pt idx="3986">163217</cx:pt>
          <cx:pt idx="3987">163322</cx:pt>
          <cx:pt idx="3988">163332</cx:pt>
          <cx:pt idx="3989">163332</cx:pt>
          <cx:pt idx="3990">163332</cx:pt>
          <cx:pt idx="3991">163333</cx:pt>
          <cx:pt idx="3992">163333</cx:pt>
          <cx:pt idx="3993">163391</cx:pt>
          <cx:pt idx="3994">163408</cx:pt>
          <cx:pt idx="3995">163435</cx:pt>
          <cx:pt idx="3996">163436</cx:pt>
          <cx:pt idx="3997">163466</cx:pt>
          <cx:pt idx="3998">163538</cx:pt>
          <cx:pt idx="3999">163577</cx:pt>
          <cx:pt idx="4000">163588</cx:pt>
          <cx:pt idx="4001">163625</cx:pt>
          <cx:pt idx="4002">163643</cx:pt>
          <cx:pt idx="4003">163673</cx:pt>
          <cx:pt idx="4004">163733</cx:pt>
          <cx:pt idx="4005">163746</cx:pt>
          <cx:pt idx="4006">163750</cx:pt>
          <cx:pt idx="4007">163770</cx:pt>
          <cx:pt idx="4008">163773</cx:pt>
          <cx:pt idx="4009">163795</cx:pt>
          <cx:pt idx="4010">163806</cx:pt>
          <cx:pt idx="4011">163839</cx:pt>
          <cx:pt idx="4012">163847</cx:pt>
          <cx:pt idx="4013">163949</cx:pt>
          <cx:pt idx="4014">164001</cx:pt>
          <cx:pt idx="4015">164049</cx:pt>
          <cx:pt idx="4016">164075</cx:pt>
          <cx:pt idx="4017">164176</cx:pt>
          <cx:pt idx="4018">164229</cx:pt>
          <cx:pt idx="4019">164258</cx:pt>
          <cx:pt idx="4020">164360</cx:pt>
          <cx:pt idx="4021">164395</cx:pt>
          <cx:pt idx="4022">164402</cx:pt>
          <cx:pt idx="4023">164405</cx:pt>
          <cx:pt idx="4024">164424</cx:pt>
          <cx:pt idx="4025">164428</cx:pt>
          <cx:pt idx="4026">164464</cx:pt>
          <cx:pt idx="4027">164476</cx:pt>
          <cx:pt idx="4028">164521</cx:pt>
          <cx:pt idx="4029">164606</cx:pt>
          <cx:pt idx="4030">164616</cx:pt>
          <cx:pt idx="4031">164618</cx:pt>
          <cx:pt idx="4032">164623</cx:pt>
          <cx:pt idx="4033">164666</cx:pt>
          <cx:pt idx="4034">164677</cx:pt>
          <cx:pt idx="4035">164709</cx:pt>
          <cx:pt idx="4036">164781</cx:pt>
          <cx:pt idx="4037">164883</cx:pt>
          <cx:pt idx="4038">164899</cx:pt>
          <cx:pt idx="4039">164966</cx:pt>
          <cx:pt idx="4040">164995</cx:pt>
          <cx:pt idx="4041">165000</cx:pt>
          <cx:pt idx="4042">165000</cx:pt>
          <cx:pt idx="4043">165000</cx:pt>
          <cx:pt idx="4044">165000</cx:pt>
          <cx:pt idx="4045">165002</cx:pt>
          <cx:pt idx="4046">165052</cx:pt>
          <cx:pt idx="4047">165125</cx:pt>
          <cx:pt idx="4048">165146</cx:pt>
          <cx:pt idx="4049">165233</cx:pt>
          <cx:pt idx="4050">165263</cx:pt>
          <cx:pt idx="4051">165283</cx:pt>
          <cx:pt idx="4052">165309</cx:pt>
          <cx:pt idx="4053">165421</cx:pt>
          <cx:pt idx="4054">165421</cx:pt>
          <cx:pt idx="4055">165537</cx:pt>
          <cx:pt idx="4056">165603</cx:pt>
          <cx:pt idx="4057">165606</cx:pt>
          <cx:pt idx="4058">165659</cx:pt>
          <cx:pt idx="4059">165694</cx:pt>
          <cx:pt idx="4060">165705</cx:pt>
          <cx:pt idx="4061">165751</cx:pt>
          <cx:pt idx="4062">165798</cx:pt>
          <cx:pt idx="4063">165833</cx:pt>
          <cx:pt idx="4064">165855</cx:pt>
          <cx:pt idx="4065">165888</cx:pt>
          <cx:pt idx="4066">165907</cx:pt>
          <cx:pt idx="4067">165916</cx:pt>
          <cx:pt idx="4068">165934</cx:pt>
          <cx:pt idx="4069">165981</cx:pt>
          <cx:pt idx="4070">165999</cx:pt>
          <cx:pt idx="4071">166018</cx:pt>
          <cx:pt idx="4072">166025</cx:pt>
          <cx:pt idx="4073">166026</cx:pt>
          <cx:pt idx="4074">166043</cx:pt>
          <cx:pt idx="4075">166164</cx:pt>
          <cx:pt idx="4076">166170</cx:pt>
          <cx:pt idx="4077">166190</cx:pt>
          <cx:pt idx="4078">166234</cx:pt>
          <cx:pt idx="4079">166288</cx:pt>
          <cx:pt idx="4080">166301</cx:pt>
          <cx:pt idx="4081">166314</cx:pt>
          <cx:pt idx="4082">166342</cx:pt>
          <cx:pt idx="4083">166342</cx:pt>
          <cx:pt idx="4084">166475</cx:pt>
          <cx:pt idx="4085">166609</cx:pt>
          <cx:pt idx="4086">166627</cx:pt>
          <cx:pt idx="4087">166647</cx:pt>
          <cx:pt idx="4088">166650</cx:pt>
          <cx:pt idx="4089">166664</cx:pt>
          <cx:pt idx="4090">166666</cx:pt>
          <cx:pt idx="4091">166672</cx:pt>
          <cx:pt idx="4092">166772</cx:pt>
          <cx:pt idx="4093">166777</cx:pt>
          <cx:pt idx="4094">166812</cx:pt>
          <cx:pt idx="4095">166914</cx:pt>
          <cx:pt idx="4096">166914</cx:pt>
          <cx:pt idx="4097">166979</cx:pt>
          <cx:pt idx="4098">167011</cx:pt>
          <cx:pt idx="4099">167022</cx:pt>
          <cx:pt idx="4100">167219</cx:pt>
          <cx:pt idx="4101">167260</cx:pt>
          <cx:pt idx="4102">167278</cx:pt>
          <cx:pt idx="4103">167438</cx:pt>
          <cx:pt idx="4104">167536</cx:pt>
          <cx:pt idx="4105">167557</cx:pt>
          <cx:pt idx="4106">167557</cx:pt>
          <cx:pt idx="4107">167566</cx:pt>
          <cx:pt idx="4108">167607</cx:pt>
          <cx:pt idx="4109">167612</cx:pt>
          <cx:pt idx="4110">167666</cx:pt>
          <cx:pt idx="4111">167666</cx:pt>
          <cx:pt idx="4112">167695</cx:pt>
          <cx:pt idx="4113">167697</cx:pt>
          <cx:pt idx="4114">167750</cx:pt>
          <cx:pt idx="4115">167766</cx:pt>
          <cx:pt idx="4116">167785</cx:pt>
          <cx:pt idx="4117">167822</cx:pt>
          <cx:pt idx="4118">167869</cx:pt>
          <cx:pt idx="4119">167939</cx:pt>
          <cx:pt idx="4120">167977</cx:pt>
          <cx:pt idx="4121">167990</cx:pt>
          <cx:pt idx="4122">167999</cx:pt>
          <cx:pt idx="4123">168104</cx:pt>
          <cx:pt idx="4124">168210</cx:pt>
          <cx:pt idx="4125">168242</cx:pt>
          <cx:pt idx="4126">168263</cx:pt>
          <cx:pt idx="4127">168367</cx:pt>
          <cx:pt idx="4128">168372</cx:pt>
          <cx:pt idx="4129">168412</cx:pt>
          <cx:pt idx="4130">168522</cx:pt>
          <cx:pt idx="4131">168542</cx:pt>
          <cx:pt idx="4132">168584</cx:pt>
          <cx:pt idx="4133">168666</cx:pt>
          <cx:pt idx="4134">168681</cx:pt>
          <cx:pt idx="4135">168759</cx:pt>
          <cx:pt idx="4136">168762</cx:pt>
          <cx:pt idx="4137">168819</cx:pt>
          <cx:pt idx="4138">168845</cx:pt>
          <cx:pt idx="4139">168859</cx:pt>
          <cx:pt idx="4140">168896</cx:pt>
          <cx:pt idx="4141">168913</cx:pt>
          <cx:pt idx="4142">168999</cx:pt>
          <cx:pt idx="4143">169000</cx:pt>
          <cx:pt idx="4144">169038</cx:pt>
          <cx:pt idx="4145">169046</cx:pt>
          <cx:pt idx="4146">169085</cx:pt>
          <cx:pt idx="4147">169096</cx:pt>
          <cx:pt idx="4148">169107</cx:pt>
          <cx:pt idx="4149">169341</cx:pt>
          <cx:pt idx="4150">169349</cx:pt>
          <cx:pt idx="4151">169416</cx:pt>
          <cx:pt idx="4152">169439</cx:pt>
          <cx:pt idx="4153">169442</cx:pt>
          <cx:pt idx="4154">169479</cx:pt>
          <cx:pt idx="4155">169483</cx:pt>
          <cx:pt idx="4156">169497</cx:pt>
          <cx:pt idx="4157">169646</cx:pt>
          <cx:pt idx="4158">169762</cx:pt>
          <cx:pt idx="4159">169900</cx:pt>
          <cx:pt idx="4160">169933</cx:pt>
          <cx:pt idx="4161">169933</cx:pt>
          <cx:pt idx="4162">169933</cx:pt>
          <cx:pt idx="4163">169966</cx:pt>
          <cx:pt idx="4164">169982</cx:pt>
          <cx:pt idx="4165">169999</cx:pt>
          <cx:pt idx="4166">170000</cx:pt>
          <cx:pt idx="4167">170003</cx:pt>
          <cx:pt idx="4168">170033</cx:pt>
          <cx:pt idx="4169">170034</cx:pt>
          <cx:pt idx="4170">170159</cx:pt>
          <cx:pt idx="4171">170302</cx:pt>
          <cx:pt idx="4172">170447</cx:pt>
          <cx:pt idx="4173">170451</cx:pt>
          <cx:pt idx="4174">170494</cx:pt>
          <cx:pt idx="4175">170673</cx:pt>
          <cx:pt idx="4176">170677</cx:pt>
          <cx:pt idx="4177">170810</cx:pt>
          <cx:pt idx="4178">171080</cx:pt>
          <cx:pt idx="4179">171087</cx:pt>
          <cx:pt idx="4180">171112</cx:pt>
          <cx:pt idx="4181">171223</cx:pt>
          <cx:pt idx="4182">171396</cx:pt>
          <cx:pt idx="4183">171424</cx:pt>
          <cx:pt idx="4184">171559</cx:pt>
          <cx:pt idx="4185">171604</cx:pt>
          <cx:pt idx="4186">171628</cx:pt>
          <cx:pt idx="4187">171668</cx:pt>
          <cx:pt idx="4188">171700</cx:pt>
          <cx:pt idx="4189">171711</cx:pt>
          <cx:pt idx="4190">171713</cx:pt>
          <cx:pt idx="4191">171872</cx:pt>
          <cx:pt idx="4192">171958</cx:pt>
          <cx:pt idx="4193">172035</cx:pt>
          <cx:pt idx="4194">172095</cx:pt>
          <cx:pt idx="4195">172101</cx:pt>
          <cx:pt idx="4196">172166</cx:pt>
          <cx:pt idx="4197">172189</cx:pt>
          <cx:pt idx="4198">172289</cx:pt>
          <cx:pt idx="4199">172363</cx:pt>
          <cx:pt idx="4200">172376</cx:pt>
          <cx:pt idx="4201">172401</cx:pt>
          <cx:pt idx="4202">172471</cx:pt>
          <cx:pt idx="4203">172521</cx:pt>
          <cx:pt idx="4204">172593</cx:pt>
          <cx:pt idx="4205">172636</cx:pt>
          <cx:pt idx="4206">172773</cx:pt>
          <cx:pt idx="4207">172800</cx:pt>
          <cx:pt idx="4208">172825</cx:pt>
          <cx:pt idx="4209">172966</cx:pt>
          <cx:pt idx="4210">173014</cx:pt>
          <cx:pt idx="4211">173103</cx:pt>
          <cx:pt idx="4212">173165</cx:pt>
          <cx:pt idx="4213">173189</cx:pt>
          <cx:pt idx="4214">173229</cx:pt>
          <cx:pt idx="4215">173247</cx:pt>
          <cx:pt idx="4216">173333</cx:pt>
          <cx:pt idx="4217">173343</cx:pt>
          <cx:pt idx="4218">173347</cx:pt>
          <cx:pt idx="4219">173348</cx:pt>
          <cx:pt idx="4220">173575</cx:pt>
          <cx:pt idx="4221">173581</cx:pt>
          <cx:pt idx="4222">173630</cx:pt>
          <cx:pt idx="4223">173738</cx:pt>
          <cx:pt idx="4224">173797</cx:pt>
          <cx:pt idx="4225">173799</cx:pt>
          <cx:pt idx="4226">173807</cx:pt>
          <cx:pt idx="4227">173965</cx:pt>
          <cx:pt idx="4228">173991</cx:pt>
          <cx:pt idx="4229">173997</cx:pt>
          <cx:pt idx="4230">174031</cx:pt>
          <cx:pt idx="4231">174067</cx:pt>
          <cx:pt idx="4232">174087</cx:pt>
          <cx:pt idx="4233">174123</cx:pt>
          <cx:pt idx="4234">174133</cx:pt>
          <cx:pt idx="4235">174281</cx:pt>
          <cx:pt idx="4236">174300</cx:pt>
          <cx:pt idx="4237">174326</cx:pt>
          <cx:pt idx="4238">174338</cx:pt>
          <cx:pt idx="4239">174362</cx:pt>
          <cx:pt idx="4240">174484</cx:pt>
          <cx:pt idx="4241">174646</cx:pt>
          <cx:pt idx="4242">174646</cx:pt>
          <cx:pt idx="4243">174794</cx:pt>
          <cx:pt idx="4244">174816</cx:pt>
          <cx:pt idx="4245">174859</cx:pt>
          <cx:pt idx="4246">174893</cx:pt>
          <cx:pt idx="4247">174897</cx:pt>
          <cx:pt idx="4248">174932</cx:pt>
          <cx:pt idx="4249">175000</cx:pt>
          <cx:pt idx="4250">175083</cx:pt>
          <cx:pt idx="4251">175136</cx:pt>
          <cx:pt idx="4252">175166</cx:pt>
          <cx:pt idx="4253">175218</cx:pt>
          <cx:pt idx="4254">175241</cx:pt>
          <cx:pt idx="4255">175255</cx:pt>
          <cx:pt idx="4256">175283</cx:pt>
          <cx:pt idx="4257">175309</cx:pt>
          <cx:pt idx="4258">175346</cx:pt>
          <cx:pt idx="4259">175523</cx:pt>
          <cx:pt idx="4260">175523</cx:pt>
          <cx:pt idx="4261">175523</cx:pt>
          <cx:pt idx="4262">175523</cx:pt>
          <cx:pt idx="4263">175523</cx:pt>
          <cx:pt idx="4264">175558</cx:pt>
          <cx:pt idx="4265">175577</cx:pt>
          <cx:pt idx="4266">175620</cx:pt>
          <cx:pt idx="4267">175623</cx:pt>
          <cx:pt idx="4268">175634</cx:pt>
          <cx:pt idx="4269">175679</cx:pt>
          <cx:pt idx="4270">175679</cx:pt>
          <cx:pt idx="4271">175866</cx:pt>
          <cx:pt idx="4272">175867</cx:pt>
          <cx:pt idx="4273">175951</cx:pt>
          <cx:pt idx="4274">175987</cx:pt>
          <cx:pt idx="4275">176046</cx:pt>
          <cx:pt idx="4276">176046</cx:pt>
          <cx:pt idx="4277">176063</cx:pt>
          <cx:pt idx="4278">176317</cx:pt>
          <cx:pt idx="4279">176340</cx:pt>
          <cx:pt idx="4280">176345</cx:pt>
          <cx:pt idx="4281">176351</cx:pt>
          <cx:pt idx="4282">176431</cx:pt>
          <cx:pt idx="4283">176431</cx:pt>
          <cx:pt idx="4284">176483</cx:pt>
          <cx:pt idx="4285">176510</cx:pt>
          <cx:pt idx="4286">176516</cx:pt>
          <cx:pt idx="4287">176530</cx:pt>
          <cx:pt idx="4288">176569</cx:pt>
          <cx:pt idx="4289">176598</cx:pt>
          <cx:pt idx="4290">176598</cx:pt>
          <cx:pt idx="4291">176623</cx:pt>
          <cx:pt idx="4292">176633</cx:pt>
          <cx:pt idx="4293">176647</cx:pt>
          <cx:pt idx="4294">176666</cx:pt>
          <cx:pt idx="4295">176672</cx:pt>
          <cx:pt idx="4296">176729</cx:pt>
          <cx:pt idx="4297">176750</cx:pt>
          <cx:pt idx="4298">176795</cx:pt>
          <cx:pt idx="4299">176835</cx:pt>
          <cx:pt idx="4300">176835</cx:pt>
          <cx:pt idx="4301">176835</cx:pt>
          <cx:pt idx="4302">176951</cx:pt>
          <cx:pt idx="4303">176964</cx:pt>
          <cx:pt idx="4304">176969</cx:pt>
          <cx:pt idx="4305">177125</cx:pt>
          <cx:pt idx="4306">177158</cx:pt>
          <cx:pt idx="4307">177198</cx:pt>
          <cx:pt idx="4308">177198</cx:pt>
          <cx:pt idx="4309">177223</cx:pt>
          <cx:pt idx="4310">177263</cx:pt>
          <cx:pt idx="4311">177333</cx:pt>
          <cx:pt idx="4312">177350</cx:pt>
          <cx:pt idx="4313">177382</cx:pt>
          <cx:pt idx="4314">177570</cx:pt>
          <cx:pt idx="4315">177570</cx:pt>
          <cx:pt idx="4316">177661</cx:pt>
          <cx:pt idx="4317">177909</cx:pt>
          <cx:pt idx="4318">177926</cx:pt>
          <cx:pt idx="4319">177938</cx:pt>
          <cx:pt idx="4320">177964</cx:pt>
          <cx:pt idx="4321">177989</cx:pt>
          <cx:pt idx="4322">177999</cx:pt>
          <cx:pt idx="4323">178058</cx:pt>
          <cx:pt idx="4324">178058</cx:pt>
          <cx:pt idx="4325">178058</cx:pt>
          <cx:pt idx="4326">178058</cx:pt>
          <cx:pt idx="4327">178067</cx:pt>
          <cx:pt idx="4328">178086</cx:pt>
          <cx:pt idx="4329">178143</cx:pt>
          <cx:pt idx="4330">178143</cx:pt>
          <cx:pt idx="4331">178184</cx:pt>
          <cx:pt idx="4332">178212</cx:pt>
          <cx:pt idx="4333">178244</cx:pt>
          <cx:pt idx="4334">178534</cx:pt>
          <cx:pt idx="4335">178538</cx:pt>
          <cx:pt idx="4336">178548</cx:pt>
          <cx:pt idx="4337">178626</cx:pt>
          <cx:pt idx="4338">178683</cx:pt>
          <cx:pt idx="4339">178750</cx:pt>
          <cx:pt idx="4340">178857</cx:pt>
          <cx:pt idx="4341">178972</cx:pt>
          <cx:pt idx="4342">179010</cx:pt>
          <cx:pt idx="4343">179038</cx:pt>
          <cx:pt idx="4344">179254</cx:pt>
          <cx:pt idx="4345">179337</cx:pt>
          <cx:pt idx="4346">179359</cx:pt>
          <cx:pt idx="4347">179456</cx:pt>
          <cx:pt idx="4348">179460</cx:pt>
          <cx:pt idx="4349">179492</cx:pt>
          <cx:pt idx="4350">179501</cx:pt>
          <cx:pt idx="4351">179569</cx:pt>
          <cx:pt idx="4352">179569</cx:pt>
          <cx:pt idx="4353">179665</cx:pt>
          <cx:pt idx="4354">179811</cx:pt>
          <cx:pt idx="4355">179819</cx:pt>
          <cx:pt idx="4356">179864</cx:pt>
          <cx:pt idx="4357">179882</cx:pt>
          <cx:pt idx="4358">179952</cx:pt>
          <cx:pt idx="4359">179983</cx:pt>
          <cx:pt idx="4360">180000</cx:pt>
          <cx:pt idx="4361">180000</cx:pt>
          <cx:pt idx="4362">180024</cx:pt>
          <cx:pt idx="4363">180133</cx:pt>
          <cx:pt idx="4364">180137</cx:pt>
          <cx:pt idx="4365">180200</cx:pt>
          <cx:pt idx="4366">180279</cx:pt>
          <cx:pt idx="4367">180331</cx:pt>
          <cx:pt idx="4368">180332</cx:pt>
          <cx:pt idx="4369">180500</cx:pt>
          <cx:pt idx="4370">180593</cx:pt>
          <cx:pt idx="4371">180683</cx:pt>
          <cx:pt idx="4372">180789</cx:pt>
          <cx:pt idx="4373">180792</cx:pt>
          <cx:pt idx="4374">180866</cx:pt>
          <cx:pt idx="4375">180971</cx:pt>
          <cx:pt idx="4376">181150</cx:pt>
          <cx:pt idx="4377">181186</cx:pt>
          <cx:pt idx="4378">181186</cx:pt>
          <cx:pt idx="4379">181240</cx:pt>
          <cx:pt idx="4380">181240</cx:pt>
          <cx:pt idx="4381">181258</cx:pt>
          <cx:pt idx="4382">181384</cx:pt>
          <cx:pt idx="4383">181397</cx:pt>
          <cx:pt idx="4384">181397</cx:pt>
          <cx:pt idx="4385">181432</cx:pt>
          <cx:pt idx="4386">181484</cx:pt>
          <cx:pt idx="4387">181794</cx:pt>
          <cx:pt idx="4388">181794</cx:pt>
          <cx:pt idx="4389">181800</cx:pt>
          <cx:pt idx="4390">181800</cx:pt>
          <cx:pt idx="4391">181850</cx:pt>
          <cx:pt idx="4392">181905</cx:pt>
          <cx:pt idx="4393">181956</cx:pt>
          <cx:pt idx="4394">181956</cx:pt>
          <cx:pt idx="4395">182157</cx:pt>
          <cx:pt idx="4396">182227</cx:pt>
          <cx:pt idx="4397">182418</cx:pt>
          <cx:pt idx="4398">182461</cx:pt>
          <cx:pt idx="4399">182489</cx:pt>
          <cx:pt idx="4400">182620</cx:pt>
          <cx:pt idx="4401">182639</cx:pt>
          <cx:pt idx="4402">182741</cx:pt>
          <cx:pt idx="4403">182772</cx:pt>
          <cx:pt idx="4404">182798</cx:pt>
          <cx:pt idx="4405">182826</cx:pt>
          <cx:pt idx="4406">182868</cx:pt>
          <cx:pt idx="4407">182875</cx:pt>
          <cx:pt idx="4408">182927</cx:pt>
          <cx:pt idx="4409">183007</cx:pt>
          <cx:pt idx="4410">183055</cx:pt>
          <cx:pt idx="4411">183233</cx:pt>
          <cx:pt idx="4412">183321</cx:pt>
          <cx:pt idx="4413">183323</cx:pt>
          <cx:pt idx="4414">183335</cx:pt>
          <cx:pt idx="4415">183349</cx:pt>
          <cx:pt idx="4416">183358</cx:pt>
          <cx:pt idx="4417">183402</cx:pt>
          <cx:pt idx="4418">183411</cx:pt>
          <cx:pt idx="4419">183539</cx:pt>
          <cx:pt idx="4420">183682</cx:pt>
          <cx:pt idx="4421">183854</cx:pt>
          <cx:pt idx="4422">183870</cx:pt>
          <cx:pt idx="4423">183875</cx:pt>
          <cx:pt idx="4424">184038</cx:pt>
          <cx:pt idx="4425">184051</cx:pt>
          <cx:pt idx="4426">184174</cx:pt>
          <cx:pt idx="4427">184183</cx:pt>
          <cx:pt idx="4428">184203</cx:pt>
          <cx:pt idx="4429">184205</cx:pt>
          <cx:pt idx="4430">184345</cx:pt>
          <cx:pt idx="4431">184413</cx:pt>
          <cx:pt idx="4432">184419</cx:pt>
          <cx:pt idx="4433">184501</cx:pt>
          <cx:pt idx="4434">184594</cx:pt>
          <cx:pt idx="4435">184601</cx:pt>
          <cx:pt idx="4436">184690</cx:pt>
          <cx:pt idx="4437">184866</cx:pt>
          <cx:pt idx="4438">184953</cx:pt>
          <cx:pt idx="4439">184975</cx:pt>
          <cx:pt idx="4440">184990</cx:pt>
          <cx:pt idx="4441">185118</cx:pt>
          <cx:pt idx="4442">185133</cx:pt>
          <cx:pt idx="4443">185265</cx:pt>
          <cx:pt idx="4444">185304</cx:pt>
          <cx:pt idx="4445">185383</cx:pt>
          <cx:pt idx="4446">185547</cx:pt>
          <cx:pt idx="4447">185551</cx:pt>
          <cx:pt idx="4448">185587</cx:pt>
          <cx:pt idx="4449">185608</cx:pt>
          <cx:pt idx="4450">185750</cx:pt>
          <cx:pt idx="4451">185878</cx:pt>
          <cx:pt idx="4452">185898</cx:pt>
          <cx:pt idx="4453">186149</cx:pt>
          <cx:pt idx="4454">186287</cx:pt>
          <cx:pt idx="4455">186365</cx:pt>
          <cx:pt idx="4456">186393</cx:pt>
          <cx:pt idx="4457">186393</cx:pt>
          <cx:pt idx="4458">186422</cx:pt>
          <cx:pt idx="4459">186541</cx:pt>
          <cx:pt idx="4460">186554</cx:pt>
          <cx:pt idx="4461">186669</cx:pt>
          <cx:pt idx="4462">186683</cx:pt>
          <cx:pt idx="4463">186684</cx:pt>
          <cx:pt idx="4464">186749</cx:pt>
          <cx:pt idx="4465">186749</cx:pt>
          <cx:pt idx="4466">186769</cx:pt>
          <cx:pt idx="4467">186822</cx:pt>
          <cx:pt idx="4468">186827</cx:pt>
          <cx:pt idx="4469">186989</cx:pt>
          <cx:pt idx="4470">187005</cx:pt>
          <cx:pt idx="4471">187133</cx:pt>
          <cx:pt idx="4472">187164</cx:pt>
          <cx:pt idx="4473">187173</cx:pt>
          <cx:pt idx="4474">187198</cx:pt>
          <cx:pt idx="4475">187216</cx:pt>
          <cx:pt idx="4476">187224</cx:pt>
          <cx:pt idx="4477">187388</cx:pt>
          <cx:pt idx="4478">187483</cx:pt>
          <cx:pt idx="4479">187524</cx:pt>
          <cx:pt idx="4480">187599</cx:pt>
          <cx:pt idx="4481">187635</cx:pt>
          <cx:pt idx="4482">187722</cx:pt>
          <cx:pt idx="4483">187743</cx:pt>
          <cx:pt idx="4484">187829</cx:pt>
          <cx:pt idx="4485">187895</cx:pt>
          <cx:pt idx="4486">188135</cx:pt>
          <cx:pt idx="4487">188228</cx:pt>
          <cx:pt idx="4488">188330</cx:pt>
          <cx:pt idx="4489">188330</cx:pt>
          <cx:pt idx="4490">188333</cx:pt>
          <cx:pt idx="4491">188333</cx:pt>
          <cx:pt idx="4492">188348</cx:pt>
          <cx:pt idx="4493">188427</cx:pt>
          <cx:pt idx="4494">188446</cx:pt>
          <cx:pt idx="4495">188503</cx:pt>
          <cx:pt idx="4496">188503</cx:pt>
          <cx:pt idx="4497">188649</cx:pt>
          <cx:pt idx="4498">188734</cx:pt>
          <cx:pt idx="4499">188842</cx:pt>
          <cx:pt idx="4500">188845</cx:pt>
          <cx:pt idx="4501">188890</cx:pt>
          <cx:pt idx="4502">188890</cx:pt>
          <cx:pt idx="4503">189112</cx:pt>
          <cx:pt idx="4504">189330</cx:pt>
          <cx:pt idx="4505">189454</cx:pt>
          <cx:pt idx="4506">189454</cx:pt>
          <cx:pt idx="4507">189650</cx:pt>
          <cx:pt idx="4508">189650</cx:pt>
          <cx:pt idx="4509">189832</cx:pt>
          <cx:pt idx="4510">189876</cx:pt>
          <cx:pt idx="4511">189944</cx:pt>
          <cx:pt idx="4512">190003</cx:pt>
          <cx:pt idx="4513">190020</cx:pt>
          <cx:pt idx="4514">190112</cx:pt>
          <cx:pt idx="4515">190374</cx:pt>
          <cx:pt idx="4516">190392</cx:pt>
          <cx:pt idx="4517">190412</cx:pt>
          <cx:pt idx="4518">190443</cx:pt>
          <cx:pt idx="4519">190588</cx:pt>
          <cx:pt idx="4520">190611</cx:pt>
          <cx:pt idx="4521">190883</cx:pt>
          <cx:pt idx="4522">190930</cx:pt>
          <cx:pt idx="4523">191035</cx:pt>
          <cx:pt idx="4524">191035</cx:pt>
          <cx:pt idx="4525">191307</cx:pt>
          <cx:pt idx="4526">191365</cx:pt>
          <cx:pt idx="4527">191386</cx:pt>
          <cx:pt idx="4528">191526</cx:pt>
          <cx:pt idx="4529">191722</cx:pt>
          <cx:pt idx="4530">191786</cx:pt>
          <cx:pt idx="4531">191835</cx:pt>
          <cx:pt idx="4532">191835</cx:pt>
          <cx:pt idx="4533">191865</cx:pt>
          <cx:pt idx="4534">191887</cx:pt>
          <cx:pt idx="4535">191890</cx:pt>
          <cx:pt idx="4536">192009</cx:pt>
          <cx:pt idx="4537">192009</cx:pt>
          <cx:pt idx="4538">192035</cx:pt>
          <cx:pt idx="4539">192193</cx:pt>
          <cx:pt idx="4540">192216</cx:pt>
          <cx:pt idx="4541">192481</cx:pt>
          <cx:pt idx="4542">192481</cx:pt>
          <cx:pt idx="4543">192553</cx:pt>
          <cx:pt idx="4544">192660</cx:pt>
          <cx:pt idx="4545">192676</cx:pt>
          <cx:pt idx="4546">192682</cx:pt>
          <cx:pt idx="4547">192958</cx:pt>
          <cx:pt idx="4548">193177</cx:pt>
          <cx:pt idx="4549">193198</cx:pt>
          <cx:pt idx="4550">193208</cx:pt>
          <cx:pt idx="4551">193293</cx:pt>
          <cx:pt idx="4552">193326</cx:pt>
          <cx:pt idx="4553">193332</cx:pt>
          <cx:pt idx="4554">193376</cx:pt>
          <cx:pt idx="4555">193500</cx:pt>
          <cx:pt idx="4556">193510</cx:pt>
          <cx:pt idx="4557">193566</cx:pt>
          <cx:pt idx="4558">193620</cx:pt>
          <cx:pt idx="4559">193637</cx:pt>
          <cx:pt idx="4560">193727</cx:pt>
          <cx:pt idx="4561">193782</cx:pt>
          <cx:pt idx="4562">193919</cx:pt>
          <cx:pt idx="4563">194006</cx:pt>
          <cx:pt idx="4564">194041</cx:pt>
          <cx:pt idx="4565">194224</cx:pt>
          <cx:pt idx="4566">194269</cx:pt>
          <cx:pt idx="4567">194280</cx:pt>
          <cx:pt idx="4568">194326</cx:pt>
          <cx:pt idx="4569">194396</cx:pt>
          <cx:pt idx="4570">194573</cx:pt>
          <cx:pt idx="4571">194677</cx:pt>
          <cx:pt idx="4572">194738</cx:pt>
          <cx:pt idx="4573">194850</cx:pt>
          <cx:pt idx="4574">194958</cx:pt>
          <cx:pt idx="4575">194984</cx:pt>
          <cx:pt idx="4576">194994</cx:pt>
          <cx:pt idx="4577">195066</cx:pt>
          <cx:pt idx="4578">195066</cx:pt>
          <cx:pt idx="4579">195085</cx:pt>
          <cx:pt idx="4580">195138</cx:pt>
          <cx:pt idx="4581">195216</cx:pt>
          <cx:pt idx="4582">195216</cx:pt>
          <cx:pt idx="4583">195276</cx:pt>
          <cx:pt idx="4584">195316</cx:pt>
          <cx:pt idx="4585">195471</cx:pt>
          <cx:pt idx="4586">195539</cx:pt>
          <cx:pt idx="4587">195539</cx:pt>
          <cx:pt idx="4588">195710</cx:pt>
          <cx:pt idx="4589">195800</cx:pt>
          <cx:pt idx="4590">195868</cx:pt>
          <cx:pt idx="4591">195901</cx:pt>
          <cx:pt idx="4592">195916</cx:pt>
          <cx:pt idx="4593">195965</cx:pt>
          <cx:pt idx="4594">196008</cx:pt>
          <cx:pt idx="4595">196350</cx:pt>
          <cx:pt idx="4596">196350</cx:pt>
          <cx:pt idx="4597">196385</cx:pt>
          <cx:pt idx="4598">196668</cx:pt>
          <cx:pt idx="4599">196700</cx:pt>
          <cx:pt idx="4600">196712</cx:pt>
          <cx:pt idx="4601">196740</cx:pt>
          <cx:pt idx="4602">196868</cx:pt>
          <cx:pt idx="4603">196910</cx:pt>
          <cx:pt idx="4604">196933</cx:pt>
          <cx:pt idx="4605">197006</cx:pt>
          <cx:pt idx="4606">197116</cx:pt>
          <cx:pt idx="4607">197203</cx:pt>
          <cx:pt idx="4608">197215</cx:pt>
          <cx:pt idx="4609">197243</cx:pt>
          <cx:pt idx="4610">197305</cx:pt>
          <cx:pt idx="4611">197465</cx:pt>
          <cx:pt idx="4612">197500</cx:pt>
          <cx:pt idx="4613">197538</cx:pt>
          <cx:pt idx="4614">197775</cx:pt>
          <cx:pt idx="4615">197799</cx:pt>
          <cx:pt idx="4616">197866</cx:pt>
          <cx:pt idx="4617">198031</cx:pt>
          <cx:pt idx="4618">198062</cx:pt>
          <cx:pt idx="4619">198302</cx:pt>
          <cx:pt idx="4620">198390</cx:pt>
          <cx:pt idx="4621">198450</cx:pt>
          <cx:pt idx="4622">198571</cx:pt>
          <cx:pt idx="4623">198605</cx:pt>
          <cx:pt idx="4624">198813</cx:pt>
          <cx:pt idx="4625">198816</cx:pt>
          <cx:pt idx="4626">198874</cx:pt>
          <cx:pt idx="4627">198898</cx:pt>
          <cx:pt idx="4628">198909</cx:pt>
          <cx:pt idx="4629">198999</cx:pt>
          <cx:pt idx="4630">199147</cx:pt>
          <cx:pt idx="4631">199212</cx:pt>
          <cx:pt idx="4632">199257</cx:pt>
          <cx:pt idx="4633">199458</cx:pt>
          <cx:pt idx="4634">199492</cx:pt>
          <cx:pt idx="4635">199581</cx:pt>
          <cx:pt idx="4636">199583</cx:pt>
          <cx:pt idx="4637">199583</cx:pt>
          <cx:pt idx="4638">199619</cx:pt>
          <cx:pt idx="4639">199642</cx:pt>
          <cx:pt idx="4640">199666</cx:pt>
          <cx:pt idx="4641">199896</cx:pt>
          <cx:pt idx="4642">199991</cx:pt>
          <cx:pt idx="4643">200000</cx:pt>
          <cx:pt idx="4644">200000</cx:pt>
          <cx:pt idx="4645">200000</cx:pt>
          <cx:pt idx="4646">200000</cx:pt>
          <cx:pt idx="4647">200000</cx:pt>
          <cx:pt idx="4648">200000</cx:pt>
          <cx:pt idx="4649">200000</cx:pt>
          <cx:pt idx="4650">200000</cx:pt>
          <cx:pt idx="4651">200000</cx:pt>
          <cx:pt idx="4652">200000</cx:pt>
          <cx:pt idx="4653">200000</cx:pt>
          <cx:pt idx="4654">200000</cx:pt>
          <cx:pt idx="4655">200000</cx:pt>
          <cx:pt idx="4656">200002</cx:pt>
          <cx:pt idx="4657">200125</cx:pt>
          <cx:pt idx="4658">200166</cx:pt>
          <cx:pt idx="4659">200199</cx:pt>
          <cx:pt idx="4660">200250</cx:pt>
          <cx:pt idx="4661">200292</cx:pt>
          <cx:pt idx="4662">200360</cx:pt>
          <cx:pt idx="4663">200366</cx:pt>
          <cx:pt idx="4664">200399</cx:pt>
          <cx:pt idx="4665">200420</cx:pt>
          <cx:pt idx="4666">200435</cx:pt>
          <cx:pt idx="4667">200459</cx:pt>
          <cx:pt idx="4668">200540</cx:pt>
          <cx:pt idx="4669">200661</cx:pt>
          <cx:pt idx="4670">200708</cx:pt>
          <cx:pt idx="4671">200774</cx:pt>
          <cx:pt idx="4672">200983</cx:pt>
          <cx:pt idx="4673">201363</cx:pt>
          <cx:pt idx="4674">201384</cx:pt>
          <cx:pt idx="4675">201570</cx:pt>
          <cx:pt idx="4676">201624</cx:pt>
          <cx:pt idx="4677">201660</cx:pt>
          <cx:pt idx="4678">201738</cx:pt>
          <cx:pt idx="4679">202019</cx:pt>
          <cx:pt idx="4680">202120</cx:pt>
          <cx:pt idx="4681">202165</cx:pt>
          <cx:pt idx="4682">202269</cx:pt>
          <cx:pt idx="4683">202284</cx:pt>
          <cx:pt idx="4684">202284</cx:pt>
          <cx:pt idx="4685">202298</cx:pt>
          <cx:pt idx="4686">202308</cx:pt>
          <cx:pt idx="4687">202337</cx:pt>
          <cx:pt idx="4688">202350</cx:pt>
          <cx:pt idx="4689">202381</cx:pt>
          <cx:pt idx="4690">202381</cx:pt>
          <cx:pt idx="4691">202696</cx:pt>
          <cx:pt idx="4692">202750</cx:pt>
          <cx:pt idx="4693">202754</cx:pt>
          <cx:pt idx="4694">202847</cx:pt>
          <cx:pt idx="4695">203170</cx:pt>
          <cx:pt idx="4696">203286</cx:pt>
          <cx:pt idx="4697">203324</cx:pt>
          <cx:pt idx="4698">203331</cx:pt>
          <cx:pt idx="4699">203333</cx:pt>
          <cx:pt idx="4700">203417</cx:pt>
          <cx:pt idx="4701">203455</cx:pt>
          <cx:pt idx="4702">203455</cx:pt>
          <cx:pt idx="4703">203673</cx:pt>
          <cx:pt idx="4704">203743</cx:pt>
          <cx:pt idx="4705">203985</cx:pt>
          <cx:pt idx="4706">204051</cx:pt>
          <cx:pt idx="4707">204114</cx:pt>
          <cx:pt idx="4708">204114</cx:pt>
          <cx:pt idx="4709">204117</cx:pt>
          <cx:pt idx="4710">204166</cx:pt>
          <cx:pt idx="4711">204190</cx:pt>
          <cx:pt idx="4712">204190</cx:pt>
          <cx:pt idx="4713">204190</cx:pt>
          <cx:pt idx="4714">204416</cx:pt>
          <cx:pt idx="4715">204523</cx:pt>
          <cx:pt idx="4716">204536</cx:pt>
          <cx:pt idx="4717">204675</cx:pt>
          <cx:pt idx="4718">204712</cx:pt>
          <cx:pt idx="4719">204849</cx:pt>
          <cx:pt idx="4720">205077</cx:pt>
          <cx:pt idx="4721">205097</cx:pt>
          <cx:pt idx="4722">205190</cx:pt>
          <cx:pt idx="4723">205269</cx:pt>
          <cx:pt idx="4724">205269</cx:pt>
          <cx:pt idx="4725">205434</cx:pt>
          <cx:pt idx="4726">205504</cx:pt>
          <cx:pt idx="4727">205681</cx:pt>
          <cx:pt idx="4728">205696</cx:pt>
          <cx:pt idx="4729">205714</cx:pt>
          <cx:pt idx="4730">205789</cx:pt>
          <cx:pt idx="4731">205797</cx:pt>
          <cx:pt idx="4732">205838</cx:pt>
          <cx:pt idx="4733">205905</cx:pt>
          <cx:pt idx="4734">205976</cx:pt>
          <cx:pt idx="4735">206014</cx:pt>
          <cx:pt idx="4736">206116</cx:pt>
          <cx:pt idx="4737">206187</cx:pt>
          <cx:pt idx="4738">206188</cx:pt>
          <cx:pt idx="4739">206203</cx:pt>
          <cx:pt idx="4740">206211</cx:pt>
          <cx:pt idx="4741">206214</cx:pt>
          <cx:pt idx="4742">206473</cx:pt>
          <cx:pt idx="4743">206497</cx:pt>
          <cx:pt idx="4744">206572</cx:pt>
          <cx:pt idx="4745">206610</cx:pt>
          <cx:pt idx="4746">206633</cx:pt>
          <cx:pt idx="4747">206740</cx:pt>
          <cx:pt idx="4748">206878</cx:pt>
          <cx:pt idx="4749">206971</cx:pt>
          <cx:pt idx="4750">206983</cx:pt>
          <cx:pt idx="4751">207124</cx:pt>
          <cx:pt idx="4752">207167</cx:pt>
          <cx:pt idx="4753">207209</cx:pt>
          <cx:pt idx="4754">207435</cx:pt>
          <cx:pt idx="4755">207484</cx:pt>
          <cx:pt idx="4756">207487</cx:pt>
          <cx:pt idx="4757">207487</cx:pt>
          <cx:pt idx="4758">207516</cx:pt>
          <cx:pt idx="4759">207536</cx:pt>
          <cx:pt idx="4760">207564</cx:pt>
          <cx:pt idx="4761">207594</cx:pt>
          <cx:pt idx="4762">207597</cx:pt>
          <cx:pt idx="4763">207624</cx:pt>
          <cx:pt idx="4764">207688</cx:pt>
          <cx:pt idx="4765">207776</cx:pt>
          <cx:pt idx="4766">207776</cx:pt>
          <cx:pt idx="4767">207841</cx:pt>
          <cx:pt idx="4768">207944</cx:pt>
          <cx:pt idx="4769">208096</cx:pt>
          <cx:pt idx="4770">208131</cx:pt>
          <cx:pt idx="4771">208174</cx:pt>
          <cx:pt idx="4772">208179</cx:pt>
          <cx:pt idx="4773">208246</cx:pt>
          <cx:pt idx="4774">208373</cx:pt>
          <cx:pt idx="4775">208438</cx:pt>
          <cx:pt idx="4776">208461</cx:pt>
          <cx:pt idx="4777">208654</cx:pt>
          <cx:pt idx="4778">208654</cx:pt>
          <cx:pt idx="4779">208654</cx:pt>
          <cx:pt idx="4780">208760</cx:pt>
          <cx:pt idx="4781">208817</cx:pt>
          <cx:pt idx="4782">208824</cx:pt>
          <cx:pt idx="4783">208873</cx:pt>
          <cx:pt idx="4784">208980</cx:pt>
          <cx:pt idx="4785">209102</cx:pt>
          <cx:pt idx="4786">209103</cx:pt>
          <cx:pt idx="4787">209221</cx:pt>
          <cx:pt idx="4788">209298</cx:pt>
          <cx:pt idx="4789">209467</cx:pt>
          <cx:pt idx="4790">209467</cx:pt>
          <cx:pt idx="4791">209708</cx:pt>
          <cx:pt idx="4792">210036</cx:pt>
          <cx:pt idx="4793">210036</cx:pt>
          <cx:pt idx="4794">210066</cx:pt>
          <cx:pt idx="4795">210114</cx:pt>
          <cx:pt idx="4796">210611</cx:pt>
          <cx:pt idx="4797">210611</cx:pt>
          <cx:pt idx="4798">210721</cx:pt>
          <cx:pt idx="4799">210775</cx:pt>
          <cx:pt idx="4800">210865</cx:pt>
          <cx:pt idx="4801">210885</cx:pt>
          <cx:pt idx="4802">210969</cx:pt>
          <cx:pt idx="4803">210980</cx:pt>
          <cx:pt idx="4804">211014</cx:pt>
          <cx:pt idx="4805">211024</cx:pt>
          <cx:pt idx="4806">211034</cx:pt>
          <cx:pt idx="4807">211047</cx:pt>
          <cx:pt idx="4808">211143</cx:pt>
          <cx:pt idx="4809">211183</cx:pt>
          <cx:pt idx="4810">211223</cx:pt>
          <cx:pt idx="4811">211250</cx:pt>
          <cx:pt idx="4812">211319</cx:pt>
          <cx:pt idx="4813">211378</cx:pt>
          <cx:pt idx="4814">211378</cx:pt>
          <cx:pt idx="4815">211429</cx:pt>
          <cx:pt idx="4816">211511</cx:pt>
          <cx:pt idx="4817">211658</cx:pt>
          <cx:pt idx="4818">211658</cx:pt>
          <cx:pt idx="4819">211658</cx:pt>
          <cx:pt idx="4820">211766</cx:pt>
          <cx:pt idx="4821">211986</cx:pt>
          <cx:pt idx="4822">211986</cx:pt>
          <cx:pt idx="4823">211986</cx:pt>
          <cx:pt idx="4824">212036</cx:pt>
          <cx:pt idx="4825">212191</cx:pt>
          <cx:pt idx="4826">212191</cx:pt>
          <cx:pt idx="4827">212191</cx:pt>
          <cx:pt idx="4828">212191</cx:pt>
          <cx:pt idx="4829">212191</cx:pt>
          <cx:pt idx="4830">212191</cx:pt>
          <cx:pt idx="4831">212191</cx:pt>
          <cx:pt idx="4832">212191</cx:pt>
          <cx:pt idx="4833">212191</cx:pt>
          <cx:pt idx="4834">212191</cx:pt>
          <cx:pt idx="4835">212191</cx:pt>
          <cx:pt idx="4836">212191</cx:pt>
          <cx:pt idx="4837">212200</cx:pt>
          <cx:pt idx="4838">212234</cx:pt>
          <cx:pt idx="4839">212433</cx:pt>
          <cx:pt idx="4840">212561</cx:pt>
          <cx:pt idx="4841">212660</cx:pt>
          <cx:pt idx="4842">212857</cx:pt>
          <cx:pt idx="4843">212867</cx:pt>
          <cx:pt idx="4844">212902</cx:pt>
          <cx:pt idx="4845">212969</cx:pt>
          <cx:pt idx="4846">213234</cx:pt>
          <cx:pt idx="4847">213285</cx:pt>
          <cx:pt idx="4848">213322</cx:pt>
          <cx:pt idx="4849">213349</cx:pt>
          <cx:pt idx="4850">213422</cx:pt>
          <cx:pt idx="4851">213440</cx:pt>
          <cx:pt idx="4852">213464</cx:pt>
          <cx:pt idx="4853">213475</cx:pt>
          <cx:pt idx="4854">213878</cx:pt>
          <cx:pt idx="4855">213896</cx:pt>
          <cx:pt idx="4856">213999</cx:pt>
          <cx:pt idx="4857">214003</cx:pt>
          <cx:pt idx="4858">214033</cx:pt>
          <cx:pt idx="4859">214055</cx:pt>
          <cx:pt idx="4860">214293</cx:pt>
          <cx:pt idx="4861">214467</cx:pt>
          <cx:pt idx="4862">214635</cx:pt>
          <cx:pt idx="4863">214741</cx:pt>
          <cx:pt idx="4864">214741</cx:pt>
          <cx:pt idx="4865">215066</cx:pt>
          <cx:pt idx="4866">215382</cx:pt>
          <cx:pt idx="4867">215382</cx:pt>
          <cx:pt idx="4868">215445</cx:pt>
          <cx:pt idx="4869">215497</cx:pt>
          <cx:pt idx="4870">215515</cx:pt>
          <cx:pt idx="4871">215556</cx:pt>
          <cx:pt idx="4872">215558</cx:pt>
          <cx:pt idx="4873">215618</cx:pt>
          <cx:pt idx="4874">215647</cx:pt>
          <cx:pt idx="4875">215671</cx:pt>
          <cx:pt idx="4876">215700</cx:pt>
          <cx:pt idx="4877">215729</cx:pt>
          <cx:pt idx="4878">216000</cx:pt>
          <cx:pt idx="4879">216045</cx:pt>
          <cx:pt idx="4880">216050</cx:pt>
          <cx:pt idx="4881">216342</cx:pt>
          <cx:pt idx="4882">216381</cx:pt>
          <cx:pt idx="4883">216381</cx:pt>
          <cx:pt idx="4884">216393</cx:pt>
          <cx:pt idx="4885">216474</cx:pt>
          <cx:pt idx="4886">216967</cx:pt>
          <cx:pt idx="4887">217150</cx:pt>
          <cx:pt idx="4888">217304</cx:pt>
          <cx:pt idx="4889">217368</cx:pt>
          <cx:pt idx="4890">217428</cx:pt>
          <cx:pt idx="4891">217428</cx:pt>
          <cx:pt idx="4892">217539</cx:pt>
          <cx:pt idx="4893">217616</cx:pt>
          <cx:pt idx="4894">217639</cx:pt>
          <cx:pt idx="4895">217656</cx:pt>
          <cx:pt idx="4896">217671</cx:pt>
          <cx:pt idx="4897">217696</cx:pt>
          <cx:pt idx="4898">217780</cx:pt>
          <cx:pt idx="4899">217845</cx:pt>
          <cx:pt idx="4900">217845</cx:pt>
          <cx:pt idx="4901">217939</cx:pt>
          <cx:pt idx="4902">217939</cx:pt>
          <cx:pt idx="4903">217995</cx:pt>
          <cx:pt idx="4904">218016</cx:pt>
          <cx:pt idx="4905">218506</cx:pt>
          <cx:pt idx="4906">218546</cx:pt>
          <cx:pt idx="4907">218739</cx:pt>
          <cx:pt idx="4908">218888</cx:pt>
          <cx:pt idx="4909">218888</cx:pt>
          <cx:pt idx="4910">219000</cx:pt>
          <cx:pt idx="4911">219000</cx:pt>
          <cx:pt idx="4912">219116</cx:pt>
          <cx:pt idx="4913">219229</cx:pt>
          <cx:pt idx="4914">219366</cx:pt>
          <cx:pt idx="4915">219645</cx:pt>
          <cx:pt idx="4916">219645</cx:pt>
          <cx:pt idx="4917">219675</cx:pt>
          <cx:pt idx="4918">219714</cx:pt>
          <cx:pt idx="4919">219763</cx:pt>
          <cx:pt idx="4920">219770</cx:pt>
          <cx:pt idx="4921">219777</cx:pt>
          <cx:pt idx="4922">219911</cx:pt>
          <cx:pt idx="4923">219932</cx:pt>
          <cx:pt idx="4924">219977</cx:pt>
          <cx:pt idx="4925">220149</cx:pt>
          <cx:pt idx="4926">220263</cx:pt>
          <cx:pt idx="4927">220277</cx:pt>
          <cx:pt idx="4928">220475</cx:pt>
          <cx:pt idx="4929">220599</cx:pt>
          <cx:pt idx="4930">220668</cx:pt>
          <cx:pt idx="4931">220772</cx:pt>
          <cx:pt idx="4932">221270</cx:pt>
          <cx:pt idx="4933">221346</cx:pt>
          <cx:pt idx="4934">221384</cx:pt>
          <cx:pt idx="4935">221441</cx:pt>
          <cx:pt idx="4936">221463</cx:pt>
          <cx:pt idx="4937">221785</cx:pt>
          <cx:pt idx="4938">221792</cx:pt>
          <cx:pt idx="4939">221838</cx:pt>
          <cx:pt idx="4940">222021</cx:pt>
          <cx:pt idx="4941">222028</cx:pt>
          <cx:pt idx="4942">222204</cx:pt>
          <cx:pt idx="4943">222509</cx:pt>
          <cx:pt idx="4944">222509</cx:pt>
          <cx:pt idx="4945">222525</cx:pt>
          <cx:pt idx="4946">222663</cx:pt>
          <cx:pt idx="4947">222677</cx:pt>
          <cx:pt idx="4948">222718</cx:pt>
          <cx:pt idx="4949">222744</cx:pt>
          <cx:pt idx="4950">222910</cx:pt>
          <cx:pt idx="4951">222940</cx:pt>
          <cx:pt idx="4952">222996</cx:pt>
          <cx:pt idx="4953">223383</cx:pt>
          <cx:pt idx="4954">223547</cx:pt>
          <cx:pt idx="4955">223691</cx:pt>
          <cx:pt idx="4956">223767</cx:pt>
          <cx:pt idx="4957">223943</cx:pt>
          <cx:pt idx="4958">223971</cx:pt>
          <cx:pt idx="4959">223979</cx:pt>
          <cx:pt idx="4960">223981</cx:pt>
          <cx:pt idx="4961">224131</cx:pt>
          <cx:pt idx="4962">224154</cx:pt>
          <cx:pt idx="4963">224193</cx:pt>
          <cx:pt idx="4964">224201</cx:pt>
          <cx:pt idx="4965">224218</cx:pt>
          <cx:pt idx="4966">224392</cx:pt>
          <cx:pt idx="4967">224883</cx:pt>
          <cx:pt idx="4968">224994</cx:pt>
          <cx:pt idx="4969">225033</cx:pt>
          <cx:pt idx="4970">225100</cx:pt>
          <cx:pt idx="4971">225119</cx:pt>
          <cx:pt idx="4972">225249</cx:pt>
          <cx:pt idx="4973">225374</cx:pt>
          <cx:pt idx="4974">225585</cx:pt>
          <cx:pt idx="4975">225666</cx:pt>
          <cx:pt idx="4976">225720</cx:pt>
          <cx:pt idx="4977">225978</cx:pt>
          <cx:pt idx="4978">225992</cx:pt>
          <cx:pt idx="4979">225998</cx:pt>
          <cx:pt idx="4980">226135</cx:pt>
          <cx:pt idx="4981">226466</cx:pt>
          <cx:pt idx="4982">226528</cx:pt>
          <cx:pt idx="4983">226641</cx:pt>
          <cx:pt idx="4984">226662</cx:pt>
          <cx:pt idx="4985">226879</cx:pt>
          <cx:pt idx="4986">226911</cx:pt>
          <cx:pt idx="4987">226915</cx:pt>
          <cx:pt idx="4988">227102</cx:pt>
          <cx:pt idx="4989">227132</cx:pt>
          <cx:pt idx="4990">227365</cx:pt>
          <cx:pt idx="4991">227868</cx:pt>
          <cx:pt idx="4992">228033</cx:pt>
          <cx:pt idx="4993">228041</cx:pt>
          <cx:pt idx="4994">228200</cx:pt>
          <cx:pt idx="4995">228250</cx:pt>
          <cx:pt idx="4996">228378</cx:pt>
          <cx:pt idx="4997">228439</cx:pt>
          <cx:pt idx="4998">228491</cx:pt>
          <cx:pt idx="4999">228491</cx:pt>
          <cx:pt idx="5000">228681</cx:pt>
          <cx:pt idx="5001">228838</cx:pt>
          <cx:pt idx="5002">228926</cx:pt>
          <cx:pt idx="5003">228958</cx:pt>
          <cx:pt idx="5004">229243</cx:pt>
          <cx:pt idx="5005">229272</cx:pt>
          <cx:pt idx="5006">229431</cx:pt>
          <cx:pt idx="5007">229506</cx:pt>
          <cx:pt idx="5008">229851</cx:pt>
          <cx:pt idx="5009">230254</cx:pt>
          <cx:pt idx="5010">230385</cx:pt>
          <cx:pt idx="5011">230625</cx:pt>
          <cx:pt idx="5012">230666</cx:pt>
          <cx:pt idx="5013">230840</cx:pt>
          <cx:pt idx="5014">230840</cx:pt>
          <cx:pt idx="5015">230897</cx:pt>
          <cx:pt idx="5016">230908</cx:pt>
          <cx:pt idx="5017">230964</cx:pt>
          <cx:pt idx="5018">231066</cx:pt>
          <cx:pt idx="5019">231331</cx:pt>
          <cx:pt idx="5020">231331</cx:pt>
          <cx:pt idx="5021">231622</cx:pt>
          <cx:pt idx="5022">231794</cx:pt>
          <cx:pt idx="5023">231820</cx:pt>
          <cx:pt idx="5024">231944</cx:pt>
          <cx:pt idx="5025">232150</cx:pt>
          <cx:pt idx="5026">232289</cx:pt>
          <cx:pt idx="5027">232444</cx:pt>
          <cx:pt idx="5028">232483</cx:pt>
          <cx:pt idx="5029">232527</cx:pt>
          <cx:pt idx="5030">232527</cx:pt>
          <cx:pt idx="5031">232746</cx:pt>
          <cx:pt idx="5032">233133</cx:pt>
          <cx:pt idx="5033">233133</cx:pt>
          <cx:pt idx="5034">233188</cx:pt>
          <cx:pt idx="5035">233188</cx:pt>
          <cx:pt idx="5036">233338</cx:pt>
          <cx:pt idx="5037">233600</cx:pt>
          <cx:pt idx="5038">233605</cx:pt>
          <cx:pt idx="5039">233962</cx:pt>
          <cx:pt idx="5040">233962</cx:pt>
          <cx:pt idx="5041">234166</cx:pt>
          <cx:pt idx="5042">234456</cx:pt>
          <cx:pt idx="5043">234456</cx:pt>
          <cx:pt idx="5044">234514</cx:pt>
          <cx:pt idx="5045">234514</cx:pt>
          <cx:pt idx="5046">234526</cx:pt>
          <cx:pt idx="5047">234750</cx:pt>
          <cx:pt idx="5048">234756</cx:pt>
          <cx:pt idx="5049">234833</cx:pt>
          <cx:pt idx="5050">234958</cx:pt>
          <cx:pt idx="5051">235631</cx:pt>
          <cx:pt idx="5052">235718</cx:pt>
          <cx:pt idx="5053">235856</cx:pt>
          <cx:pt idx="5054">235934</cx:pt>
          <cx:pt idx="5055">236086</cx:pt>
          <cx:pt idx="5056">236242</cx:pt>
          <cx:pt idx="5057">236355</cx:pt>
          <cx:pt idx="5058">236387</cx:pt>
          <cx:pt idx="5059">236492</cx:pt>
          <cx:pt idx="5060">236492</cx:pt>
          <cx:pt idx="5061">236492</cx:pt>
          <cx:pt idx="5062">236492</cx:pt>
          <cx:pt idx="5063">236492</cx:pt>
          <cx:pt idx="5064">236492</cx:pt>
          <cx:pt idx="5065">236632</cx:pt>
          <cx:pt idx="5066">236659</cx:pt>
          <cx:pt idx="5067">236682</cx:pt>
          <cx:pt idx="5068">236820</cx:pt>
          <cx:pt idx="5069">236832</cx:pt>
          <cx:pt idx="5070">236832</cx:pt>
          <cx:pt idx="5071">237019</cx:pt>
          <cx:pt idx="5072">237128</cx:pt>
          <cx:pt idx="5073">237132</cx:pt>
          <cx:pt idx="5074">237186</cx:pt>
          <cx:pt idx="5075">237385</cx:pt>
          <cx:pt idx="5076">237413</cx:pt>
          <cx:pt idx="5077">237677</cx:pt>
          <cx:pt idx="5078">237689</cx:pt>
          <cx:pt idx="5079">237799</cx:pt>
          <cx:pt idx="5080">237799</cx:pt>
          <cx:pt idx="5081">237948</cx:pt>
          <cx:pt idx="5082">238333</cx:pt>
          <cx:pt idx="5083">238506</cx:pt>
          <cx:pt idx="5084">238513</cx:pt>
          <cx:pt idx="5085">238558</cx:pt>
          <cx:pt idx="5086">238566</cx:pt>
          <cx:pt idx="5087">238636</cx:pt>
          <cx:pt idx="5088">238663</cx:pt>
          <cx:pt idx="5089">238667</cx:pt>
          <cx:pt idx="5090">238782</cx:pt>
          <cx:pt idx="5091">238814</cx:pt>
          <cx:pt idx="5092">239127</cx:pt>
          <cx:pt idx="5093">239236</cx:pt>
          <cx:pt idx="5094">239244</cx:pt>
          <cx:pt idx="5095">239453</cx:pt>
          <cx:pt idx="5096">239453</cx:pt>
          <cx:pt idx="5097">239528</cx:pt>
          <cx:pt idx="5098">239596</cx:pt>
          <cx:pt idx="5099">239602</cx:pt>
          <cx:pt idx="5100">239602</cx:pt>
          <cx:pt idx="5101">239743</cx:pt>
          <cx:pt idx="5102">239817</cx:pt>
          <cx:pt idx="5103">239972</cx:pt>
          <cx:pt idx="5104">240216</cx:pt>
          <cx:pt idx="5105">240227</cx:pt>
          <cx:pt idx="5106">240263</cx:pt>
          <cx:pt idx="5107">240263</cx:pt>
          <cx:pt idx="5108">240384</cx:pt>
          <cx:pt idx="5109">240625</cx:pt>
          <cx:pt idx="5110">240643</cx:pt>
          <cx:pt idx="5111">240674</cx:pt>
          <cx:pt idx="5112">240794</cx:pt>
          <cx:pt idx="5113">240804</cx:pt>
          <cx:pt idx="5114">241040</cx:pt>
          <cx:pt idx="5115">241110</cx:pt>
          <cx:pt idx="5116">241345</cx:pt>
          <cx:pt idx="5117">241447</cx:pt>
          <cx:pt idx="5118">241718</cx:pt>
          <cx:pt idx="5119">241733</cx:pt>
          <cx:pt idx="5120">241895</cx:pt>
          <cx:pt idx="5121">242033</cx:pt>
          <cx:pt idx="5122">242263</cx:pt>
          <cx:pt idx="5123">242423</cx:pt>
          <cx:pt idx="5124">242513</cx:pt>
          <cx:pt idx="5125">242614</cx:pt>
          <cx:pt idx="5126">242692</cx:pt>
          <cx:pt idx="5127">242846</cx:pt>
          <cx:pt idx="5128">242846</cx:pt>
          <cx:pt idx="5129">242999</cx:pt>
          <cx:pt idx="5130">243034</cx:pt>
          <cx:pt idx="5131">243179</cx:pt>
          <cx:pt idx="5132">243516</cx:pt>
          <cx:pt idx="5133">243744</cx:pt>
          <cx:pt idx="5134">243852</cx:pt>
          <cx:pt idx="5135">243852</cx:pt>
          <cx:pt idx="5136">243866</cx:pt>
          <cx:pt idx="5137">243940</cx:pt>
          <cx:pt idx="5138">243940</cx:pt>
          <cx:pt idx="5139">244023</cx:pt>
          <cx:pt idx="5140">244078</cx:pt>
          <cx:pt idx="5141">244096</cx:pt>
          <cx:pt idx="5142">244245</cx:pt>
          <cx:pt idx="5143">244496</cx:pt>
          <cx:pt idx="5144">244532</cx:pt>
          <cx:pt idx="5145">244668</cx:pt>
          <cx:pt idx="5146">244791</cx:pt>
          <cx:pt idx="5147">245542</cx:pt>
          <cx:pt idx="5148">245616</cx:pt>
          <cx:pt idx="5149">245628</cx:pt>
          <cx:pt idx="5150">245817</cx:pt>
          <cx:pt idx="5151">245831</cx:pt>
          <cx:pt idx="5152">245847</cx:pt>
          <cx:pt idx="5153">246190</cx:pt>
          <cx:pt idx="5154">246190</cx:pt>
          <cx:pt idx="5155">246314</cx:pt>
          <cx:pt idx="5156">246365</cx:pt>
          <cx:pt idx="5157">246365</cx:pt>
          <cx:pt idx="5158">246416</cx:pt>
          <cx:pt idx="5159">246457</cx:pt>
          <cx:pt idx="5160">246503</cx:pt>
          <cx:pt idx="5161">246666</cx:pt>
          <cx:pt idx="5162">246792</cx:pt>
          <cx:pt idx="5163">246813</cx:pt>
          <cx:pt idx="5164">247687</cx:pt>
          <cx:pt idx="5165">247831</cx:pt>
          <cx:pt idx="5166">248137</cx:pt>
          <cx:pt idx="5167">248137</cx:pt>
          <cx:pt idx="5168">248245</cx:pt>
          <cx:pt idx="5169">248281</cx:pt>
          <cx:pt idx="5170">248407</cx:pt>
          <cx:pt idx="5171">248616</cx:pt>
          <cx:pt idx="5172">248616</cx:pt>
          <cx:pt idx="5173">248616</cx:pt>
          <cx:pt idx="5174">249420</cx:pt>
          <cx:pt idx="5175">249614</cx:pt>
          <cx:pt idx="5176">249860</cx:pt>
          <cx:pt idx="5177">250000</cx:pt>
          <cx:pt idx="5178">250003</cx:pt>
          <cx:pt idx="5179">250066</cx:pt>
          <cx:pt idx="5180">250198</cx:pt>
          <cx:pt idx="5181">250566</cx:pt>
          <cx:pt idx="5182">250655</cx:pt>
          <cx:pt idx="5183">250788</cx:pt>
          <cx:pt idx="5184">250900</cx:pt>
          <cx:pt idx="5185">251048</cx:pt>
          <cx:pt idx="5186">251493</cx:pt>
          <cx:pt idx="5187">251493</cx:pt>
          <cx:pt idx="5188">251511</cx:pt>
          <cx:pt idx="5189">251852</cx:pt>
          <cx:pt idx="5190">252357</cx:pt>
          <cx:pt idx="5191">252428</cx:pt>
          <cx:pt idx="5192">252500</cx:pt>
          <cx:pt idx="5193">252507</cx:pt>
          <cx:pt idx="5194">252733</cx:pt>
          <cx:pt idx="5195">252788</cx:pt>
          <cx:pt idx="5196">252788</cx:pt>
          <cx:pt idx="5197">252913</cx:pt>
          <cx:pt idx="5198">253580</cx:pt>
          <cx:pt idx="5199">253602</cx:pt>
          <cx:pt idx="5200">253887</cx:pt>
          <cx:pt idx="5201">253946</cx:pt>
          <cx:pt idx="5202">253949</cx:pt>
          <cx:pt idx="5203">254003</cx:pt>
          <cx:pt idx="5204">254341</cx:pt>
          <cx:pt idx="5205">254341</cx:pt>
          <cx:pt idx="5206">254344</cx:pt>
          <cx:pt idx="5207">254599</cx:pt>
          <cx:pt idx="5208">254718</cx:pt>
          <cx:pt idx="5209">255555</cx:pt>
          <cx:pt idx="5210">255641</cx:pt>
          <cx:pt idx="5211">256170</cx:pt>
          <cx:pt idx="5212">256170</cx:pt>
          <cx:pt idx="5213">256430</cx:pt>
          <cx:pt idx="5214">256439</cx:pt>
          <cx:pt idx="5215">256500</cx:pt>
          <cx:pt idx="5216">256563</cx:pt>
          <cx:pt idx="5217">256723</cx:pt>
          <cx:pt idx="5218">256857</cx:pt>
          <cx:pt idx="5219">257003</cx:pt>
          <cx:pt idx="5220">257057</cx:pt>
          <cx:pt idx="5221">257170</cx:pt>
          <cx:pt idx="5222">257235</cx:pt>
          <cx:pt idx="5223">257235</cx:pt>
          <cx:pt idx="5224">257334</cx:pt>
          <cx:pt idx="5225">257625</cx:pt>
          <cx:pt idx="5226">258080</cx:pt>
          <cx:pt idx="5227">258284</cx:pt>
          <cx:pt idx="5228">258940</cx:pt>
          <cx:pt idx="5229">259660</cx:pt>
          <cx:pt idx="5230">259799</cx:pt>
          <cx:pt idx="5231">259833</cx:pt>
          <cx:pt idx="5232">259999</cx:pt>
          <cx:pt idx="5233">259999</cx:pt>
          <cx:pt idx="5234">260007</cx:pt>
          <cx:pt idx="5235">260012</cx:pt>
          <cx:pt idx="5236">260161</cx:pt>
          <cx:pt idx="5237">261124</cx:pt>
          <cx:pt idx="5238">261124</cx:pt>
          <cx:pt idx="5239">261124</cx:pt>
          <cx:pt idx="5240">261163</cx:pt>
          <cx:pt idx="5241">261163</cx:pt>
          <cx:pt idx="5242">261309</cx:pt>
          <cx:pt idx="5243">261685</cx:pt>
          <cx:pt idx="5244">261685</cx:pt>
          <cx:pt idx="5245">261703</cx:pt>
          <cx:pt idx="5246">262134</cx:pt>
          <cx:pt idx="5247">262298</cx:pt>
          <cx:pt idx="5248">262298</cx:pt>
          <cx:pt idx="5249">262516</cx:pt>
          <cx:pt idx="5250">262688</cx:pt>
          <cx:pt idx="5251">262921</cx:pt>
          <cx:pt idx="5252">262972</cx:pt>
          <cx:pt idx="5253">263048</cx:pt>
          <cx:pt idx="5254">263184</cx:pt>
          <cx:pt idx="5255">263184</cx:pt>
          <cx:pt idx="5256">263253</cx:pt>
          <cx:pt idx="5257">263311</cx:pt>
          <cx:pt idx="5258">263529</cx:pt>
          <cx:pt idx="5259">263529</cx:pt>
          <cx:pt idx="5260">263757</cx:pt>
          <cx:pt idx="5261">264139</cx:pt>
          <cx:pt idx="5262">264680</cx:pt>
          <cx:pt idx="5263">265398</cx:pt>
          <cx:pt idx="5264">265511</cx:pt>
          <cx:pt idx="5265">265511</cx:pt>
          <cx:pt idx="5266">265539</cx:pt>
          <cx:pt idx="5267">266017</cx:pt>
          <cx:pt idx="5268">266017</cx:pt>
          <cx:pt idx="5269">266616</cx:pt>
          <cx:pt idx="5270">266616</cx:pt>
          <cx:pt idx="5271">266664</cx:pt>
          <cx:pt idx="5272">267350</cx:pt>
          <cx:pt idx="5273">267481</cx:pt>
          <cx:pt idx="5274">267516</cx:pt>
          <cx:pt idx="5275">267872</cx:pt>
          <cx:pt idx="5276">267923</cx:pt>
          <cx:pt idx="5277">267935</cx:pt>
          <cx:pt idx="5278">268357</cx:pt>
          <cx:pt idx="5279">268405</cx:pt>
          <cx:pt idx="5280">268405</cx:pt>
          <cx:pt idx="5281">269378</cx:pt>
          <cx:pt idx="5282">269378</cx:pt>
          <cx:pt idx="5283">270000</cx:pt>
          <cx:pt idx="5284">270279</cx:pt>
          <cx:pt idx="5285">270570</cx:pt>
          <cx:pt idx="5286">270698</cx:pt>
          <cx:pt idx="5287">271074</cx:pt>
          <cx:pt idx="5288">271152</cx:pt>
          <cx:pt idx="5289">271152</cx:pt>
          <cx:pt idx="5290">271228</cx:pt>
          <cx:pt idx="5291">271337</cx:pt>
          <cx:pt idx="5292">271383</cx:pt>
          <cx:pt idx="5293">271438</cx:pt>
          <cx:pt idx="5294">271438</cx:pt>
          <cx:pt idx="5295">271460</cx:pt>
          <cx:pt idx="5296">271657</cx:pt>
          <cx:pt idx="5297">272085</cx:pt>
          <cx:pt idx="5298">272245</cx:pt>
          <cx:pt idx="5299">272356</cx:pt>
          <cx:pt idx="5300">272356</cx:pt>
          <cx:pt idx="5301">272590</cx:pt>
          <cx:pt idx="5302">272709</cx:pt>
          <cx:pt idx="5303">273050</cx:pt>
          <cx:pt idx="5304">273187</cx:pt>
          <cx:pt idx="5305">273441</cx:pt>
          <cx:pt idx="5306">273559</cx:pt>
          <cx:pt idx="5307">273737</cx:pt>
          <cx:pt idx="5308">273796</cx:pt>
          <cx:pt idx="5309">274020</cx:pt>
          <cx:pt idx="5310">274020</cx:pt>
          <cx:pt idx="5311">274049</cx:pt>
          <cx:pt idx="5312">274126</cx:pt>
          <cx:pt idx="5313">274126</cx:pt>
          <cx:pt idx="5314">274220</cx:pt>
          <cx:pt idx="5315">274797</cx:pt>
          <cx:pt idx="5316">275183</cx:pt>
          <cx:pt idx="5317">275183</cx:pt>
          <cx:pt idx="5318">275367</cx:pt>
          <cx:pt idx="5319">275431</cx:pt>
          <cx:pt idx="5320">275941</cx:pt>
          <cx:pt idx="5321">276538</cx:pt>
          <cx:pt idx="5322">276946</cx:pt>
          <cx:pt idx="5323">277095</cx:pt>
          <cx:pt idx="5324">277095</cx:pt>
          <cx:pt idx="5325">277535</cx:pt>
          <cx:pt idx="5326">277582</cx:pt>
          <cx:pt idx="5327">277653</cx:pt>
          <cx:pt idx="5328">278059</cx:pt>
          <cx:pt idx="5329">278234</cx:pt>
          <cx:pt idx="5330">278234</cx:pt>
          <cx:pt idx="5331">278269</cx:pt>
          <cx:pt idx="5332">278483</cx:pt>
          <cx:pt idx="5333">278585</cx:pt>
          <cx:pt idx="5334">279440</cx:pt>
          <cx:pt idx="5335">279695</cx:pt>
          <cx:pt idx="5336">279723</cx:pt>
          <cx:pt idx="5337">279983</cx:pt>
          <cx:pt idx="5338">280011</cx:pt>
          <cx:pt idx="5339">280054</cx:pt>
          <cx:pt idx="5340">280266</cx:pt>
          <cx:pt idx="5341">280266</cx:pt>
          <cx:pt idx="5342">280583</cx:pt>
          <cx:pt idx="5343">281008</cx:pt>
          <cx:pt idx="5344">281608</cx:pt>
          <cx:pt idx="5345">281710</cx:pt>
          <cx:pt idx="5346">282305</cx:pt>
          <cx:pt idx="5347">282305</cx:pt>
          <cx:pt idx="5348">282305</cx:pt>
          <cx:pt idx="5349">282305</cx:pt>
          <cx:pt idx="5350">282305</cx:pt>
          <cx:pt idx="5351">282305</cx:pt>
          <cx:pt idx="5352">282555</cx:pt>
          <cx:pt idx="5353">282586</cx:pt>
          <cx:pt idx="5354">282760</cx:pt>
          <cx:pt idx="5355">282778</cx:pt>
          <cx:pt idx="5356">282795</cx:pt>
          <cx:pt idx="5357">282865</cx:pt>
          <cx:pt idx="5358">282991</cx:pt>
          <cx:pt idx="5359">283384</cx:pt>
          <cx:pt idx="5360">284085</cx:pt>
          <cx:pt idx="5361">284332</cx:pt>
          <cx:pt idx="5362">284370</cx:pt>
          <cx:pt idx="5363">285037</cx:pt>
          <cx:pt idx="5364">285373</cx:pt>
          <cx:pt idx="5365">285492</cx:pt>
          <cx:pt idx="5366">285757</cx:pt>
          <cx:pt idx="5367">285778</cx:pt>
          <cx:pt idx="5368">285967</cx:pt>
          <cx:pt idx="5369">286096</cx:pt>
          <cx:pt idx="5370">286275</cx:pt>
          <cx:pt idx="5371">286389</cx:pt>
          <cx:pt idx="5372">286635</cx:pt>
          <cx:pt idx="5373">286635</cx:pt>
          <cx:pt idx="5374">286635</cx:pt>
          <cx:pt idx="5375">287066</cx:pt>
          <cx:pt idx="5376">287760</cx:pt>
          <cx:pt idx="5377">287935</cx:pt>
          <cx:pt idx="5378">288141</cx:pt>
          <cx:pt idx="5379">288141</cx:pt>
          <cx:pt idx="5380">288141</cx:pt>
          <cx:pt idx="5381">288211</cx:pt>
          <cx:pt idx="5382">288623</cx:pt>
          <cx:pt idx="5383">288623</cx:pt>
          <cx:pt idx="5384">288623</cx:pt>
          <cx:pt idx="5385">288653</cx:pt>
          <cx:pt idx="5386">288693</cx:pt>
          <cx:pt idx="5387">288957</cx:pt>
          <cx:pt idx="5388">288957</cx:pt>
          <cx:pt idx="5389">289113</cx:pt>
          <cx:pt idx="5390">289123</cx:pt>
          <cx:pt idx="5391">289785</cx:pt>
          <cx:pt idx="5392">289816</cx:pt>
          <cx:pt idx="5393">289816</cx:pt>
          <cx:pt idx="5394">290000</cx:pt>
          <cx:pt idx="5395">290672</cx:pt>
          <cx:pt idx="5396">290965</cx:pt>
          <cx:pt idx="5397">291383</cx:pt>
          <cx:pt idx="5398">291516</cx:pt>
          <cx:pt idx="5399">291768</cx:pt>
          <cx:pt idx="5400">291782</cx:pt>
          <cx:pt idx="5401">291865</cx:pt>
          <cx:pt idx="5402">292000</cx:pt>
          <cx:pt idx="5403">292262</cx:pt>
          <cx:pt idx="5404">292534</cx:pt>
          <cx:pt idx="5405">292809</cx:pt>
          <cx:pt idx="5406">293902</cx:pt>
          <cx:pt idx="5407">293902</cx:pt>
          <cx:pt idx="5408">294603</cx:pt>
          <cx:pt idx="5409">295193</cx:pt>
          <cx:pt idx="5410">296894</cx:pt>
          <cx:pt idx="5411">297754</cx:pt>
          <cx:pt idx="5412">297760</cx:pt>
          <cx:pt idx="5413">298031</cx:pt>
          <cx:pt idx="5414">298113</cx:pt>
          <cx:pt idx="5415">298548</cx:pt>
          <cx:pt idx="5416">298740</cx:pt>
          <cx:pt idx="5417">299173</cx:pt>
          <cx:pt idx="5418">299173</cx:pt>
          <cx:pt idx="5419">299173</cx:pt>
          <cx:pt idx="5420">299173</cx:pt>
          <cx:pt idx="5421">299173</cx:pt>
          <cx:pt idx="5422">299173</cx:pt>
          <cx:pt idx="5423">299478</cx:pt>
          <cx:pt idx="5424">299625</cx:pt>
          <cx:pt idx="5425">299783</cx:pt>
          <cx:pt idx="5426">299984</cx:pt>
          <cx:pt idx="5427">299984</cx:pt>
          <cx:pt idx="5428">299996</cx:pt>
          <cx:pt idx="5429">300006</cx:pt>
          <cx:pt idx="5430">300006</cx:pt>
          <cx:pt idx="5431">300093</cx:pt>
          <cx:pt idx="5432">300093</cx:pt>
          <cx:pt idx="5433">300132</cx:pt>
          <cx:pt idx="5434">300132</cx:pt>
          <cx:pt idx="5435">300234</cx:pt>
          <cx:pt idx="5436">300325</cx:pt>
          <cx:pt idx="5437">300462</cx:pt>
          <cx:pt idx="5438">300594</cx:pt>
          <cx:pt idx="5439">300876</cx:pt>
          <cx:pt idx="5440">300876</cx:pt>
          <cx:pt idx="5441">301303</cx:pt>
          <cx:pt idx="5442">302229</cx:pt>
          <cx:pt idx="5443">302535</cx:pt>
          <cx:pt idx="5444">302582</cx:pt>
          <cx:pt idx="5445">302688</cx:pt>
          <cx:pt idx="5446">302859</cx:pt>
          <cx:pt idx="5447">302859</cx:pt>
          <cx:pt idx="5448">303166</cx:pt>
          <cx:pt idx="5449">303202</cx:pt>
          <cx:pt idx="5450">303318</cx:pt>
          <cx:pt idx="5451">304339</cx:pt>
          <cx:pt idx="5452">304505</cx:pt>
          <cx:pt idx="5453">304599</cx:pt>
          <cx:pt idx="5454">304684</cx:pt>
          <cx:pt idx="5455">304869</cx:pt>
          <cx:pt idx="5456">304958</cx:pt>
          <cx:pt idx="5457">305400</cx:pt>
          <cx:pt idx="5458">305400</cx:pt>
          <cx:pt idx="5459">305702</cx:pt>
          <cx:pt idx="5460">305948</cx:pt>
          <cx:pt idx="5461">306399</cx:pt>
          <cx:pt idx="5462">306732</cx:pt>
          <cx:pt idx="5463">306930</cx:pt>
          <cx:pt idx="5464">306963</cx:pt>
          <cx:pt idx="5465">306963</cx:pt>
          <cx:pt idx="5466">307053</cx:pt>
          <cx:pt idx="5467">307227</cx:pt>
          <cx:pt idx="5468">307514</cx:pt>
          <cx:pt idx="5469">307647</cx:pt>
          <cx:pt idx="5470">307674</cx:pt>
          <cx:pt idx="5471">308017</cx:pt>
          <cx:pt idx="5472">308154</cx:pt>
          <cx:pt idx="5473">308203</cx:pt>
          <cx:pt idx="5474">308357</cx:pt>
          <cx:pt idx="5475">308357</cx:pt>
          <cx:pt idx="5476">308718</cx:pt>
          <cx:pt idx="5477">309041</cx:pt>
          <cx:pt idx="5478">309041</cx:pt>
          <cx:pt idx="5479">309235</cx:pt>
          <cx:pt idx="5480">309913</cx:pt>
          <cx:pt idx="5481">310090</cx:pt>
          <cx:pt idx="5482">310293</cx:pt>
          <cx:pt idx="5483">310324</cx:pt>
          <cx:pt idx="5484">310407</cx:pt>
          <cx:pt idx="5485">310446</cx:pt>
          <cx:pt idx="5486">310873</cx:pt>
          <cx:pt idx="5487">311110</cx:pt>
          <cx:pt idx="5488">311110</cx:pt>
          <cx:pt idx="5489">311278</cx:pt>
          <cx:pt idx="5490">311682</cx:pt>
          <cx:pt idx="5491">312329</cx:pt>
          <cx:pt idx="5492">312329</cx:pt>
          <cx:pt idx="5493">312839</cx:pt>
          <cx:pt idx="5494">312839</cx:pt>
          <cx:pt idx="5495">313028</cx:pt>
          <cx:pt idx="5496">313034</cx:pt>
          <cx:pt idx="5497">313142</cx:pt>
          <cx:pt idx="5498">313142</cx:pt>
          <cx:pt idx="5499">313563</cx:pt>
          <cx:pt idx="5500">313886</cx:pt>
          <cx:pt idx="5501">313903</cx:pt>
          <cx:pt idx="5502">313955</cx:pt>
          <cx:pt idx="5503">314322</cx:pt>
          <cx:pt idx="5504">314555</cx:pt>
          <cx:pt idx="5505">314555</cx:pt>
          <cx:pt idx="5506">314628</cx:pt>
          <cx:pt idx="5507">314671</cx:pt>
          <cx:pt idx="5508">314864</cx:pt>
          <cx:pt idx="5509">314864</cx:pt>
          <cx:pt idx="5510">315157</cx:pt>
          <cx:pt idx="5511">315157</cx:pt>
          <cx:pt idx="5512">315230</cx:pt>
          <cx:pt idx="5513">315338</cx:pt>
          <cx:pt idx="5514">315674</cx:pt>
          <cx:pt idx="5515">315833</cx:pt>
          <cx:pt idx="5516">315833</cx:pt>
          <cx:pt idx="5517">315859</cx:pt>
          <cx:pt idx="5518">315956</cx:pt>
          <cx:pt idx="5519">316855</cx:pt>
          <cx:pt idx="5520">317004</cx:pt>
          <cx:pt idx="5521">317236</cx:pt>
          <cx:pt idx="5522">317286</cx:pt>
          <cx:pt idx="5523">317286</cx:pt>
          <cx:pt idx="5524">317487</cx:pt>
          <cx:pt idx="5525">317991</cx:pt>
          <cx:pt idx="5526">318227</cx:pt>
          <cx:pt idx="5527">318413</cx:pt>
          <cx:pt idx="5528">318481</cx:pt>
          <cx:pt idx="5529">318790</cx:pt>
          <cx:pt idx="5530">319420</cx:pt>
          <cx:pt idx="5531">319420</cx:pt>
          <cx:pt idx="5532">319485</cx:pt>
          <cx:pt idx="5533">319706</cx:pt>
          <cx:pt idx="5534">319956</cx:pt>
          <cx:pt idx="5535">320209</cx:pt>
          <cx:pt idx="5536">320232</cx:pt>
          <cx:pt idx="5537">320664</cx:pt>
          <cx:pt idx="5538">320844</cx:pt>
          <cx:pt idx="5539">320925</cx:pt>
          <cx:pt idx="5540">321420</cx:pt>
          <cx:pt idx="5541">321527</cx:pt>
          <cx:pt idx="5542">321560</cx:pt>
          <cx:pt idx="5543">321946</cx:pt>
          <cx:pt idx="5544">322091</cx:pt>
          <cx:pt idx="5545">322126</cx:pt>
          <cx:pt idx="5546">322609</cx:pt>
          <cx:pt idx="5547">322722</cx:pt>
          <cx:pt idx="5548">322863</cx:pt>
          <cx:pt idx="5549">324597</cx:pt>
          <cx:pt idx="5550">324767</cx:pt>
          <cx:pt idx="5551">326407</cx:pt>
          <cx:pt idx="5552">326491</cx:pt>
          <cx:pt idx="5553">326491</cx:pt>
          <cx:pt idx="5554">326809</cx:pt>
          <cx:pt idx="5555">328035</cx:pt>
          <cx:pt idx="5556">328666</cx:pt>
          <cx:pt idx="5557">328666</cx:pt>
          <cx:pt idx="5558">328801</cx:pt>
          <cx:pt idx="5559">329084</cx:pt>
          <cx:pt idx="5560">329474</cx:pt>
          <cx:pt idx="5561">329695</cx:pt>
          <cx:pt idx="5562">329815</cx:pt>
          <cx:pt idx="5563">329815</cx:pt>
          <cx:pt idx="5564">330002</cx:pt>
          <cx:pt idx="5565">330277</cx:pt>
          <cx:pt idx="5566">330406</cx:pt>
          <cx:pt idx="5567">330406</cx:pt>
          <cx:pt idx="5568">330587</cx:pt>
          <cx:pt idx="5569">330587</cx:pt>
          <cx:pt idx="5570">331525</cx:pt>
          <cx:pt idx="5571">332046</cx:pt>
          <cx:pt idx="5572">332954</cx:pt>
          <cx:pt idx="5573">333117</cx:pt>
          <cx:pt idx="5574">333155</cx:pt>
          <cx:pt idx="5575">333472</cx:pt>
          <cx:pt idx="5576">333472</cx:pt>
          <cx:pt idx="5577">335013</cx:pt>
          <cx:pt idx="5578">335074</cx:pt>
          <cx:pt idx="5579">335166</cx:pt>
          <cx:pt idx="5580">335166</cx:pt>
          <cx:pt idx="5581">335184</cx:pt>
          <cx:pt idx="5582">335427</cx:pt>
          <cx:pt idx="5583">335680</cx:pt>
          <cx:pt idx="5584">335981</cx:pt>
          <cx:pt idx="5585">336437</cx:pt>
          <cx:pt idx="5586">336437</cx:pt>
          <cx:pt idx="5587">337187</cx:pt>
          <cx:pt idx="5588">337187</cx:pt>
          <cx:pt idx="5589">337858</cx:pt>
          <cx:pt idx="5590">337868</cx:pt>
          <cx:pt idx="5591">338178</cx:pt>
          <cx:pt idx="5592">338993</cx:pt>
          <cx:pt idx="5593">339789</cx:pt>
          <cx:pt idx="5594">339816</cx:pt>
          <cx:pt idx="5595">340030</cx:pt>
          <cx:pt idx="5596">340030</cx:pt>
          <cx:pt idx="5597">340049</cx:pt>
          <cx:pt idx="5598">340125</cx:pt>
          <cx:pt idx="5599">340125</cx:pt>
          <cx:pt idx="5600">340466</cx:pt>
          <cx:pt idx="5601">340607</cx:pt>
          <cx:pt idx="5602">340638</cx:pt>
          <cx:pt idx="5603">341550</cx:pt>
          <cx:pt idx="5604">341550</cx:pt>
          <cx:pt idx="5605">342149</cx:pt>
          <cx:pt idx="5606">342149</cx:pt>
          <cx:pt idx="5607">342161</cx:pt>
          <cx:pt idx="5608">342161</cx:pt>
          <cx:pt idx="5609">343033</cx:pt>
          <cx:pt idx="5610">343287</cx:pt>
          <cx:pt idx="5611">343287</cx:pt>
          <cx:pt idx="5612">343550</cx:pt>
          <cx:pt idx="5613">343673</cx:pt>
          <cx:pt idx="5614">343903</cx:pt>
          <cx:pt idx="5615">344300</cx:pt>
          <cx:pt idx="5616">344464</cx:pt>
          <cx:pt idx="5617">344464</cx:pt>
          <cx:pt idx="5618">344782</cx:pt>
          <cx:pt idx="5619">345300</cx:pt>
          <cx:pt idx="5620">345843</cx:pt>
          <cx:pt idx="5621">347616</cx:pt>
          <cx:pt idx="5622">347805</cx:pt>
          <cx:pt idx="5623">347805</cx:pt>
          <cx:pt idx="5624">347938</cx:pt>
          <cx:pt idx="5625">347963</cx:pt>
          <cx:pt idx="5626">348288</cx:pt>
          <cx:pt idx="5627">348307</cx:pt>
          <cx:pt idx="5628">348307</cx:pt>
          <cx:pt idx="5629">348898</cx:pt>
          <cx:pt idx="5630">349132</cx:pt>
          <cx:pt idx="5631">349132</cx:pt>
          <cx:pt idx="5632">349314</cx:pt>
          <cx:pt idx="5633">349663</cx:pt>
          <cx:pt idx="5634">350272</cx:pt>
          <cx:pt idx="5635">350877</cx:pt>
          <cx:pt idx="5636">351116</cx:pt>
          <cx:pt idx="5637">351116</cx:pt>
          <cx:pt idx="5638">352722</cx:pt>
          <cx:pt idx="5639">352722</cx:pt>
          <cx:pt idx="5640">353113</cx:pt>
          <cx:pt idx="5641">353767</cx:pt>
          <cx:pt idx="5642">353767</cx:pt>
          <cx:pt idx="5643">354141</cx:pt>
          <cx:pt idx="5644">354141</cx:pt>
          <cx:pt idx="5645">354141</cx:pt>
          <cx:pt idx="5646">354277</cx:pt>
          <cx:pt idx="5647">354760</cx:pt>
          <cx:pt idx="5648">354760</cx:pt>
          <cx:pt idx="5649">355112</cx:pt>
          <cx:pt idx="5650">355112</cx:pt>
          <cx:pt idx="5651">355620</cx:pt>
          <cx:pt idx="5652">355620</cx:pt>
          <cx:pt idx="5653">355775</cx:pt>
          <cx:pt idx="5654">356058</cx:pt>
          <cx:pt idx="5655">356181</cx:pt>
          <cx:pt idx="5656">356181</cx:pt>
          <cx:pt idx="5657">356716</cx:pt>
          <cx:pt idx="5658">356716</cx:pt>
          <cx:pt idx="5659">357277</cx:pt>
          <cx:pt idx="5660">357277</cx:pt>
          <cx:pt idx="5661">357478</cx:pt>
          <cx:pt idx="5662">358429</cx:pt>
          <cx:pt idx="5663">359534</cx:pt>
          <cx:pt idx="5664">360179</cx:pt>
          <cx:pt idx="5665">360828</cx:pt>
          <cx:pt idx="5666">360828</cx:pt>
          <cx:pt idx="5667">361129</cx:pt>
          <cx:pt idx="5668">361129</cx:pt>
          <cx:pt idx="5669">361239</cx:pt>
          <cx:pt idx="5670">363599</cx:pt>
          <cx:pt idx="5671">363960</cx:pt>
          <cx:pt idx="5672">363960</cx:pt>
          <cx:pt idx="5673">364337</cx:pt>
          <cx:pt idx="5674">364346</cx:pt>
          <cx:pt idx="5675">365866</cx:pt>
          <cx:pt idx="5676">366367</cx:pt>
          <cx:pt idx="5677">366367</cx:pt>
          <cx:pt idx="5678">367062</cx:pt>
          <cx:pt idx="5679">367585</cx:pt>
          <cx:pt idx="5680">368464</cx:pt>
          <cx:pt idx="5681">368761</cx:pt>
          <cx:pt idx="5682">368816</cx:pt>
          <cx:pt idx="5683">369157</cx:pt>
          <cx:pt idx="5684">370745</cx:pt>
          <cx:pt idx="5685">370745</cx:pt>
          <cx:pt idx="5686">372603</cx:pt>
          <cx:pt idx="5687">373434</cx:pt>
          <cx:pt idx="5688">373927</cx:pt>
          <cx:pt idx="5689">376215</cx:pt>
          <cx:pt idx="5690">376790</cx:pt>
          <cx:pt idx="5691">376894</cx:pt>
          <cx:pt idx="5692">378894</cx:pt>
          <cx:pt idx="5693">378894</cx:pt>
          <cx:pt idx="5694">379036</cx:pt>
          <cx:pt idx="5695">379306</cx:pt>
          <cx:pt idx="5696">379306</cx:pt>
          <cx:pt idx="5697">379660</cx:pt>
          <cx:pt idx="5698">380192</cx:pt>
          <cx:pt idx="5699">380586</cx:pt>
          <cx:pt idx="5700">381006</cx:pt>
          <cx:pt idx="5701">381123</cx:pt>
          <cx:pt idx="5702">381123</cx:pt>
          <cx:pt idx="5703">382970</cx:pt>
          <cx:pt idx="5704">383242</cx:pt>
          <cx:pt idx="5705">384097</cx:pt>
          <cx:pt idx="5706">384282</cx:pt>
          <cx:pt idx="5707">384282</cx:pt>
          <cx:pt idx="5708">384677</cx:pt>
          <cx:pt idx="5709">385329</cx:pt>
          <cx:pt idx="5710">386189</cx:pt>
          <cx:pt idx="5711">387742</cx:pt>
          <cx:pt idx="5712">388064</cx:pt>
          <cx:pt idx="5713">388064</cx:pt>
          <cx:pt idx="5714">388234</cx:pt>
          <cx:pt idx="5715">389442</cx:pt>
          <cx:pt idx="5716">389442</cx:pt>
          <cx:pt idx="5717">389451</cx:pt>
          <cx:pt idx="5718">389693</cx:pt>
          <cx:pt idx="5719">389693</cx:pt>
          <cx:pt idx="5720">390688</cx:pt>
          <cx:pt idx="5721">391396</cx:pt>
          <cx:pt idx="5722">391396</cx:pt>
          <cx:pt idx="5723">391991</cx:pt>
          <cx:pt idx="5724">392497</cx:pt>
          <cx:pt idx="5725">393421</cx:pt>
          <cx:pt idx="5726">393683</cx:pt>
          <cx:pt idx="5727">394971</cx:pt>
          <cx:pt idx="5728">396695</cx:pt>
          <cx:pt idx="5729">396695</cx:pt>
          <cx:pt idx="5730">397148</cx:pt>
          <cx:pt idx="5731">397587</cx:pt>
          <cx:pt idx="5732">397587</cx:pt>
          <cx:pt idx="5733">398969</cx:pt>
          <cx:pt idx="5734">398969</cx:pt>
          <cx:pt idx="5735">399038</cx:pt>
          <cx:pt idx="5736">399945</cx:pt>
          <cx:pt idx="5737">399978</cx:pt>
          <cx:pt idx="5738">399978</cx:pt>
          <cx:pt idx="5739">400458</cx:pt>
          <cx:pt idx="5740">400706</cx:pt>
          <cx:pt idx="5741">401298</cx:pt>
          <cx:pt idx="5742">401298</cx:pt>
          <cx:pt idx="5743">401737</cx:pt>
          <cx:pt idx="5744">402121</cx:pt>
          <cx:pt idx="5745">402758</cx:pt>
          <cx:pt idx="5746">403168</cx:pt>
          <cx:pt idx="5747">403262</cx:pt>
          <cx:pt idx="5748">403668</cx:pt>
          <cx:pt idx="5749">403711</cx:pt>
          <cx:pt idx="5750">403711</cx:pt>
          <cx:pt idx="5751">404199</cx:pt>
          <cx:pt idx="5752">404670</cx:pt>
          <cx:pt idx="5753">405465</cx:pt>
          <cx:pt idx="5754">405465</cx:pt>
          <cx:pt idx="5755">408596</cx:pt>
          <cx:pt idx="5756">408892</cx:pt>
          <cx:pt idx="5757">409541</cx:pt>
          <cx:pt idx="5758">410200</cx:pt>
          <cx:pt idx="5759">410200</cx:pt>
          <cx:pt idx="5760">410200</cx:pt>
          <cx:pt idx="5761">411245</cx:pt>
          <cx:pt idx="5762">412163</cx:pt>
          <cx:pt idx="5763">412166</cx:pt>
          <cx:pt idx="5764">413601</cx:pt>
          <cx:pt idx="5765">413700</cx:pt>
          <cx:pt idx="5766">414027</cx:pt>
          <cx:pt idx="5767">414546</cx:pt>
          <cx:pt idx="5768">414788</cx:pt>
          <cx:pt idx="5769">414886</cx:pt>
          <cx:pt idx="5770">416720</cx:pt>
          <cx:pt idx="5771">416720</cx:pt>
          <cx:pt idx="5772">417516</cx:pt>
          <cx:pt idx="5773">417671</cx:pt>
          <cx:pt idx="5774">417671</cx:pt>
          <cx:pt idx="5775">418433</cx:pt>
          <cx:pt idx="5776">418922</cx:pt>
          <cx:pt idx="5777">419428</cx:pt>
          <cx:pt idx="5778">420166</cx:pt>
          <cx:pt idx="5779">420469</cx:pt>
          <cx:pt idx="5780">420469</cx:pt>
          <cx:pt idx="5781">420603</cx:pt>
          <cx:pt idx="5782">420603</cx:pt>
          <cx:pt idx="5783">421010</cx:pt>
          <cx:pt idx="5784">421010</cx:pt>
          <cx:pt idx="5785">421528</cx:pt>
          <cx:pt idx="5786">422146</cx:pt>
          <cx:pt idx="5787">424697</cx:pt>
          <cx:pt idx="5788">424697</cx:pt>
          <cx:pt idx="5789">425309</cx:pt>
          <cx:pt idx="5790">426740</cx:pt>
          <cx:pt idx="5791">431807</cx:pt>
          <cx:pt idx="5792">432874</cx:pt>
          <cx:pt idx="5793">433056</cx:pt>
          <cx:pt idx="5794">433410</cx:pt>
          <cx:pt idx="5795">433783</cx:pt>
          <cx:pt idx="5796">433783</cx:pt>
          <cx:pt idx="5797">434010</cx:pt>
          <cx:pt idx="5798">438506</cx:pt>
          <cx:pt idx="5799">439207</cx:pt>
          <cx:pt idx="5800">439207</cx:pt>
          <cx:pt idx="5801">439941</cx:pt>
          <cx:pt idx="5802">440213</cx:pt>
          <cx:pt idx="5803">443622</cx:pt>
          <cx:pt idx="5804">443622</cx:pt>
          <cx:pt idx="5805">444383</cx:pt>
          <cx:pt idx="5806">444383</cx:pt>
          <cx:pt idx="5807">445347</cx:pt>
          <cx:pt idx="5808">445347</cx:pt>
          <cx:pt idx="5809">445407</cx:pt>
          <cx:pt idx="5810">446250</cx:pt>
          <cx:pt idx="5811">447792</cx:pt>
          <cx:pt idx="5812">447881</cx:pt>
          <cx:pt idx="5813">447881</cx:pt>
          <cx:pt idx="5814">448098</cx:pt>
          <cx:pt idx="5815">452999</cx:pt>
          <cx:pt idx="5816">452999</cx:pt>
          <cx:pt idx="5817">452999</cx:pt>
          <cx:pt idx="5818">452999</cx:pt>
          <cx:pt idx="5819">453217</cx:pt>
          <cx:pt idx="5820">453217</cx:pt>
          <cx:pt idx="5821">454062</cx:pt>
          <cx:pt idx="5822">454062</cx:pt>
          <cx:pt idx="5823">457352</cx:pt>
          <cx:pt idx="5824">459333</cx:pt>
          <cx:pt idx="5825">459333</cx:pt>
          <cx:pt idx="5826">460302</cx:pt>
          <cx:pt idx="5827">461857</cx:pt>
          <cx:pt idx="5828">461857</cx:pt>
          <cx:pt idx="5829">462122</cx:pt>
          <cx:pt idx="5830">462122</cx:pt>
          <cx:pt idx="5831">466955</cx:pt>
          <cx:pt idx="5832">466955</cx:pt>
          <cx:pt idx="5833">469076</cx:pt>
          <cx:pt idx="5834">469076</cx:pt>
          <cx:pt idx="5835">470160</cx:pt>
          <cx:pt idx="5836">470917</cx:pt>
          <cx:pt idx="5837">470917</cx:pt>
          <cx:pt idx="5838">471863</cx:pt>
          <cx:pt idx="5839">473119</cx:pt>
          <cx:pt idx="5840">474515</cx:pt>
          <cx:pt idx="5841">474515</cx:pt>
          <cx:pt idx="5842">475645</cx:pt>
          <cx:pt idx="5843">475645</cx:pt>
          <cx:pt idx="5844">477069</cx:pt>
          <cx:pt idx="5845">478962</cx:pt>
          <cx:pt idx="5846">481339</cx:pt>
          <cx:pt idx="5847">481339</cx:pt>
          <cx:pt idx="5848">482743</cx:pt>
          <cx:pt idx="5849">482743</cx:pt>
          <cx:pt idx="5850">485142</cx:pt>
          <cx:pt idx="5851">485142</cx:pt>
          <cx:pt idx="5852">487641</cx:pt>
          <cx:pt idx="5853">489445</cx:pt>
          <cx:pt idx="5854">491207</cx:pt>
          <cx:pt idx="5855">492409</cx:pt>
          <cx:pt idx="5856">493546</cx:pt>
          <cx:pt idx="5857">496840</cx:pt>
          <cx:pt idx="5858">499245</cx:pt>
          <cx:pt idx="5859">503973</cx:pt>
          <cx:pt idx="5860">503973</cx:pt>
          <cx:pt idx="5861">506465</cx:pt>
          <cx:pt idx="5862">506465</cx:pt>
          <cx:pt idx="5863">507188</cx:pt>
          <cx:pt idx="5864">511484</cx:pt>
          <cx:pt idx="5865">512664</cx:pt>
          <cx:pt idx="5866">512664</cx:pt>
          <cx:pt idx="5867">517302</cx:pt>
          <cx:pt idx="5868">518416</cx:pt>
          <cx:pt idx="5869">522257</cx:pt>
          <cx:pt idx="5870">527999</cx:pt>
          <cx:pt idx="5871">527999</cx:pt>
          <cx:pt idx="5872">529062</cx:pt>
          <cx:pt idx="5873">529103</cx:pt>
          <cx:pt idx="5874">529538</cx:pt>
          <cx:pt idx="5875">529538</cx:pt>
          <cx:pt idx="5876">532626</cx:pt>
          <cx:pt idx="5877">532626</cx:pt>
          <cx:pt idx="5878">535088</cx:pt>
          <cx:pt idx="5879">539066</cx:pt>
          <cx:pt idx="5880">540781</cx:pt>
          <cx:pt idx="5881">542436</cx:pt>
          <cx:pt idx="5882">544979</cx:pt>
          <cx:pt idx="5883">545891</cx:pt>
          <cx:pt idx="5884">560778</cx:pt>
          <cx:pt idx="5885">569147</cx:pt>
          <cx:pt idx="5886">569147</cx:pt>
          <cx:pt idx="5887">570732</cx:pt>
          <cx:pt idx="5888">570732</cx:pt>
          <cx:pt idx="5889">573653</cx:pt>
          <cx:pt idx="5890">573653</cx:pt>
          <cx:pt idx="5891">574953</cx:pt>
          <cx:pt idx="5892">580758</cx:pt>
          <cx:pt idx="5893">581943</cx:pt>
          <cx:pt idx="5894">581943</cx:pt>
          <cx:pt idx="5895">581943</cx:pt>
          <cx:pt idx="5896">583185</cx:pt>
          <cx:pt idx="5897">583185</cx:pt>
          <cx:pt idx="5898">584217</cx:pt>
          <cx:pt idx="5899">590257</cx:pt>
          <cx:pt idx="5900">590257</cx:pt>
          <cx:pt idx="5901">596210</cx:pt>
          <cx:pt idx="5902">605871</cx:pt>
          <cx:pt idx="5903">608652</cx:pt>
          <cx:pt idx="5904">610828</cx:pt>
          <cx:pt idx="5905">610828</cx:pt>
          <cx:pt idx="5906">610828</cx:pt>
          <cx:pt idx="5907">610828</cx:pt>
          <cx:pt idx="5908">617244</cx:pt>
          <cx:pt idx="5909">618682</cx:pt>
          <cx:pt idx="5910">618682</cx:pt>
          <cx:pt idx="5911">619276</cx:pt>
          <cx:pt idx="5912">619276</cx:pt>
          <cx:pt idx="5913">619283</cx:pt>
          <cx:pt idx="5914">619283</cx:pt>
          <cx:pt idx="5915">636427</cx:pt>
          <cx:pt idx="5916">636427</cx:pt>
          <cx:pt idx="5917">639101</cx:pt>
          <cx:pt idx="5918">639499</cx:pt>
          <cx:pt idx="5919">639499</cx:pt>
          <cx:pt idx="5920">643741</cx:pt>
          <cx:pt idx="5921">647783</cx:pt>
          <cx:pt idx="5922">649929</cx:pt>
          <cx:pt idx="5923">655735</cx:pt>
          <cx:pt idx="5924">656098</cx:pt>
          <cx:pt idx="5925">656098</cx:pt>
          <cx:pt idx="5926">656098</cx:pt>
          <cx:pt idx="5927">656098</cx:pt>
          <cx:pt idx="5928">657874</cx:pt>
          <cx:pt idx="5929">678494</cx:pt>
          <cx:pt idx="5930">678494</cx:pt>
          <cx:pt idx="5931">680397</cx:pt>
          <cx:pt idx="5932">680669</cx:pt>
          <cx:pt idx="5933">680669</cx:pt>
          <cx:pt idx="5934">694926</cx:pt>
          <cx:pt idx="5935">699096</cx:pt>
          <cx:pt idx="5936">699096</cx:pt>
          <cx:pt idx="5937">706581</cx:pt>
          <cx:pt idx="5938">719623</cx:pt>
          <cx:pt idx="5939">732666</cx:pt>
          <cx:pt idx="5940">732666</cx:pt>
          <cx:pt idx="5941">764213</cx:pt>
          <cx:pt idx="5942">766337</cx:pt>
          <cx:pt idx="5943">769449</cx:pt>
          <cx:pt idx="5944">769449</cx:pt>
          <cx:pt idx="5945">776282</cx:pt>
          <cx:pt idx="5946">804005</cx:pt>
          <cx:pt idx="5947">865497</cx:pt>
          <cx:pt idx="5948">887879</cx:pt>
          <cx:pt idx="5949">887879</cx:pt>
          <cx:pt idx="5950">941716</cx:pt>
          <cx:pt idx="5951">941716</cx:pt>
          <cx:pt idx="5952">1096214</cx:pt>
          <cx:pt idx="5953">1234169</cx:pt>
          <cx:pt idx="5954">1234169</cx:pt>
          <cx:pt idx="5955">1617278</cx:pt>
          <cx:pt idx="5956">1617278</cx:pt>
        </cx:lvl>
      </cx:numDim>
    </cx:data>
  </cx:chartData>
  <cx:chart>
    <cx:plotArea>
      <cx:plotAreaRegion>
        <cx:series layoutId="clusteredColumn" uniqueId="{ABF5ADF3-D2CA-416E-80B9-DD1CBDFFFCEC}">
          <cx:tx>
            <cx:txData>
              <cx:f>'[Input_Test RCM_2803.xlsx]Sheet1'!$B$1</cx:f>
              <cx:v>giá trị đơn hàng</cx:v>
            </cx:txData>
          </cx:tx>
          <cx:spPr>
            <a:solidFill>
              <a:srgbClr val="4472C4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'[Input_Test RCM_2803.xlsx]Sheet1'!$B$2:$B$5959</cx:f>
        <cx:lvl ptCount="5958" formatCode="General">
          <cx:pt idx="0">50005</cx:pt>
          <cx:pt idx="1">50017</cx:pt>
          <cx:pt idx="2">50023</cx:pt>
          <cx:pt idx="3">50049</cx:pt>
          <cx:pt idx="4">50333</cx:pt>
          <cx:pt idx="5">50333</cx:pt>
          <cx:pt idx="6">50368</cx:pt>
          <cx:pt idx="7">50534</cx:pt>
          <cx:pt idx="8">50571</cx:pt>
          <cx:pt idx="9">50572</cx:pt>
          <cx:pt idx="10">50608</cx:pt>
          <cx:pt idx="11">50665</cx:pt>
          <cx:pt idx="12">50692</cx:pt>
          <cx:pt idx="13">50765</cx:pt>
          <cx:pt idx="14">50788</cx:pt>
          <cx:pt idx="15">50800</cx:pt>
          <cx:pt idx="16">50845</cx:pt>
          <cx:pt idx="17">50927</cx:pt>
          <cx:pt idx="18">50927</cx:pt>
          <cx:pt idx="19">50944</cx:pt>
          <cx:pt idx="20">51166</cx:pt>
          <cx:pt idx="21">51166</cx:pt>
          <cx:pt idx="22">51331</cx:pt>
          <cx:pt idx="23">51428</cx:pt>
          <cx:pt idx="24">51428</cx:pt>
          <cx:pt idx="25">51428</cx:pt>
          <cx:pt idx="26">51428</cx:pt>
          <cx:pt idx="27">51428</cx:pt>
          <cx:pt idx="28">51429</cx:pt>
          <cx:pt idx="29">51429</cx:pt>
          <cx:pt idx="30">51429</cx:pt>
          <cx:pt idx="31">51429</cx:pt>
          <cx:pt idx="32">51429</cx:pt>
          <cx:pt idx="33">51429</cx:pt>
          <cx:pt idx="34">51429</cx:pt>
          <cx:pt idx="35">51429</cx:pt>
          <cx:pt idx="36">51429</cx:pt>
          <cx:pt idx="37">51429</cx:pt>
          <cx:pt idx="38">51429</cx:pt>
          <cx:pt idx="39">51429</cx:pt>
          <cx:pt idx="40">51429</cx:pt>
          <cx:pt idx="41">51429</cx:pt>
          <cx:pt idx="42">51429</cx:pt>
          <cx:pt idx="43">51450</cx:pt>
          <cx:pt idx="44">51567</cx:pt>
          <cx:pt idx="45">51576</cx:pt>
          <cx:pt idx="46">51627</cx:pt>
          <cx:pt idx="47">51716</cx:pt>
          <cx:pt idx="48">51794</cx:pt>
          <cx:pt idx="49">51855</cx:pt>
          <cx:pt idx="50">52043</cx:pt>
          <cx:pt idx="51">52079</cx:pt>
          <cx:pt idx="52">52133</cx:pt>
          <cx:pt idx="53">52301</cx:pt>
          <cx:pt idx="54">52325</cx:pt>
          <cx:pt idx="55">52340</cx:pt>
          <cx:pt idx="56">52400</cx:pt>
          <cx:pt idx="57">52421</cx:pt>
          <cx:pt idx="58">52500</cx:pt>
          <cx:pt idx="59">52500</cx:pt>
          <cx:pt idx="60">52658</cx:pt>
          <cx:pt idx="61">52773</cx:pt>
          <cx:pt idx="62">52773</cx:pt>
          <cx:pt idx="63">52775</cx:pt>
          <cx:pt idx="64">52807</cx:pt>
          <cx:pt idx="65">52913</cx:pt>
          <cx:pt idx="66">52977</cx:pt>
          <cx:pt idx="67">53000</cx:pt>
          <cx:pt idx="68">53041</cx:pt>
          <cx:pt idx="69">53163</cx:pt>
          <cx:pt idx="70">53191</cx:pt>
          <cx:pt idx="71">53193</cx:pt>
          <cx:pt idx="72">53325</cx:pt>
          <cx:pt idx="73">53325</cx:pt>
          <cx:pt idx="74">53325</cx:pt>
          <cx:pt idx="75">53327</cx:pt>
          <cx:pt idx="76">53329</cx:pt>
          <cx:pt idx="77">53332</cx:pt>
          <cx:pt idx="78">53333</cx:pt>
          <cx:pt idx="79">53333</cx:pt>
          <cx:pt idx="80">53339</cx:pt>
          <cx:pt idx="81">53412</cx:pt>
          <cx:pt idx="82">53421</cx:pt>
          <cx:pt idx="83">53630</cx:pt>
          <cx:pt idx="84">53688</cx:pt>
          <cx:pt idx="85">53734</cx:pt>
          <cx:pt idx="86">53746</cx:pt>
          <cx:pt idx="87">53750</cx:pt>
          <cx:pt idx="88">53788</cx:pt>
          <cx:pt idx="89">53832</cx:pt>
          <cx:pt idx="90">53892</cx:pt>
          <cx:pt idx="91">53988</cx:pt>
          <cx:pt idx="92">53995</cx:pt>
          <cx:pt idx="93">54027</cx:pt>
          <cx:pt idx="94">54050</cx:pt>
          <cx:pt idx="95">54095</cx:pt>
          <cx:pt idx="96">54150</cx:pt>
          <cx:pt idx="97">54186</cx:pt>
          <cx:pt idx="98">54194</cx:pt>
          <cx:pt idx="99">54233</cx:pt>
          <cx:pt idx="100">54246</cx:pt>
          <cx:pt idx="101">54293</cx:pt>
          <cx:pt idx="102">54333</cx:pt>
          <cx:pt idx="103">54392</cx:pt>
          <cx:pt idx="104">54672</cx:pt>
          <cx:pt idx="105">54733</cx:pt>
          <cx:pt idx="106">54747</cx:pt>
          <cx:pt idx="107">54890</cx:pt>
          <cx:pt idx="108">54988</cx:pt>
          <cx:pt idx="109">55020</cx:pt>
          <cx:pt idx="110">55041</cx:pt>
          <cx:pt idx="111">55163</cx:pt>
          <cx:pt idx="112">55191</cx:pt>
          <cx:pt idx="113">55228</cx:pt>
          <cx:pt idx="114">55228</cx:pt>
          <cx:pt idx="115">55275</cx:pt>
          <cx:pt idx="116">55541</cx:pt>
          <cx:pt idx="117">55695</cx:pt>
          <cx:pt idx="118">55829</cx:pt>
          <cx:pt idx="119">55895</cx:pt>
          <cx:pt idx="120">55935</cx:pt>
          <cx:pt idx="121">56233</cx:pt>
          <cx:pt idx="122">56233</cx:pt>
          <cx:pt idx="123">56244</cx:pt>
          <cx:pt idx="124">56315</cx:pt>
          <cx:pt idx="125">56332</cx:pt>
          <cx:pt idx="126">56416</cx:pt>
          <cx:pt idx="127">56446</cx:pt>
          <cx:pt idx="128">56549</cx:pt>
          <cx:pt idx="129">56650</cx:pt>
          <cx:pt idx="130">56655</cx:pt>
          <cx:pt idx="131">56660</cx:pt>
          <cx:pt idx="132">56661</cx:pt>
          <cx:pt idx="133">56666</cx:pt>
          <cx:pt idx="134">56667</cx:pt>
          <cx:pt idx="135">56682</cx:pt>
          <cx:pt idx="136">56688</cx:pt>
          <cx:pt idx="137">56753</cx:pt>
          <cx:pt idx="138">56793</cx:pt>
          <cx:pt idx="139">56793</cx:pt>
          <cx:pt idx="140">56793</cx:pt>
          <cx:pt idx="141">56793</cx:pt>
          <cx:pt idx="142">56793</cx:pt>
          <cx:pt idx="143">56793</cx:pt>
          <cx:pt idx="144">56901</cx:pt>
          <cx:pt idx="145">57095</cx:pt>
          <cx:pt idx="146">57143</cx:pt>
          <cx:pt idx="147">57200</cx:pt>
          <cx:pt idx="148">57308</cx:pt>
          <cx:pt idx="149">57364</cx:pt>
          <cx:pt idx="150">57434</cx:pt>
          <cx:pt idx="151">57681</cx:pt>
          <cx:pt idx="152">57681</cx:pt>
          <cx:pt idx="153">57833</cx:pt>
          <cx:pt idx="154">57921</cx:pt>
          <cx:pt idx="155">57983</cx:pt>
          <cx:pt idx="156">58020</cx:pt>
          <cx:pt idx="157">58025</cx:pt>
          <cx:pt idx="158">58088</cx:pt>
          <cx:pt idx="159">58150</cx:pt>
          <cx:pt idx="160">58230</cx:pt>
          <cx:pt idx="161">58247</cx:pt>
          <cx:pt idx="162">58298</cx:pt>
          <cx:pt idx="163">58333</cx:pt>
          <cx:pt idx="164">58373</cx:pt>
          <cx:pt idx="165">58374</cx:pt>
          <cx:pt idx="166">58563</cx:pt>
          <cx:pt idx="167">58607</cx:pt>
          <cx:pt idx="168">58751</cx:pt>
          <cx:pt idx="169">58939</cx:pt>
          <cx:pt idx="170">59077</cx:pt>
          <cx:pt idx="171">59205</cx:pt>
          <cx:pt idx="172">59243</cx:pt>
          <cx:pt idx="173">59274</cx:pt>
          <cx:pt idx="174">59289</cx:pt>
          <cx:pt idx="175">59306</cx:pt>
          <cx:pt idx="176">59403</cx:pt>
          <cx:pt idx="177">59554</cx:pt>
          <cx:pt idx="178">59654</cx:pt>
          <cx:pt idx="179">59697</cx:pt>
          <cx:pt idx="180">59702</cx:pt>
          <cx:pt idx="181">59753</cx:pt>
          <cx:pt idx="182">59759</cx:pt>
          <cx:pt idx="183">59800</cx:pt>
          <cx:pt idx="184">59962</cx:pt>
          <cx:pt idx="185">59992</cx:pt>
          <cx:pt idx="186">60000</cx:pt>
          <cx:pt idx="187">60000</cx:pt>
          <cx:pt idx="188">60000</cx:pt>
          <cx:pt idx="189">60000</cx:pt>
          <cx:pt idx="190">60000</cx:pt>
          <cx:pt idx="191">60000</cx:pt>
          <cx:pt idx="192">60000</cx:pt>
          <cx:pt idx="193">60000</cx:pt>
          <cx:pt idx="194">60000</cx:pt>
          <cx:pt idx="195">60000</cx:pt>
          <cx:pt idx="196">60000</cx:pt>
          <cx:pt idx="197">60000</cx:pt>
          <cx:pt idx="198">60000</cx:pt>
          <cx:pt idx="199">60000</cx:pt>
          <cx:pt idx="200">60000</cx:pt>
          <cx:pt idx="201">60000</cx:pt>
          <cx:pt idx="202">60000</cx:pt>
          <cx:pt idx="203">60000</cx:pt>
          <cx:pt idx="204">60000</cx:pt>
          <cx:pt idx="205">60000</cx:pt>
          <cx:pt idx="206">60000</cx:pt>
          <cx:pt idx="207">60000</cx:pt>
          <cx:pt idx="208">60000</cx:pt>
          <cx:pt idx="209">60000</cx:pt>
          <cx:pt idx="210">60000</cx:pt>
          <cx:pt idx="211">60000</cx:pt>
          <cx:pt idx="212">60000</cx:pt>
          <cx:pt idx="213">60000</cx:pt>
          <cx:pt idx="214">60000</cx:pt>
          <cx:pt idx="215">60000</cx:pt>
          <cx:pt idx="216">60000</cx:pt>
          <cx:pt idx="217">60000</cx:pt>
          <cx:pt idx="218">60000</cx:pt>
          <cx:pt idx="219">60000</cx:pt>
          <cx:pt idx="220">60000</cx:pt>
          <cx:pt idx="221">60000</cx:pt>
          <cx:pt idx="222">60000</cx:pt>
          <cx:pt idx="223">60000</cx:pt>
          <cx:pt idx="224">60000</cx:pt>
          <cx:pt idx="225">60000</cx:pt>
          <cx:pt idx="226">60000</cx:pt>
          <cx:pt idx="227">60000</cx:pt>
          <cx:pt idx="228">60000</cx:pt>
          <cx:pt idx="229">60000</cx:pt>
          <cx:pt idx="230">60000</cx:pt>
          <cx:pt idx="231">60000</cx:pt>
          <cx:pt idx="232">60000</cx:pt>
          <cx:pt idx="233">60000</cx:pt>
          <cx:pt idx="234">60000</cx:pt>
          <cx:pt idx="235">60000</cx:pt>
          <cx:pt idx="236">60000</cx:pt>
          <cx:pt idx="237">60000</cx:pt>
          <cx:pt idx="238">60000</cx:pt>
          <cx:pt idx="239">60000</cx:pt>
          <cx:pt idx="240">60000</cx:pt>
          <cx:pt idx="241">60000</cx:pt>
          <cx:pt idx="242">60000</cx:pt>
          <cx:pt idx="243">60000</cx:pt>
          <cx:pt idx="244">60004</cx:pt>
          <cx:pt idx="245">60015</cx:pt>
          <cx:pt idx="246">60019</cx:pt>
          <cx:pt idx="247">60025</cx:pt>
          <cx:pt idx="248">60066</cx:pt>
          <cx:pt idx="249">60075</cx:pt>
          <cx:pt idx="250">60075</cx:pt>
          <cx:pt idx="251">60099</cx:pt>
          <cx:pt idx="252">60214</cx:pt>
          <cx:pt idx="253">60232</cx:pt>
          <cx:pt idx="254">60250</cx:pt>
          <cx:pt idx="255">60310</cx:pt>
          <cx:pt idx="256">60319</cx:pt>
          <cx:pt idx="257">60326</cx:pt>
          <cx:pt idx="258">60333</cx:pt>
          <cx:pt idx="259">60333</cx:pt>
          <cx:pt idx="260">60543</cx:pt>
          <cx:pt idx="261">60548</cx:pt>
          <cx:pt idx="262">60568</cx:pt>
          <cx:pt idx="263">60569</cx:pt>
          <cx:pt idx="264">60630</cx:pt>
          <cx:pt idx="265">60766</cx:pt>
          <cx:pt idx="266">60833</cx:pt>
          <cx:pt idx="267">60883</cx:pt>
          <cx:pt idx="268">61013</cx:pt>
          <cx:pt idx="269">61013</cx:pt>
          <cx:pt idx="270">61142</cx:pt>
          <cx:pt idx="271">61166</cx:pt>
          <cx:pt idx="272">61166</cx:pt>
          <cx:pt idx="273">61178</cx:pt>
          <cx:pt idx="274">61352</cx:pt>
          <cx:pt idx="275">61352</cx:pt>
          <cx:pt idx="276">61364</cx:pt>
          <cx:pt idx="277">61382</cx:pt>
          <cx:pt idx="278">61416</cx:pt>
          <cx:pt idx="279">61425</cx:pt>
          <cx:pt idx="280">61474</cx:pt>
          <cx:pt idx="281">61502</cx:pt>
          <cx:pt idx="282">61512</cx:pt>
          <cx:pt idx="283">61524</cx:pt>
          <cx:pt idx="284">61583</cx:pt>
          <cx:pt idx="285">61607</cx:pt>
          <cx:pt idx="286">61658</cx:pt>
          <cx:pt idx="287">61666</cx:pt>
          <cx:pt idx="288">61666</cx:pt>
          <cx:pt idx="289">61669</cx:pt>
          <cx:pt idx="290">61683</cx:pt>
          <cx:pt idx="291">61741</cx:pt>
          <cx:pt idx="292">61743</cx:pt>
          <cx:pt idx="293">61746</cx:pt>
          <cx:pt idx="294">61884</cx:pt>
          <cx:pt idx="295">61908</cx:pt>
          <cx:pt idx="296">62000</cx:pt>
          <cx:pt idx="297">62028</cx:pt>
          <cx:pt idx="298">62059</cx:pt>
          <cx:pt idx="299">62066</cx:pt>
          <cx:pt idx="300">62081</cx:pt>
          <cx:pt idx="301">62100</cx:pt>
          <cx:pt idx="302">62118</cx:pt>
          <cx:pt idx="303">62283</cx:pt>
          <cx:pt idx="304">62333</cx:pt>
          <cx:pt idx="305">62333</cx:pt>
          <cx:pt idx="306">62400</cx:pt>
          <cx:pt idx="307">62400</cx:pt>
          <cx:pt idx="308">62406</cx:pt>
          <cx:pt idx="309">62500</cx:pt>
          <cx:pt idx="310">62500</cx:pt>
          <cx:pt idx="311">62572</cx:pt>
          <cx:pt idx="312">62614</cx:pt>
          <cx:pt idx="313">62637</cx:pt>
          <cx:pt idx="314">62741</cx:pt>
          <cx:pt idx="315">62849</cx:pt>
          <cx:pt idx="316">62983</cx:pt>
          <cx:pt idx="317">62983</cx:pt>
          <cx:pt idx="318">63175</cx:pt>
          <cx:pt idx="319">63253</cx:pt>
          <cx:pt idx="320">63291</cx:pt>
          <cx:pt idx="321">63316</cx:pt>
          <cx:pt idx="322">63321</cx:pt>
          <cx:pt idx="323">63324</cx:pt>
          <cx:pt idx="324">63325</cx:pt>
          <cx:pt idx="325">63331</cx:pt>
          <cx:pt idx="326">63332</cx:pt>
          <cx:pt idx="327">63333</cx:pt>
          <cx:pt idx="328">63333</cx:pt>
          <cx:pt idx="329">63333</cx:pt>
          <cx:pt idx="330">63343</cx:pt>
          <cx:pt idx="331">63349</cx:pt>
          <cx:pt idx="332">63350</cx:pt>
          <cx:pt idx="333">63357</cx:pt>
          <cx:pt idx="334">63371</cx:pt>
          <cx:pt idx="335">63382</cx:pt>
          <cx:pt idx="336">63397</cx:pt>
          <cx:pt idx="337">63413</cx:pt>
          <cx:pt idx="338">63417</cx:pt>
          <cx:pt idx="339">63423</cx:pt>
          <cx:pt idx="340">63462</cx:pt>
          <cx:pt idx="341">63699</cx:pt>
          <cx:pt idx="342">63724</cx:pt>
          <cx:pt idx="343">63773</cx:pt>
          <cx:pt idx="344">63839</cx:pt>
          <cx:pt idx="345">63889</cx:pt>
          <cx:pt idx="346">63995</cx:pt>
          <cx:pt idx="347">63996</cx:pt>
          <cx:pt idx="348">64000</cx:pt>
          <cx:pt idx="349">64110</cx:pt>
          <cx:pt idx="350">64141</cx:pt>
          <cx:pt idx="351">64355</cx:pt>
          <cx:pt idx="352">64364</cx:pt>
          <cx:pt idx="353">64399</cx:pt>
          <cx:pt idx="354">64450</cx:pt>
          <cx:pt idx="355">64500</cx:pt>
          <cx:pt idx="356">64632</cx:pt>
          <cx:pt idx="357">64677</cx:pt>
          <cx:pt idx="358">64716</cx:pt>
          <cx:pt idx="359">64846</cx:pt>
          <cx:pt idx="360">64881</cx:pt>
          <cx:pt idx="361">64929</cx:pt>
          <cx:pt idx="362">64939</cx:pt>
          <cx:pt idx="363">64967</cx:pt>
          <cx:pt idx="364">64989</cx:pt>
          <cx:pt idx="365">64989</cx:pt>
          <cx:pt idx="366">65000</cx:pt>
          <cx:pt idx="367">65171</cx:pt>
          <cx:pt idx="368">65202</cx:pt>
          <cx:pt idx="369">65226</cx:pt>
          <cx:pt idx="370">65234</cx:pt>
          <cx:pt idx="371">65350</cx:pt>
          <cx:pt idx="372">65430</cx:pt>
          <cx:pt idx="373">65496</cx:pt>
          <cx:pt idx="374">65569</cx:pt>
          <cx:pt idx="375">65585</cx:pt>
          <cx:pt idx="376">65618</cx:pt>
          <cx:pt idx="377">65719</cx:pt>
          <cx:pt idx="378">65769</cx:pt>
          <cx:pt idx="379">65826</cx:pt>
          <cx:pt idx="380">65831</cx:pt>
          <cx:pt idx="381">65833</cx:pt>
          <cx:pt idx="382">65850</cx:pt>
          <cx:pt idx="383">65850</cx:pt>
          <cx:pt idx="384">65871</cx:pt>
          <cx:pt idx="385">65891</cx:pt>
          <cx:pt idx="386">65892</cx:pt>
          <cx:pt idx="387">65907</cx:pt>
          <cx:pt idx="388">65957</cx:pt>
          <cx:pt idx="389">66023</cx:pt>
          <cx:pt idx="390">66176</cx:pt>
          <cx:pt idx="391">66275</cx:pt>
          <cx:pt idx="392">66383</cx:pt>
          <cx:pt idx="393">66435</cx:pt>
          <cx:pt idx="394">66444</cx:pt>
          <cx:pt idx="395">66458</cx:pt>
          <cx:pt idx="396">66474</cx:pt>
          <cx:pt idx="397">66616</cx:pt>
          <cx:pt idx="398">66644</cx:pt>
          <cx:pt idx="399">66649</cx:pt>
          <cx:pt idx="400">66653</cx:pt>
          <cx:pt idx="401">66664</cx:pt>
          <cx:pt idx="402">66665</cx:pt>
          <cx:pt idx="403">66665</cx:pt>
          <cx:pt idx="404">66665</cx:pt>
          <cx:pt idx="405">66666</cx:pt>
          <cx:pt idx="406">66666</cx:pt>
          <cx:pt idx="407">66666</cx:pt>
          <cx:pt idx="408">66666</cx:pt>
          <cx:pt idx="409">66669</cx:pt>
          <cx:pt idx="410">66673</cx:pt>
          <cx:pt idx="411">66674</cx:pt>
          <cx:pt idx="412">66675</cx:pt>
          <cx:pt idx="413">66688</cx:pt>
          <cx:pt idx="414">66721</cx:pt>
          <cx:pt idx="415">66721</cx:pt>
          <cx:pt idx="416">66741</cx:pt>
          <cx:pt idx="417">66741</cx:pt>
          <cx:pt idx="418">66834</cx:pt>
          <cx:pt idx="419">66866</cx:pt>
          <cx:pt idx="420">66914</cx:pt>
          <cx:pt idx="421">66964</cx:pt>
          <cx:pt idx="422">66966</cx:pt>
          <cx:pt idx="423">66990</cx:pt>
          <cx:pt idx="424">66990</cx:pt>
          <cx:pt idx="425">67015</cx:pt>
          <cx:pt idx="426">67015</cx:pt>
          <cx:pt idx="427">67015</cx:pt>
          <cx:pt idx="428">67059</cx:pt>
          <cx:pt idx="429">67087</cx:pt>
          <cx:pt idx="430">67104</cx:pt>
          <cx:pt idx="431">67148</cx:pt>
          <cx:pt idx="432">67149</cx:pt>
          <cx:pt idx="433">67190</cx:pt>
          <cx:pt idx="434">67248</cx:pt>
          <cx:pt idx="435">67266</cx:pt>
          <cx:pt idx="436">67307</cx:pt>
          <cx:pt idx="437">67391</cx:pt>
          <cx:pt idx="438">67500</cx:pt>
          <cx:pt idx="439">67500</cx:pt>
          <cx:pt idx="440">67500</cx:pt>
          <cx:pt idx="441">67500</cx:pt>
          <cx:pt idx="442">67500</cx:pt>
          <cx:pt idx="443">67500</cx:pt>
          <cx:pt idx="444">67500</cx:pt>
          <cx:pt idx="445">67500</cx:pt>
          <cx:pt idx="446">67500</cx:pt>
          <cx:pt idx="447">67500</cx:pt>
          <cx:pt idx="448">67500</cx:pt>
          <cx:pt idx="449">67500</cx:pt>
          <cx:pt idx="450">67500</cx:pt>
          <cx:pt idx="451">67500</cx:pt>
          <cx:pt idx="452">67500</cx:pt>
          <cx:pt idx="453">67500</cx:pt>
          <cx:pt idx="454">67500</cx:pt>
          <cx:pt idx="455">67500</cx:pt>
          <cx:pt idx="456">67516</cx:pt>
          <cx:pt idx="457">67516</cx:pt>
          <cx:pt idx="458">67599</cx:pt>
          <cx:pt idx="459">67700</cx:pt>
          <cx:pt idx="460">67742</cx:pt>
          <cx:pt idx="461">67744</cx:pt>
          <cx:pt idx="462">67747</cx:pt>
          <cx:pt idx="463">67747</cx:pt>
          <cx:pt idx="464">67834</cx:pt>
          <cx:pt idx="465">67877</cx:pt>
          <cx:pt idx="466">67936</cx:pt>
          <cx:pt idx="467">67970</cx:pt>
          <cx:pt idx="468">67974</cx:pt>
          <cx:pt idx="469">68000</cx:pt>
          <cx:pt idx="470">68025</cx:pt>
          <cx:pt idx="471">68025</cx:pt>
          <cx:pt idx="472">68025</cx:pt>
          <cx:pt idx="473">68166</cx:pt>
          <cx:pt idx="474">68237</cx:pt>
          <cx:pt idx="475">68270</cx:pt>
          <cx:pt idx="476">68272</cx:pt>
          <cx:pt idx="477">68314</cx:pt>
          <cx:pt idx="478">68316</cx:pt>
          <cx:pt idx="479">68338</cx:pt>
          <cx:pt idx="480">68351</cx:pt>
          <cx:pt idx="481">68371</cx:pt>
          <cx:pt idx="482">68378</cx:pt>
          <cx:pt idx="483">68466</cx:pt>
          <cx:pt idx="484">68466</cx:pt>
          <cx:pt idx="485">68468</cx:pt>
          <cx:pt idx="486">68479</cx:pt>
          <cx:pt idx="487">68573</cx:pt>
          <cx:pt idx="488">68671</cx:pt>
          <cx:pt idx="489">68796</cx:pt>
          <cx:pt idx="490">68989</cx:pt>
          <cx:pt idx="491">69001</cx:pt>
          <cx:pt idx="492">69132</cx:pt>
          <cx:pt idx="493">69138</cx:pt>
          <cx:pt idx="494">69155</cx:pt>
          <cx:pt idx="495">69174</cx:pt>
          <cx:pt idx="496">69217</cx:pt>
          <cx:pt idx="497">69316</cx:pt>
          <cx:pt idx="498">69347</cx:pt>
          <cx:pt idx="499">69383</cx:pt>
          <cx:pt idx="500">69404</cx:pt>
          <cx:pt idx="501">69408</cx:pt>
          <cx:pt idx="502">69503</cx:pt>
          <cx:pt idx="503">69552</cx:pt>
          <cx:pt idx="504">69604</cx:pt>
          <cx:pt idx="505">69604</cx:pt>
          <cx:pt idx="506">69667</cx:pt>
          <cx:pt idx="507">69712</cx:pt>
          <cx:pt idx="508">69784</cx:pt>
          <cx:pt idx="509">69787</cx:pt>
          <cx:pt idx="510">69800</cx:pt>
          <cx:pt idx="511">69882</cx:pt>
          <cx:pt idx="512">69893</cx:pt>
          <cx:pt idx="513">69896</cx:pt>
          <cx:pt idx="514">69925</cx:pt>
          <cx:pt idx="515">69955</cx:pt>
          <cx:pt idx="516">69972</cx:pt>
          <cx:pt idx="517">69982</cx:pt>
          <cx:pt idx="518">69987</cx:pt>
          <cx:pt idx="519">69989</cx:pt>
          <cx:pt idx="520">70000</cx:pt>
          <cx:pt idx="521">70000</cx:pt>
          <cx:pt idx="522">70000</cx:pt>
          <cx:pt idx="523">70000</cx:pt>
          <cx:pt idx="524">70000</cx:pt>
          <cx:pt idx="525">70000</cx:pt>
          <cx:pt idx="526">70000</cx:pt>
          <cx:pt idx="527">70000</cx:pt>
          <cx:pt idx="528">70000</cx:pt>
          <cx:pt idx="529">70000</cx:pt>
          <cx:pt idx="530">70000</cx:pt>
          <cx:pt idx="531">70000</cx:pt>
          <cx:pt idx="532">70000</cx:pt>
          <cx:pt idx="533">70000</cx:pt>
          <cx:pt idx="534">70000</cx:pt>
          <cx:pt idx="535">70000</cx:pt>
          <cx:pt idx="536">70000</cx:pt>
          <cx:pt idx="537">70000</cx:pt>
          <cx:pt idx="538">70000</cx:pt>
          <cx:pt idx="539">70000</cx:pt>
          <cx:pt idx="540">70000</cx:pt>
          <cx:pt idx="541">70000</cx:pt>
          <cx:pt idx="542">70000</cx:pt>
          <cx:pt idx="543">70000</cx:pt>
          <cx:pt idx="544">70000</cx:pt>
          <cx:pt idx="545">70000</cx:pt>
          <cx:pt idx="546">70000</cx:pt>
          <cx:pt idx="547">70000</cx:pt>
          <cx:pt idx="548">70000</cx:pt>
          <cx:pt idx="549">70000</cx:pt>
          <cx:pt idx="550">70002</cx:pt>
          <cx:pt idx="551">70002</cx:pt>
          <cx:pt idx="552">70003</cx:pt>
          <cx:pt idx="553">70012</cx:pt>
          <cx:pt idx="554">70013</cx:pt>
          <cx:pt idx="555">70129</cx:pt>
          <cx:pt idx="556">70229</cx:pt>
          <cx:pt idx="557">70262</cx:pt>
          <cx:pt idx="558">70294</cx:pt>
          <cx:pt idx="559">70294</cx:pt>
          <cx:pt idx="560">70303</cx:pt>
          <cx:pt idx="561">70353</cx:pt>
          <cx:pt idx="562">70353</cx:pt>
          <cx:pt idx="563">70358</cx:pt>
          <cx:pt idx="564">70403</cx:pt>
          <cx:pt idx="565">70432</cx:pt>
          <cx:pt idx="566">70501</cx:pt>
          <cx:pt idx="567">70523</cx:pt>
          <cx:pt idx="568">70561</cx:pt>
          <cx:pt idx="569">70566</cx:pt>
          <cx:pt idx="570">70657</cx:pt>
          <cx:pt idx="571">70668</cx:pt>
          <cx:pt idx="572">70677</cx:pt>
          <cx:pt idx="573">70719</cx:pt>
          <cx:pt idx="574">70722</cx:pt>
          <cx:pt idx="575">70724</cx:pt>
          <cx:pt idx="576">70729</cx:pt>
          <cx:pt idx="577">70833</cx:pt>
          <cx:pt idx="578">70916</cx:pt>
          <cx:pt idx="579">71039</cx:pt>
          <cx:pt idx="580">71104</cx:pt>
          <cx:pt idx="581">71118</cx:pt>
          <cx:pt idx="582">71235</cx:pt>
          <cx:pt idx="583">71346</cx:pt>
          <cx:pt idx="584">71374</cx:pt>
          <cx:pt idx="585">71400</cx:pt>
          <cx:pt idx="586">71508</cx:pt>
          <cx:pt idx="587">71570</cx:pt>
          <cx:pt idx="588">71585</cx:pt>
          <cx:pt idx="589">71595</cx:pt>
          <cx:pt idx="590">71597</cx:pt>
          <cx:pt idx="591">71597</cx:pt>
          <cx:pt idx="592">71637</cx:pt>
          <cx:pt idx="593">71666</cx:pt>
          <cx:pt idx="594">71671</cx:pt>
          <cx:pt idx="595">71675</cx:pt>
          <cx:pt idx="596">71681</cx:pt>
          <cx:pt idx="597">71705</cx:pt>
          <cx:pt idx="598">71718</cx:pt>
          <cx:pt idx="599">71732</cx:pt>
          <cx:pt idx="600">71766</cx:pt>
          <cx:pt idx="601">71800</cx:pt>
          <cx:pt idx="602">71830</cx:pt>
          <cx:pt idx="603">71953</cx:pt>
          <cx:pt idx="604">71967</cx:pt>
          <cx:pt idx="605">72176</cx:pt>
          <cx:pt idx="606">72298</cx:pt>
          <cx:pt idx="607">72298</cx:pt>
          <cx:pt idx="608">72298</cx:pt>
          <cx:pt idx="609">72341</cx:pt>
          <cx:pt idx="610">72361</cx:pt>
          <cx:pt idx="611">72365</cx:pt>
          <cx:pt idx="612">72389</cx:pt>
          <cx:pt idx="613">72395</cx:pt>
          <cx:pt idx="614">72500</cx:pt>
          <cx:pt idx="615">72500</cx:pt>
          <cx:pt idx="616">72521</cx:pt>
          <cx:pt idx="617">72525</cx:pt>
          <cx:pt idx="618">72599</cx:pt>
          <cx:pt idx="619">72667</cx:pt>
          <cx:pt idx="620">72669</cx:pt>
          <cx:pt idx="621">72689</cx:pt>
          <cx:pt idx="622">72725</cx:pt>
          <cx:pt idx="623">72729</cx:pt>
          <cx:pt idx="624">72738</cx:pt>
          <cx:pt idx="625">72742</cx:pt>
          <cx:pt idx="626">72789</cx:pt>
          <cx:pt idx="627">72792</cx:pt>
          <cx:pt idx="628">72825</cx:pt>
          <cx:pt idx="629">72877</cx:pt>
          <cx:pt idx="630">72989</cx:pt>
          <cx:pt idx="631">73008</cx:pt>
          <cx:pt idx="632">73142</cx:pt>
          <cx:pt idx="633">73273</cx:pt>
          <cx:pt idx="634">73278</cx:pt>
          <cx:pt idx="635">73309</cx:pt>
          <cx:pt idx="636">73332</cx:pt>
          <cx:pt idx="637">73333</cx:pt>
          <cx:pt idx="638">73341</cx:pt>
          <cx:pt idx="639">73375</cx:pt>
          <cx:pt idx="640">73391</cx:pt>
          <cx:pt idx="641">73421</cx:pt>
          <cx:pt idx="642">73421</cx:pt>
          <cx:pt idx="643">73422</cx:pt>
          <cx:pt idx="644">73503</cx:pt>
          <cx:pt idx="645">73531</cx:pt>
          <cx:pt idx="646">73536</cx:pt>
          <cx:pt idx="647">73640</cx:pt>
          <cx:pt idx="648">73640</cx:pt>
          <cx:pt idx="649">73683</cx:pt>
          <cx:pt idx="650">73691</cx:pt>
          <cx:pt idx="651">73694</cx:pt>
          <cx:pt idx="652">73730</cx:pt>
          <cx:pt idx="653">73737</cx:pt>
          <cx:pt idx="654">73758</cx:pt>
          <cx:pt idx="655">73758</cx:pt>
          <cx:pt idx="656">73846</cx:pt>
          <cx:pt idx="657">73846</cx:pt>
          <cx:pt idx="658">73914</cx:pt>
          <cx:pt idx="659">73945</cx:pt>
          <cx:pt idx="660">73980</cx:pt>
          <cx:pt idx="661">73989</cx:pt>
          <cx:pt idx="662">74000</cx:pt>
          <cx:pt idx="663">74070</cx:pt>
          <cx:pt idx="664">74199</cx:pt>
          <cx:pt idx="665">74218</cx:pt>
          <cx:pt idx="666">74218</cx:pt>
          <cx:pt idx="667">74219</cx:pt>
          <cx:pt idx="668">74307</cx:pt>
          <cx:pt idx="669">74441</cx:pt>
          <cx:pt idx="670">74471</cx:pt>
          <cx:pt idx="671">74493</cx:pt>
          <cx:pt idx="672">74505</cx:pt>
          <cx:pt idx="673">74518</cx:pt>
          <cx:pt idx="674">74588</cx:pt>
          <cx:pt idx="675">74694</cx:pt>
          <cx:pt idx="676">74772</cx:pt>
          <cx:pt idx="677">74801</cx:pt>
          <cx:pt idx="678">74801</cx:pt>
          <cx:pt idx="679">74866</cx:pt>
          <cx:pt idx="680">74907</cx:pt>
          <cx:pt idx="681">74947</cx:pt>
          <cx:pt idx="682">74969</cx:pt>
          <cx:pt idx="683">74998</cx:pt>
          <cx:pt idx="684">74999</cx:pt>
          <cx:pt idx="685">74999</cx:pt>
          <cx:pt idx="686">75000</cx:pt>
          <cx:pt idx="687">75037</cx:pt>
          <cx:pt idx="688">75119</cx:pt>
          <cx:pt idx="689">75155</cx:pt>
          <cx:pt idx="690">75184</cx:pt>
          <cx:pt idx="691">75187</cx:pt>
          <cx:pt idx="692">75204</cx:pt>
          <cx:pt idx="693">75242</cx:pt>
          <cx:pt idx="694">75245</cx:pt>
          <cx:pt idx="695">75246</cx:pt>
          <cx:pt idx="696">75280</cx:pt>
          <cx:pt idx="697">75312</cx:pt>
          <cx:pt idx="698">75358</cx:pt>
          <cx:pt idx="699">75496</cx:pt>
          <cx:pt idx="700">75680</cx:pt>
          <cx:pt idx="701">75685</cx:pt>
          <cx:pt idx="702">75714</cx:pt>
          <cx:pt idx="703">75741</cx:pt>
          <cx:pt idx="704">75847</cx:pt>
          <cx:pt idx="705">75895</cx:pt>
          <cx:pt idx="706">76000</cx:pt>
          <cx:pt idx="707">76005</cx:pt>
          <cx:pt idx="708">76008</cx:pt>
          <cx:pt idx="709">76057</cx:pt>
          <cx:pt idx="710">76108</cx:pt>
          <cx:pt idx="711">76192</cx:pt>
          <cx:pt idx="712">76192</cx:pt>
          <cx:pt idx="713">76192</cx:pt>
          <cx:pt idx="714">76262</cx:pt>
          <cx:pt idx="715">76353</cx:pt>
          <cx:pt idx="716">76380</cx:pt>
          <cx:pt idx="717">76381</cx:pt>
          <cx:pt idx="718">76381</cx:pt>
          <cx:pt idx="719">76429</cx:pt>
          <cx:pt idx="720">76610</cx:pt>
          <cx:pt idx="721">76637</cx:pt>
          <cx:pt idx="722">76649</cx:pt>
          <cx:pt idx="723">76666</cx:pt>
          <cx:pt idx="724">76666</cx:pt>
          <cx:pt idx="725">76666</cx:pt>
          <cx:pt idx="726">76666</cx:pt>
          <cx:pt idx="727">76676</cx:pt>
          <cx:pt idx="728">76752</cx:pt>
          <cx:pt idx="729">76804</cx:pt>
          <cx:pt idx="730">76827</cx:pt>
          <cx:pt idx="731">76890</cx:pt>
          <cx:pt idx="732">76954</cx:pt>
          <cx:pt idx="733">76977</cx:pt>
          <cx:pt idx="734">76977</cx:pt>
          <cx:pt idx="735">76977</cx:pt>
          <cx:pt idx="736">76977</cx:pt>
          <cx:pt idx="737">77044</cx:pt>
          <cx:pt idx="738">77054</cx:pt>
          <cx:pt idx="739">77074</cx:pt>
          <cx:pt idx="740">77075</cx:pt>
          <cx:pt idx="741">77075</cx:pt>
          <cx:pt idx="742">77077</cx:pt>
          <cx:pt idx="743">77078</cx:pt>
          <cx:pt idx="744">77133</cx:pt>
          <cx:pt idx="745">77143</cx:pt>
          <cx:pt idx="746">77143</cx:pt>
          <cx:pt idx="747">77143</cx:pt>
          <cx:pt idx="748">77143</cx:pt>
          <cx:pt idx="749">77143</cx:pt>
          <cx:pt idx="750">77150</cx:pt>
          <cx:pt idx="751">77181</cx:pt>
          <cx:pt idx="752">77187</cx:pt>
          <cx:pt idx="753">77259</cx:pt>
          <cx:pt idx="754">77387</cx:pt>
          <cx:pt idx="755">77388</cx:pt>
          <cx:pt idx="756">77431</cx:pt>
          <cx:pt idx="757">77445</cx:pt>
          <cx:pt idx="758">77581</cx:pt>
          <cx:pt idx="759">77588</cx:pt>
          <cx:pt idx="760">77775</cx:pt>
          <cx:pt idx="761">77941</cx:pt>
          <cx:pt idx="762">77941</cx:pt>
          <cx:pt idx="763">78083</cx:pt>
          <cx:pt idx="764">78086</cx:pt>
          <cx:pt idx="765">78111</cx:pt>
          <cx:pt idx="766">78310</cx:pt>
          <cx:pt idx="767">78345</cx:pt>
          <cx:pt idx="768">78352</cx:pt>
          <cx:pt idx="769">78513</cx:pt>
          <cx:pt idx="770">78527</cx:pt>
          <cx:pt idx="771">78596</cx:pt>
          <cx:pt idx="772">78612</cx:pt>
          <cx:pt idx="773">78667</cx:pt>
          <cx:pt idx="774">78691</cx:pt>
          <cx:pt idx="775">78876</cx:pt>
          <cx:pt idx="776">78911</cx:pt>
          <cx:pt idx="777">78980</cx:pt>
          <cx:pt idx="778">78998</cx:pt>
          <cx:pt idx="779">78999</cx:pt>
          <cx:pt idx="780">79050</cx:pt>
          <cx:pt idx="781">79054</cx:pt>
          <cx:pt idx="782">79056</cx:pt>
          <cx:pt idx="783">79139</cx:pt>
          <cx:pt idx="784">79152</cx:pt>
          <cx:pt idx="785">79170</cx:pt>
          <cx:pt idx="786">79207</cx:pt>
          <cx:pt idx="787">79269</cx:pt>
          <cx:pt idx="788">79275</cx:pt>
          <cx:pt idx="789">79343</cx:pt>
          <cx:pt idx="790">79348</cx:pt>
          <cx:pt idx="791">79373</cx:pt>
          <cx:pt idx="792">79402</cx:pt>
          <cx:pt idx="793">79419</cx:pt>
          <cx:pt idx="794">79450</cx:pt>
          <cx:pt idx="795">79458</cx:pt>
          <cx:pt idx="796">79524</cx:pt>
          <cx:pt idx="797">79598</cx:pt>
          <cx:pt idx="798">79633</cx:pt>
          <cx:pt idx="799">79657</cx:pt>
          <cx:pt idx="800">79692</cx:pt>
          <cx:pt idx="801">79775</cx:pt>
          <cx:pt idx="802">79825</cx:pt>
          <cx:pt idx="803">79833</cx:pt>
          <cx:pt idx="804">79923</cx:pt>
          <cx:pt idx="805">79978</cx:pt>
          <cx:pt idx="806">79979</cx:pt>
          <cx:pt idx="807">79987</cx:pt>
          <cx:pt idx="808">79987</cx:pt>
          <cx:pt idx="809">79989</cx:pt>
          <cx:pt idx="810">79998</cx:pt>
          <cx:pt idx="811">80000</cx:pt>
          <cx:pt idx="812">80000</cx:pt>
          <cx:pt idx="813">80000</cx:pt>
          <cx:pt idx="814">80000</cx:pt>
          <cx:pt idx="815">80000</cx:pt>
          <cx:pt idx="816">80000</cx:pt>
          <cx:pt idx="817">80000</cx:pt>
          <cx:pt idx="818">80000</cx:pt>
          <cx:pt idx="819">80000</cx:pt>
          <cx:pt idx="820">80000</cx:pt>
          <cx:pt idx="821">80000</cx:pt>
          <cx:pt idx="822">80001</cx:pt>
          <cx:pt idx="823">80005</cx:pt>
          <cx:pt idx="824">80009</cx:pt>
          <cx:pt idx="825">80012</cx:pt>
          <cx:pt idx="826">80022</cx:pt>
          <cx:pt idx="827">80025</cx:pt>
          <cx:pt idx="828">80050</cx:pt>
          <cx:pt idx="829">80061</cx:pt>
          <cx:pt idx="830">80069</cx:pt>
          <cx:pt idx="831">80069</cx:pt>
          <cx:pt idx="832">80091</cx:pt>
          <cx:pt idx="833">80125</cx:pt>
          <cx:pt idx="834">80184</cx:pt>
          <cx:pt idx="835">80257</cx:pt>
          <cx:pt idx="836">80279</cx:pt>
          <cx:pt idx="837">80449</cx:pt>
          <cx:pt idx="838">80481</cx:pt>
          <cx:pt idx="839">80502</cx:pt>
          <cx:pt idx="840">80600</cx:pt>
          <cx:pt idx="841">80616</cx:pt>
          <cx:pt idx="842">80650</cx:pt>
          <cx:pt idx="843">80650</cx:pt>
          <cx:pt idx="844">80650</cx:pt>
          <cx:pt idx="845">80650</cx:pt>
          <cx:pt idx="846">80650</cx:pt>
          <cx:pt idx="847">80650</cx:pt>
          <cx:pt idx="848">80658</cx:pt>
          <cx:pt idx="849">80658</cx:pt>
          <cx:pt idx="850">80666</cx:pt>
          <cx:pt idx="851">80670</cx:pt>
          <cx:pt idx="852">80676</cx:pt>
          <cx:pt idx="853">80730</cx:pt>
          <cx:pt idx="854">80805</cx:pt>
          <cx:pt idx="855">80851</cx:pt>
          <cx:pt idx="856">80856</cx:pt>
          <cx:pt idx="857">80908</cx:pt>
          <cx:pt idx="858">80937</cx:pt>
          <cx:pt idx="859">80939</cx:pt>
          <cx:pt idx="860">81000</cx:pt>
          <cx:pt idx="861">81025</cx:pt>
          <cx:pt idx="862">81050</cx:pt>
          <cx:pt idx="863">81073</cx:pt>
          <cx:pt idx="864">81162</cx:pt>
          <cx:pt idx="865">81173</cx:pt>
          <cx:pt idx="866">81176</cx:pt>
          <cx:pt idx="867">81176</cx:pt>
          <cx:pt idx="868">81226</cx:pt>
          <cx:pt idx="869">81256</cx:pt>
          <cx:pt idx="870">81258</cx:pt>
          <cx:pt idx="871">81260</cx:pt>
          <cx:pt idx="872">81343</cx:pt>
          <cx:pt idx="873">81344</cx:pt>
          <cx:pt idx="874">81371</cx:pt>
          <cx:pt idx="875">81379</cx:pt>
          <cx:pt idx="876">81395</cx:pt>
          <cx:pt idx="877">81508</cx:pt>
          <cx:pt idx="878">81525</cx:pt>
          <cx:pt idx="879">81534</cx:pt>
          <cx:pt idx="880">81541</cx:pt>
          <cx:pt idx="881">81732</cx:pt>
          <cx:pt idx="882">81750</cx:pt>
          <cx:pt idx="883">81816</cx:pt>
          <cx:pt idx="884">81868</cx:pt>
          <cx:pt idx="885">81875</cx:pt>
          <cx:pt idx="886">81931</cx:pt>
          <cx:pt idx="887">81933</cx:pt>
          <cx:pt idx="888">81933</cx:pt>
          <cx:pt idx="889">81951</cx:pt>
          <cx:pt idx="890">81976</cx:pt>
          <cx:pt idx="891">82056</cx:pt>
          <cx:pt idx="892">82065</cx:pt>
          <cx:pt idx="893">82198</cx:pt>
          <cx:pt idx="894">82252</cx:pt>
          <cx:pt idx="895">82284</cx:pt>
          <cx:pt idx="896">82301</cx:pt>
          <cx:pt idx="897">82301</cx:pt>
          <cx:pt idx="898">82309</cx:pt>
          <cx:pt idx="899">82460</cx:pt>
          <cx:pt idx="900">82551</cx:pt>
          <cx:pt idx="901">82551</cx:pt>
          <cx:pt idx="902">82642</cx:pt>
          <cx:pt idx="903">82642</cx:pt>
          <cx:pt idx="904">82652</cx:pt>
          <cx:pt idx="905">82709</cx:pt>
          <cx:pt idx="906">82718</cx:pt>
          <cx:pt idx="907">82748</cx:pt>
          <cx:pt idx="908">82765</cx:pt>
          <cx:pt idx="909">82797</cx:pt>
          <cx:pt idx="910">82841</cx:pt>
          <cx:pt idx="911">82919</cx:pt>
          <cx:pt idx="912">82971</cx:pt>
          <cx:pt idx="913">82973</cx:pt>
          <cx:pt idx="914">82973</cx:pt>
          <cx:pt idx="915">82987</cx:pt>
          <cx:pt idx="916">83008</cx:pt>
          <cx:pt idx="917">83158</cx:pt>
          <cx:pt idx="918">83209</cx:pt>
          <cx:pt idx="919">83217</cx:pt>
          <cx:pt idx="920">83238</cx:pt>
          <cx:pt idx="921">83273</cx:pt>
          <cx:pt idx="922">83279</cx:pt>
          <cx:pt idx="923">83281</cx:pt>
          <cx:pt idx="924">83281</cx:pt>
          <cx:pt idx="925">83287</cx:pt>
          <cx:pt idx="926">83301</cx:pt>
          <cx:pt idx="927">83316</cx:pt>
          <cx:pt idx="928">83325</cx:pt>
          <cx:pt idx="929">83330</cx:pt>
          <cx:pt idx="930">83332</cx:pt>
          <cx:pt idx="931">83333</cx:pt>
          <cx:pt idx="932">83333</cx:pt>
          <cx:pt idx="933">83333</cx:pt>
          <cx:pt idx="934">83333</cx:pt>
          <cx:pt idx="935">83333</cx:pt>
          <cx:pt idx="936">83333</cx:pt>
          <cx:pt idx="937">83333</cx:pt>
          <cx:pt idx="938">83342</cx:pt>
          <cx:pt idx="939">83399</cx:pt>
          <cx:pt idx="940">83454</cx:pt>
          <cx:pt idx="941">83457</cx:pt>
          <cx:pt idx="942">83457</cx:pt>
          <cx:pt idx="943">83548</cx:pt>
          <cx:pt idx="944">83601</cx:pt>
          <cx:pt idx="945">83621</cx:pt>
          <cx:pt idx="946">83623</cx:pt>
          <cx:pt idx="947">83648</cx:pt>
          <cx:pt idx="948">83661</cx:pt>
          <cx:pt idx="949">83685</cx:pt>
          <cx:pt idx="950">83743</cx:pt>
          <cx:pt idx="951">83766</cx:pt>
          <cx:pt idx="952">83835</cx:pt>
          <cx:pt idx="953">83845</cx:pt>
          <cx:pt idx="954">83845</cx:pt>
          <cx:pt idx="955">83845</cx:pt>
          <cx:pt idx="956">83845</cx:pt>
          <cx:pt idx="957">83845</cx:pt>
          <cx:pt idx="958">83845</cx:pt>
          <cx:pt idx="959">83854</cx:pt>
          <cx:pt idx="960">83882</cx:pt>
          <cx:pt idx="961">83923</cx:pt>
          <cx:pt idx="962">83961</cx:pt>
          <cx:pt idx="963">83967</cx:pt>
          <cx:pt idx="964">83974</cx:pt>
          <cx:pt idx="965">83990</cx:pt>
          <cx:pt idx="966">83993</cx:pt>
          <cx:pt idx="967">84030</cx:pt>
          <cx:pt idx="968">84155</cx:pt>
          <cx:pt idx="969">84166</cx:pt>
          <cx:pt idx="970">84224</cx:pt>
          <cx:pt idx="971">84246</cx:pt>
          <cx:pt idx="972">84249</cx:pt>
          <cx:pt idx="973">84259</cx:pt>
          <cx:pt idx="974">84268</cx:pt>
          <cx:pt idx="975">84333</cx:pt>
          <cx:pt idx="976">84364</cx:pt>
          <cx:pt idx="977">84381</cx:pt>
          <cx:pt idx="978">84399</cx:pt>
          <cx:pt idx="979">84435</cx:pt>
          <cx:pt idx="980">84506</cx:pt>
          <cx:pt idx="981">84520</cx:pt>
          <cx:pt idx="982">84546</cx:pt>
          <cx:pt idx="983">84593</cx:pt>
          <cx:pt idx="984">84615</cx:pt>
          <cx:pt idx="985">84659</cx:pt>
          <cx:pt idx="986">84690</cx:pt>
          <cx:pt idx="987">84791</cx:pt>
          <cx:pt idx="988">84857</cx:pt>
          <cx:pt idx="989">84857</cx:pt>
          <cx:pt idx="990">84857</cx:pt>
          <cx:pt idx="991">84857</cx:pt>
          <cx:pt idx="992">84872</cx:pt>
          <cx:pt idx="993">84910</cx:pt>
          <cx:pt idx="994">84923</cx:pt>
          <cx:pt idx="995">84939</cx:pt>
          <cx:pt idx="996">84940</cx:pt>
          <cx:pt idx="997">85000</cx:pt>
          <cx:pt idx="998">85016</cx:pt>
          <cx:pt idx="999">85030</cx:pt>
          <cx:pt idx="1000">85037</cx:pt>
          <cx:pt idx="1001">85064</cx:pt>
          <cx:pt idx="1002">85067</cx:pt>
          <cx:pt idx="1003">85078</cx:pt>
          <cx:pt idx="1004">85137</cx:pt>
          <cx:pt idx="1005">85138</cx:pt>
          <cx:pt idx="1006">85179</cx:pt>
          <cx:pt idx="1007">85227</cx:pt>
          <cx:pt idx="1008">85242</cx:pt>
          <cx:pt idx="1009">85257</cx:pt>
          <cx:pt idx="1010">85267</cx:pt>
          <cx:pt idx="1011">85411</cx:pt>
          <cx:pt idx="1012">85637</cx:pt>
          <cx:pt idx="1013">85642</cx:pt>
          <cx:pt idx="1014">85642</cx:pt>
          <cx:pt idx="1015">85710</cx:pt>
          <cx:pt idx="1016">85816</cx:pt>
          <cx:pt idx="1017">85833</cx:pt>
          <cx:pt idx="1018">85868</cx:pt>
          <cx:pt idx="1019">85987</cx:pt>
          <cx:pt idx="1020">86025</cx:pt>
          <cx:pt idx="1021">86038</cx:pt>
          <cx:pt idx="1022">86039</cx:pt>
          <cx:pt idx="1023">86045</cx:pt>
          <cx:pt idx="1024">86049</cx:pt>
          <cx:pt idx="1025">86095</cx:pt>
          <cx:pt idx="1026">86131</cx:pt>
          <cx:pt idx="1027">86175</cx:pt>
          <cx:pt idx="1028">86175</cx:pt>
          <cx:pt idx="1029">86183</cx:pt>
          <cx:pt idx="1030">86318</cx:pt>
          <cx:pt idx="1031">86399</cx:pt>
          <cx:pt idx="1032">86415</cx:pt>
          <cx:pt idx="1033">86467</cx:pt>
          <cx:pt idx="1034">86485</cx:pt>
          <cx:pt idx="1035">86485</cx:pt>
          <cx:pt idx="1036">86507</cx:pt>
          <cx:pt idx="1037">86598</cx:pt>
          <cx:pt idx="1038">86610</cx:pt>
          <cx:pt idx="1039">86636</cx:pt>
          <cx:pt idx="1040">86655</cx:pt>
          <cx:pt idx="1041">86658</cx:pt>
          <cx:pt idx="1042">86665</cx:pt>
          <cx:pt idx="1043">86666</cx:pt>
          <cx:pt idx="1044">86666</cx:pt>
          <cx:pt idx="1045">86667</cx:pt>
          <cx:pt idx="1046">86667</cx:pt>
          <cx:pt idx="1047">86683</cx:pt>
          <cx:pt idx="1048">86683</cx:pt>
          <cx:pt idx="1049">86692</cx:pt>
          <cx:pt idx="1050">86708</cx:pt>
          <cx:pt idx="1051">86767</cx:pt>
          <cx:pt idx="1052">86808</cx:pt>
          <cx:pt idx="1053">86816</cx:pt>
          <cx:pt idx="1054">86849</cx:pt>
          <cx:pt idx="1055">86908</cx:pt>
          <cx:pt idx="1056">87098</cx:pt>
          <cx:pt idx="1057">87417</cx:pt>
          <cx:pt idx="1058">87466</cx:pt>
          <cx:pt idx="1059">87496</cx:pt>
          <cx:pt idx="1060">87535</cx:pt>
          <cx:pt idx="1061">87538</cx:pt>
          <cx:pt idx="1062">87570</cx:pt>
          <cx:pt idx="1063">87572</cx:pt>
          <cx:pt idx="1064">87617</cx:pt>
          <cx:pt idx="1065">87651</cx:pt>
          <cx:pt idx="1066">87666</cx:pt>
          <cx:pt idx="1067">87679</cx:pt>
          <cx:pt idx="1068">87703</cx:pt>
          <cx:pt idx="1069">87791</cx:pt>
          <cx:pt idx="1070">87795</cx:pt>
          <cx:pt idx="1071">88059</cx:pt>
          <cx:pt idx="1072">88060</cx:pt>
          <cx:pt idx="1073">88100</cx:pt>
          <cx:pt idx="1074">88100</cx:pt>
          <cx:pt idx="1075">88125</cx:pt>
          <cx:pt idx="1076">88156</cx:pt>
          <cx:pt idx="1077">88161</cx:pt>
          <cx:pt idx="1078">88176</cx:pt>
          <cx:pt idx="1079">88232</cx:pt>
          <cx:pt idx="1080">88280</cx:pt>
          <cx:pt idx="1081">88321</cx:pt>
          <cx:pt idx="1082">88333</cx:pt>
          <cx:pt idx="1083">88465</cx:pt>
          <cx:pt idx="1084">88511</cx:pt>
          <cx:pt idx="1085">88524</cx:pt>
          <cx:pt idx="1086">88534</cx:pt>
          <cx:pt idx="1087">88535</cx:pt>
          <cx:pt idx="1088">88537</cx:pt>
          <cx:pt idx="1089">88568</cx:pt>
          <cx:pt idx="1090">88648</cx:pt>
          <cx:pt idx="1091">88666</cx:pt>
          <cx:pt idx="1092">88835</cx:pt>
          <cx:pt idx="1093">88922</cx:pt>
          <cx:pt idx="1094">88943</cx:pt>
          <cx:pt idx="1095">88966</cx:pt>
          <cx:pt idx="1096">88971</cx:pt>
          <cx:pt idx="1097">89015</cx:pt>
          <cx:pt idx="1098">89118</cx:pt>
          <cx:pt idx="1099">89118</cx:pt>
          <cx:pt idx="1100">89125</cx:pt>
          <cx:pt idx="1101">89181</cx:pt>
          <cx:pt idx="1102">89221</cx:pt>
          <cx:pt idx="1103">89283</cx:pt>
          <cx:pt idx="1104">89315</cx:pt>
          <cx:pt idx="1105">89337</cx:pt>
          <cx:pt idx="1106">89390</cx:pt>
          <cx:pt idx="1107">89400</cx:pt>
          <cx:pt idx="1108">89455</cx:pt>
          <cx:pt idx="1109">89464</cx:pt>
          <cx:pt idx="1110">89683</cx:pt>
          <cx:pt idx="1111">89745</cx:pt>
          <cx:pt idx="1112">89829</cx:pt>
          <cx:pt idx="1113">89925</cx:pt>
          <cx:pt idx="1114">89953</cx:pt>
          <cx:pt idx="1115">89978</cx:pt>
          <cx:pt idx="1116">89996</cx:pt>
          <cx:pt idx="1117">89999</cx:pt>
          <cx:pt idx="1118">90000</cx:pt>
          <cx:pt idx="1119">90000</cx:pt>
          <cx:pt idx="1120">90000</cx:pt>
          <cx:pt idx="1121">90000</cx:pt>
          <cx:pt idx="1122">90000</cx:pt>
          <cx:pt idx="1123">90000</cx:pt>
          <cx:pt idx="1124">90000</cx:pt>
          <cx:pt idx="1125">90000</cx:pt>
          <cx:pt idx="1126">90000</cx:pt>
          <cx:pt idx="1127">90000</cx:pt>
          <cx:pt idx="1128">90000</cx:pt>
          <cx:pt idx="1129">90000</cx:pt>
          <cx:pt idx="1130">90000</cx:pt>
          <cx:pt idx="1131">90000</cx:pt>
          <cx:pt idx="1132">90000</cx:pt>
          <cx:pt idx="1133">90000</cx:pt>
          <cx:pt idx="1134">90000</cx:pt>
          <cx:pt idx="1135">90000</cx:pt>
          <cx:pt idx="1136">90000</cx:pt>
          <cx:pt idx="1137">90000</cx:pt>
          <cx:pt idx="1138">90000</cx:pt>
          <cx:pt idx="1139">90000</cx:pt>
          <cx:pt idx="1140">90000</cx:pt>
          <cx:pt idx="1141">90000</cx:pt>
          <cx:pt idx="1142">90000</cx:pt>
          <cx:pt idx="1143">90000</cx:pt>
          <cx:pt idx="1144">90000</cx:pt>
          <cx:pt idx="1145">90000</cx:pt>
          <cx:pt idx="1146">90000</cx:pt>
          <cx:pt idx="1147">90000</cx:pt>
          <cx:pt idx="1148">90000</cx:pt>
          <cx:pt idx="1149">90000</cx:pt>
          <cx:pt idx="1150">90000</cx:pt>
          <cx:pt idx="1151">90000</cx:pt>
          <cx:pt idx="1152">90000</cx:pt>
          <cx:pt idx="1153">90000</cx:pt>
          <cx:pt idx="1154">90000</cx:pt>
          <cx:pt idx="1155">90000</cx:pt>
          <cx:pt idx="1156">90000</cx:pt>
          <cx:pt idx="1157">90000</cx:pt>
          <cx:pt idx="1158">90000</cx:pt>
          <cx:pt idx="1159">90001</cx:pt>
          <cx:pt idx="1160">90002</cx:pt>
          <cx:pt idx="1161">90066</cx:pt>
          <cx:pt idx="1162">90109</cx:pt>
          <cx:pt idx="1163">90150</cx:pt>
          <cx:pt idx="1164">90187</cx:pt>
          <cx:pt idx="1165">90188</cx:pt>
          <cx:pt idx="1166">90200</cx:pt>
          <cx:pt idx="1167">90211</cx:pt>
          <cx:pt idx="1168">90233</cx:pt>
          <cx:pt idx="1169">90241</cx:pt>
          <cx:pt idx="1170">90247</cx:pt>
          <cx:pt idx="1171">90311</cx:pt>
          <cx:pt idx="1172">90332</cx:pt>
          <cx:pt idx="1173">90333</cx:pt>
          <cx:pt idx="1174">90333</cx:pt>
          <cx:pt idx="1175">90387</cx:pt>
          <cx:pt idx="1176">90400</cx:pt>
          <cx:pt idx="1177">90408</cx:pt>
          <cx:pt idx="1178">90415</cx:pt>
          <cx:pt idx="1179">90441</cx:pt>
          <cx:pt idx="1180">90480</cx:pt>
          <cx:pt idx="1181">90500</cx:pt>
          <cx:pt idx="1182">90500</cx:pt>
          <cx:pt idx="1183">90526</cx:pt>
          <cx:pt idx="1184">90541</cx:pt>
          <cx:pt idx="1185">90546</cx:pt>
          <cx:pt idx="1186">90579</cx:pt>
          <cx:pt idx="1187">90605</cx:pt>
          <cx:pt idx="1188">90633</cx:pt>
          <cx:pt idx="1189">90658</cx:pt>
          <cx:pt idx="1190">90658</cx:pt>
          <cx:pt idx="1191">90685</cx:pt>
          <cx:pt idx="1192">90714</cx:pt>
          <cx:pt idx="1193">90716</cx:pt>
          <cx:pt idx="1194">90731</cx:pt>
          <cx:pt idx="1195">90733</cx:pt>
          <cx:pt idx="1196">90750</cx:pt>
          <cx:pt idx="1197">90750</cx:pt>
          <cx:pt idx="1198">90800</cx:pt>
          <cx:pt idx="1199">90828</cx:pt>
          <cx:pt idx="1200">90828</cx:pt>
          <cx:pt idx="1201">90872</cx:pt>
          <cx:pt idx="1202">90872</cx:pt>
          <cx:pt idx="1203">90983</cx:pt>
          <cx:pt idx="1204">91000</cx:pt>
          <cx:pt idx="1205">91018</cx:pt>
          <cx:pt idx="1206">91033</cx:pt>
          <cx:pt idx="1207">91033</cx:pt>
          <cx:pt idx="1208">91033</cx:pt>
          <cx:pt idx="1209">91033</cx:pt>
          <cx:pt idx="1210">91033</cx:pt>
          <cx:pt idx="1211">91033</cx:pt>
          <cx:pt idx="1212">91042</cx:pt>
          <cx:pt idx="1213">91054</cx:pt>
          <cx:pt idx="1214">91066</cx:pt>
          <cx:pt idx="1215">91084</cx:pt>
          <cx:pt idx="1216">91101</cx:pt>
          <cx:pt idx="1217">91150</cx:pt>
          <cx:pt idx="1218">91166</cx:pt>
          <cx:pt idx="1219">91177</cx:pt>
          <cx:pt idx="1220">91200</cx:pt>
          <cx:pt idx="1221">91250</cx:pt>
          <cx:pt idx="1222">91250</cx:pt>
          <cx:pt idx="1223">91350</cx:pt>
          <cx:pt idx="1224">91353</cx:pt>
          <cx:pt idx="1225">91362</cx:pt>
          <cx:pt idx="1226">91371</cx:pt>
          <cx:pt idx="1227">91375</cx:pt>
          <cx:pt idx="1228">91383</cx:pt>
          <cx:pt idx="1229">91433</cx:pt>
          <cx:pt idx="1230">91495</cx:pt>
          <cx:pt idx="1231">91500</cx:pt>
          <cx:pt idx="1232">91536</cx:pt>
          <cx:pt idx="1233">91565</cx:pt>
          <cx:pt idx="1234">91624</cx:pt>
          <cx:pt idx="1235">91649</cx:pt>
          <cx:pt idx="1236">91666</cx:pt>
          <cx:pt idx="1237">91675</cx:pt>
          <cx:pt idx="1238">91704</cx:pt>
          <cx:pt idx="1239">91716</cx:pt>
          <cx:pt idx="1240">91775</cx:pt>
          <cx:pt idx="1241">91792</cx:pt>
          <cx:pt idx="1242">91811</cx:pt>
          <cx:pt idx="1243">91843</cx:pt>
          <cx:pt idx="1244">91860</cx:pt>
          <cx:pt idx="1245">91866</cx:pt>
          <cx:pt idx="1246">91880</cx:pt>
          <cx:pt idx="1247">91891</cx:pt>
          <cx:pt idx="1248">91918</cx:pt>
          <cx:pt idx="1249">91933</cx:pt>
          <cx:pt idx="1250">91933</cx:pt>
          <cx:pt idx="1251">91933</cx:pt>
          <cx:pt idx="1252">91936</cx:pt>
          <cx:pt idx="1253">91950</cx:pt>
          <cx:pt idx="1254">92015</cx:pt>
          <cx:pt idx="1255">92083</cx:pt>
          <cx:pt idx="1256">92164</cx:pt>
          <cx:pt idx="1257">92166</cx:pt>
          <cx:pt idx="1258">92197</cx:pt>
          <cx:pt idx="1259">92222</cx:pt>
          <cx:pt idx="1260">92250</cx:pt>
          <cx:pt idx="1261">92253</cx:pt>
          <cx:pt idx="1262">92272</cx:pt>
          <cx:pt idx="1263">92437</cx:pt>
          <cx:pt idx="1264">92454</cx:pt>
          <cx:pt idx="1265">92467</cx:pt>
          <cx:pt idx="1266">92486</cx:pt>
          <cx:pt idx="1267">92500</cx:pt>
          <cx:pt idx="1268">92500</cx:pt>
          <cx:pt idx="1269">92502</cx:pt>
          <cx:pt idx="1270">92596</cx:pt>
          <cx:pt idx="1271">92650</cx:pt>
          <cx:pt idx="1272">92650</cx:pt>
          <cx:pt idx="1273">92676</cx:pt>
          <cx:pt idx="1274">92683</cx:pt>
          <cx:pt idx="1275">92752</cx:pt>
          <cx:pt idx="1276">92833</cx:pt>
          <cx:pt idx="1277">92833</cx:pt>
          <cx:pt idx="1278">92847</cx:pt>
          <cx:pt idx="1279">92879</cx:pt>
          <cx:pt idx="1280">92927</cx:pt>
          <cx:pt idx="1281">92984</cx:pt>
          <cx:pt idx="1282">93056</cx:pt>
          <cx:pt idx="1283">93074</cx:pt>
          <cx:pt idx="1284">93164</cx:pt>
          <cx:pt idx="1285">93172</cx:pt>
          <cx:pt idx="1286">93219</cx:pt>
          <cx:pt idx="1287">93230</cx:pt>
          <cx:pt idx="1288">93262</cx:pt>
          <cx:pt idx="1289">93266</cx:pt>
          <cx:pt idx="1290">93315</cx:pt>
          <cx:pt idx="1291">93315</cx:pt>
          <cx:pt idx="1292">93315</cx:pt>
          <cx:pt idx="1293">93315</cx:pt>
          <cx:pt idx="1294">93315</cx:pt>
          <cx:pt idx="1295">93315</cx:pt>
          <cx:pt idx="1296">93317</cx:pt>
          <cx:pt idx="1297">93325</cx:pt>
          <cx:pt idx="1298">93326</cx:pt>
          <cx:pt idx="1299">93327</cx:pt>
          <cx:pt idx="1300">93331</cx:pt>
          <cx:pt idx="1301">93333</cx:pt>
          <cx:pt idx="1302">93333</cx:pt>
          <cx:pt idx="1303">93334</cx:pt>
          <cx:pt idx="1304">93341</cx:pt>
          <cx:pt idx="1305">93345</cx:pt>
          <cx:pt idx="1306">93346</cx:pt>
          <cx:pt idx="1307">93404</cx:pt>
          <cx:pt idx="1308">93456</cx:pt>
          <cx:pt idx="1309">93499</cx:pt>
          <cx:pt idx="1310">93560</cx:pt>
          <cx:pt idx="1311">93578</cx:pt>
          <cx:pt idx="1312">93593</cx:pt>
          <cx:pt idx="1313">93616</cx:pt>
          <cx:pt idx="1314">93670</cx:pt>
          <cx:pt idx="1315">93681</cx:pt>
          <cx:pt idx="1316">93681</cx:pt>
          <cx:pt idx="1317">93766</cx:pt>
          <cx:pt idx="1318">93811</cx:pt>
          <cx:pt idx="1319">93825</cx:pt>
          <cx:pt idx="1320">93825</cx:pt>
          <cx:pt idx="1321">93858</cx:pt>
          <cx:pt idx="1322">93904</cx:pt>
          <cx:pt idx="1323">94016</cx:pt>
          <cx:pt idx="1324">94024</cx:pt>
          <cx:pt idx="1325">94075</cx:pt>
          <cx:pt idx="1326">94166</cx:pt>
          <cx:pt idx="1327">94170</cx:pt>
          <cx:pt idx="1328">94211</cx:pt>
          <cx:pt idx="1329">94233</cx:pt>
          <cx:pt idx="1330">94250</cx:pt>
          <cx:pt idx="1331">94252</cx:pt>
          <cx:pt idx="1332">94257</cx:pt>
          <cx:pt idx="1333">94331</cx:pt>
          <cx:pt idx="1334">94369</cx:pt>
          <cx:pt idx="1335">94369</cx:pt>
          <cx:pt idx="1336">94383</cx:pt>
          <cx:pt idx="1337">94389</cx:pt>
          <cx:pt idx="1338">94404</cx:pt>
          <cx:pt idx="1339">94447</cx:pt>
          <cx:pt idx="1340">94488</cx:pt>
          <cx:pt idx="1341">94566</cx:pt>
          <cx:pt idx="1342">94601</cx:pt>
          <cx:pt idx="1343">94607</cx:pt>
          <cx:pt idx="1344">94658</cx:pt>
          <cx:pt idx="1345">94710</cx:pt>
          <cx:pt idx="1346">94760</cx:pt>
          <cx:pt idx="1347">94763</cx:pt>
          <cx:pt idx="1348">94764</cx:pt>
          <cx:pt idx="1349">94803</cx:pt>
          <cx:pt idx="1350">94902</cx:pt>
          <cx:pt idx="1351">94916</cx:pt>
          <cx:pt idx="1352">94950</cx:pt>
          <cx:pt idx="1353">94991</cx:pt>
          <cx:pt idx="1354">95000</cx:pt>
          <cx:pt idx="1355">95000</cx:pt>
          <cx:pt idx="1356">95047</cx:pt>
          <cx:pt idx="1357">95050</cx:pt>
          <cx:pt idx="1358">95061</cx:pt>
          <cx:pt idx="1359">95083</cx:pt>
          <cx:pt idx="1360">95103</cx:pt>
          <cx:pt idx="1361">95183</cx:pt>
          <cx:pt idx="1362">95250</cx:pt>
          <cx:pt idx="1363">95263</cx:pt>
          <cx:pt idx="1364">95275</cx:pt>
          <cx:pt idx="1365">95328</cx:pt>
          <cx:pt idx="1366">95339</cx:pt>
          <cx:pt idx="1367">95348</cx:pt>
          <cx:pt idx="1368">95361</cx:pt>
          <cx:pt idx="1369">95391</cx:pt>
          <cx:pt idx="1370">95434</cx:pt>
          <cx:pt idx="1371">95451</cx:pt>
          <cx:pt idx="1372">95477</cx:pt>
          <cx:pt idx="1373">95499</cx:pt>
          <cx:pt idx="1374">95634</cx:pt>
          <cx:pt idx="1375">95634</cx:pt>
          <cx:pt idx="1376">95634</cx:pt>
          <cx:pt idx="1377">95657</cx:pt>
          <cx:pt idx="1378">95671</cx:pt>
          <cx:pt idx="1379">95693</cx:pt>
          <cx:pt idx="1380">95715</cx:pt>
          <cx:pt idx="1381">95736</cx:pt>
          <cx:pt idx="1382">95750</cx:pt>
          <cx:pt idx="1383">95862</cx:pt>
          <cx:pt idx="1384">95922</cx:pt>
          <cx:pt idx="1385">95924</cx:pt>
          <cx:pt idx="1386">95965</cx:pt>
          <cx:pt idx="1387">96012</cx:pt>
          <cx:pt idx="1388">96012</cx:pt>
          <cx:pt idx="1389">96022</cx:pt>
          <cx:pt idx="1390">96063</cx:pt>
          <cx:pt idx="1391">96106</cx:pt>
          <cx:pt idx="1392">96129</cx:pt>
          <cx:pt idx="1393">96141</cx:pt>
          <cx:pt idx="1394">96176</cx:pt>
          <cx:pt idx="1395">96216</cx:pt>
          <cx:pt idx="1396">96283</cx:pt>
          <cx:pt idx="1397">96283</cx:pt>
          <cx:pt idx="1398">96351</cx:pt>
          <cx:pt idx="1399">96422</cx:pt>
          <cx:pt idx="1400">96428</cx:pt>
          <cx:pt idx="1401">96466</cx:pt>
          <cx:pt idx="1402">96505</cx:pt>
          <cx:pt idx="1403">96533</cx:pt>
          <cx:pt idx="1404">96534</cx:pt>
          <cx:pt idx="1405">96534</cx:pt>
          <cx:pt idx="1406">96540</cx:pt>
          <cx:pt idx="1407">96615</cx:pt>
          <cx:pt idx="1408">96647</cx:pt>
          <cx:pt idx="1409">96658</cx:pt>
          <cx:pt idx="1410">96665</cx:pt>
          <cx:pt idx="1411">96666</cx:pt>
          <cx:pt idx="1412">96666</cx:pt>
          <cx:pt idx="1413">96666</cx:pt>
          <cx:pt idx="1414">96666</cx:pt>
          <cx:pt idx="1415">96666</cx:pt>
          <cx:pt idx="1416">96666</cx:pt>
          <cx:pt idx="1417">96666</cx:pt>
          <cx:pt idx="1418">96666</cx:pt>
          <cx:pt idx="1419">96666</cx:pt>
          <cx:pt idx="1420">96666</cx:pt>
          <cx:pt idx="1421">96666</cx:pt>
          <cx:pt idx="1422">96666</cx:pt>
          <cx:pt idx="1423">96666</cx:pt>
          <cx:pt idx="1424">96683</cx:pt>
          <cx:pt idx="1425">96717</cx:pt>
          <cx:pt idx="1426">96727</cx:pt>
          <cx:pt idx="1427">96750</cx:pt>
          <cx:pt idx="1428">96784</cx:pt>
          <cx:pt idx="1429">96800</cx:pt>
          <cx:pt idx="1430">96800</cx:pt>
          <cx:pt idx="1431">96800</cx:pt>
          <cx:pt idx="1432">96800</cx:pt>
          <cx:pt idx="1433">96800</cx:pt>
          <cx:pt idx="1434">96800</cx:pt>
          <cx:pt idx="1435">96800</cx:pt>
          <cx:pt idx="1436">96839</cx:pt>
          <cx:pt idx="1437">96870</cx:pt>
          <cx:pt idx="1438">97006</cx:pt>
          <cx:pt idx="1439">97020</cx:pt>
          <cx:pt idx="1440">97044</cx:pt>
          <cx:pt idx="1441">97074</cx:pt>
          <cx:pt idx="1442">97153</cx:pt>
          <cx:pt idx="1443">97186</cx:pt>
          <cx:pt idx="1444">97233</cx:pt>
          <cx:pt idx="1445">97234</cx:pt>
          <cx:pt idx="1446">97249</cx:pt>
          <cx:pt idx="1447">97281</cx:pt>
          <cx:pt idx="1448">97350</cx:pt>
          <cx:pt idx="1449">97361</cx:pt>
          <cx:pt idx="1450">97361</cx:pt>
          <cx:pt idx="1451">97361</cx:pt>
          <cx:pt idx="1452">97361</cx:pt>
          <cx:pt idx="1453">97361</cx:pt>
          <cx:pt idx="1454">97361</cx:pt>
          <cx:pt idx="1455">97370</cx:pt>
          <cx:pt idx="1456">97400</cx:pt>
          <cx:pt idx="1457">97416</cx:pt>
          <cx:pt idx="1458">97500</cx:pt>
          <cx:pt idx="1459">97527</cx:pt>
          <cx:pt idx="1460">97605</cx:pt>
          <cx:pt idx="1461">97606</cx:pt>
          <cx:pt idx="1462">97606</cx:pt>
          <cx:pt idx="1463">97632</cx:pt>
          <cx:pt idx="1464">97635</cx:pt>
          <cx:pt idx="1465">97652</cx:pt>
          <cx:pt idx="1466">97673</cx:pt>
          <cx:pt idx="1467">97678</cx:pt>
          <cx:pt idx="1468">97720</cx:pt>
          <cx:pt idx="1469">97728</cx:pt>
          <cx:pt idx="1470">97731</cx:pt>
          <cx:pt idx="1471">97731</cx:pt>
          <cx:pt idx="1472">97744</cx:pt>
          <cx:pt idx="1473">97841</cx:pt>
          <cx:pt idx="1474">97876</cx:pt>
          <cx:pt idx="1475">97923</cx:pt>
          <cx:pt idx="1476">98000</cx:pt>
          <cx:pt idx="1477">98009</cx:pt>
          <cx:pt idx="1478">98118</cx:pt>
          <cx:pt idx="1479">98175</cx:pt>
          <cx:pt idx="1480">98213</cx:pt>
          <cx:pt idx="1481">98261</cx:pt>
          <cx:pt idx="1482">98277</cx:pt>
          <cx:pt idx="1483">98278</cx:pt>
          <cx:pt idx="1484">98282</cx:pt>
          <cx:pt idx="1485">98282</cx:pt>
          <cx:pt idx="1486">98382</cx:pt>
          <cx:pt idx="1487">98483</cx:pt>
          <cx:pt idx="1488">98552</cx:pt>
          <cx:pt idx="1489">98569</cx:pt>
          <cx:pt idx="1490">98580</cx:pt>
          <cx:pt idx="1491">98583</cx:pt>
          <cx:pt idx="1492">98678</cx:pt>
          <cx:pt idx="1493">98684</cx:pt>
          <cx:pt idx="1494">98706</cx:pt>
          <cx:pt idx="1495">98733</cx:pt>
          <cx:pt idx="1496">98733</cx:pt>
          <cx:pt idx="1497">98758</cx:pt>
          <cx:pt idx="1498">98778</cx:pt>
          <cx:pt idx="1499">98800</cx:pt>
          <cx:pt idx="1500">98978</cx:pt>
          <cx:pt idx="1501">99000</cx:pt>
          <cx:pt idx="1502">99000</cx:pt>
          <cx:pt idx="1503">99009</cx:pt>
          <cx:pt idx="1504">99011</cx:pt>
          <cx:pt idx="1505">99013</cx:pt>
          <cx:pt idx="1506">99049</cx:pt>
          <cx:pt idx="1507">99132</cx:pt>
          <cx:pt idx="1508">99141</cx:pt>
          <cx:pt idx="1509">99150</cx:pt>
          <cx:pt idx="1510">99216</cx:pt>
          <cx:pt idx="1511">99244</cx:pt>
          <cx:pt idx="1512">99277</cx:pt>
          <cx:pt idx="1513">99325</cx:pt>
          <cx:pt idx="1514">99333</cx:pt>
          <cx:pt idx="1515">99334</cx:pt>
          <cx:pt idx="1516">99364</cx:pt>
          <cx:pt idx="1517">99366</cx:pt>
          <cx:pt idx="1518">99368</cx:pt>
          <cx:pt idx="1519">99369</cx:pt>
          <cx:pt idx="1520">99392</cx:pt>
          <cx:pt idx="1521">99455</cx:pt>
          <cx:pt idx="1522">99470</cx:pt>
          <cx:pt idx="1523">99498</cx:pt>
          <cx:pt idx="1524">99500</cx:pt>
          <cx:pt idx="1525">99511</cx:pt>
          <cx:pt idx="1526">99564</cx:pt>
          <cx:pt idx="1527">99564</cx:pt>
          <cx:pt idx="1528">99598</cx:pt>
          <cx:pt idx="1529">99622</cx:pt>
          <cx:pt idx="1530">99691</cx:pt>
          <cx:pt idx="1531">99691</cx:pt>
          <cx:pt idx="1532">99699</cx:pt>
          <cx:pt idx="1533">99702</cx:pt>
          <cx:pt idx="1534">99757</cx:pt>
          <cx:pt idx="1535">99761</cx:pt>
          <cx:pt idx="1536">99783</cx:pt>
          <cx:pt idx="1537">99833</cx:pt>
          <cx:pt idx="1538">99862</cx:pt>
          <cx:pt idx="1539">99881</cx:pt>
          <cx:pt idx="1540">99895</cx:pt>
          <cx:pt idx="1541">99908</cx:pt>
          <cx:pt idx="1542">99968</cx:pt>
          <cx:pt idx="1543">99972</cx:pt>
          <cx:pt idx="1544">99981</cx:pt>
          <cx:pt idx="1545">99985</cx:pt>
          <cx:pt idx="1546">99991</cx:pt>
          <cx:pt idx="1547">99991</cx:pt>
          <cx:pt idx="1548">99994</cx:pt>
          <cx:pt idx="1549">99996</cx:pt>
          <cx:pt idx="1550">99996</cx:pt>
          <cx:pt idx="1551">99996</cx:pt>
          <cx:pt idx="1552">99996</cx:pt>
          <cx:pt idx="1553">99996</cx:pt>
          <cx:pt idx="1554">99996</cx:pt>
          <cx:pt idx="1555">99997</cx:pt>
          <cx:pt idx="1556">99999</cx:pt>
          <cx:pt idx="1557">99999</cx:pt>
          <cx:pt idx="1558">99999</cx:pt>
          <cx:pt idx="1559">99999</cx:pt>
          <cx:pt idx="1560">99999</cx:pt>
          <cx:pt idx="1561">99999</cx:pt>
          <cx:pt idx="1562">100000</cx:pt>
          <cx:pt idx="1563">100000</cx:pt>
          <cx:pt idx="1564">100000</cx:pt>
          <cx:pt idx="1565">100000</cx:pt>
          <cx:pt idx="1566">100000</cx:pt>
          <cx:pt idx="1567">100000</cx:pt>
          <cx:pt idx="1568">100000</cx:pt>
          <cx:pt idx="1569">100000</cx:pt>
          <cx:pt idx="1570">100000</cx:pt>
          <cx:pt idx="1571">100000</cx:pt>
          <cx:pt idx="1572">100000</cx:pt>
          <cx:pt idx="1573">100000</cx:pt>
          <cx:pt idx="1574">100000</cx:pt>
          <cx:pt idx="1575">100000</cx:pt>
          <cx:pt idx="1576">100000</cx:pt>
          <cx:pt idx="1577">100000</cx:pt>
          <cx:pt idx="1578">100000</cx:pt>
          <cx:pt idx="1579">100000</cx:pt>
          <cx:pt idx="1580">100000</cx:pt>
          <cx:pt idx="1581">100000</cx:pt>
          <cx:pt idx="1582">100000</cx:pt>
          <cx:pt idx="1583">100000</cx:pt>
          <cx:pt idx="1584">100000</cx:pt>
          <cx:pt idx="1585">100000</cx:pt>
          <cx:pt idx="1586">100000</cx:pt>
          <cx:pt idx="1587">100000</cx:pt>
          <cx:pt idx="1588">100000</cx:pt>
          <cx:pt idx="1589">100000</cx:pt>
          <cx:pt idx="1590">100000</cx:pt>
          <cx:pt idx="1591">100000</cx:pt>
          <cx:pt idx="1592">100000</cx:pt>
          <cx:pt idx="1593">100000</cx:pt>
          <cx:pt idx="1594">100000</cx:pt>
          <cx:pt idx="1595">100000</cx:pt>
          <cx:pt idx="1596">100000</cx:pt>
          <cx:pt idx="1597">100000</cx:pt>
          <cx:pt idx="1598">100000</cx:pt>
          <cx:pt idx="1599">100000</cx:pt>
          <cx:pt idx="1600">100000</cx:pt>
          <cx:pt idx="1601">100000</cx:pt>
          <cx:pt idx="1602">100000</cx:pt>
          <cx:pt idx="1603">100000</cx:pt>
          <cx:pt idx="1604">100000</cx:pt>
          <cx:pt idx="1605">100000</cx:pt>
          <cx:pt idx="1606">100000</cx:pt>
          <cx:pt idx="1607">100000</cx:pt>
          <cx:pt idx="1608">100000</cx:pt>
          <cx:pt idx="1609">100000</cx:pt>
          <cx:pt idx="1610">100000</cx:pt>
          <cx:pt idx="1611">100000</cx:pt>
          <cx:pt idx="1612">100000</cx:pt>
          <cx:pt idx="1613">100000</cx:pt>
          <cx:pt idx="1614">100000</cx:pt>
          <cx:pt idx="1615">100008</cx:pt>
          <cx:pt idx="1616">100011</cx:pt>
          <cx:pt idx="1617">100067</cx:pt>
          <cx:pt idx="1618">100096</cx:pt>
          <cx:pt idx="1619">100106</cx:pt>
          <cx:pt idx="1620">100114</cx:pt>
          <cx:pt idx="1621">100125</cx:pt>
          <cx:pt idx="1622">100125</cx:pt>
          <cx:pt idx="1623">100133</cx:pt>
          <cx:pt idx="1624">100181</cx:pt>
          <cx:pt idx="1625">100181</cx:pt>
          <cx:pt idx="1626">100190</cx:pt>
          <cx:pt idx="1627">100221</cx:pt>
          <cx:pt idx="1628">100242</cx:pt>
          <cx:pt idx="1629">100250</cx:pt>
          <cx:pt idx="1630">100250</cx:pt>
          <cx:pt idx="1631">100254</cx:pt>
          <cx:pt idx="1632">100299</cx:pt>
          <cx:pt idx="1633">100300</cx:pt>
          <cx:pt idx="1634">100325</cx:pt>
          <cx:pt idx="1635">100356</cx:pt>
          <cx:pt idx="1636">100388</cx:pt>
          <cx:pt idx="1637">100452</cx:pt>
          <cx:pt idx="1638">100474</cx:pt>
          <cx:pt idx="1639">100487</cx:pt>
          <cx:pt idx="1640">100487</cx:pt>
          <cx:pt idx="1641">100487</cx:pt>
          <cx:pt idx="1642">100487</cx:pt>
          <cx:pt idx="1643">100575</cx:pt>
          <cx:pt idx="1644">100618</cx:pt>
          <cx:pt idx="1645">100625</cx:pt>
          <cx:pt idx="1646">100641</cx:pt>
          <cx:pt idx="1647">100715</cx:pt>
          <cx:pt idx="1648">100730</cx:pt>
          <cx:pt idx="1649">100741</cx:pt>
          <cx:pt idx="1650">100743</cx:pt>
          <cx:pt idx="1651">100746</cx:pt>
          <cx:pt idx="1652">100777</cx:pt>
          <cx:pt idx="1653">100801</cx:pt>
          <cx:pt idx="1654">100816</cx:pt>
          <cx:pt idx="1655">100829</cx:pt>
          <cx:pt idx="1656">100833</cx:pt>
          <cx:pt idx="1657">100833</cx:pt>
          <cx:pt idx="1658">100840</cx:pt>
          <cx:pt idx="1659">100844</cx:pt>
          <cx:pt idx="1660">100860</cx:pt>
          <cx:pt idx="1661">100883</cx:pt>
          <cx:pt idx="1662">100928</cx:pt>
          <cx:pt idx="1663">100928</cx:pt>
          <cx:pt idx="1664">100933</cx:pt>
          <cx:pt idx="1665">101000</cx:pt>
          <cx:pt idx="1666">101109</cx:pt>
          <cx:pt idx="1667">101126</cx:pt>
          <cx:pt idx="1668">101150</cx:pt>
          <cx:pt idx="1669">101150</cx:pt>
          <cx:pt idx="1670">101166</cx:pt>
          <cx:pt idx="1671">101170</cx:pt>
          <cx:pt idx="1672">101191</cx:pt>
          <cx:pt idx="1673">101250</cx:pt>
          <cx:pt idx="1674">101283</cx:pt>
          <cx:pt idx="1675">101304</cx:pt>
          <cx:pt idx="1676">101324</cx:pt>
          <cx:pt idx="1677">101352</cx:pt>
          <cx:pt idx="1678">101367</cx:pt>
          <cx:pt idx="1679">101422</cx:pt>
          <cx:pt idx="1680">101436</cx:pt>
          <cx:pt idx="1681">101485</cx:pt>
          <cx:pt idx="1682">101485</cx:pt>
          <cx:pt idx="1683">101506</cx:pt>
          <cx:pt idx="1684">101513</cx:pt>
          <cx:pt idx="1685">101550</cx:pt>
          <cx:pt idx="1686">101555</cx:pt>
          <cx:pt idx="1687">101583</cx:pt>
          <cx:pt idx="1688">101670</cx:pt>
          <cx:pt idx="1689">101707</cx:pt>
          <cx:pt idx="1690">101743</cx:pt>
          <cx:pt idx="1691">101750</cx:pt>
          <cx:pt idx="1692">101752</cx:pt>
          <cx:pt idx="1693">101867</cx:pt>
          <cx:pt idx="1694">101875</cx:pt>
          <cx:pt idx="1695">101916</cx:pt>
          <cx:pt idx="1696">101939</cx:pt>
          <cx:pt idx="1697">101946</cx:pt>
          <cx:pt idx="1698">101955</cx:pt>
          <cx:pt idx="1699">101974</cx:pt>
          <cx:pt idx="1700">102000</cx:pt>
          <cx:pt idx="1701">102009</cx:pt>
          <cx:pt idx="1702">102048</cx:pt>
          <cx:pt idx="1703">102065</cx:pt>
          <cx:pt idx="1704">102100</cx:pt>
          <cx:pt idx="1705">102109</cx:pt>
          <cx:pt idx="1706">102156</cx:pt>
          <cx:pt idx="1707">102156</cx:pt>
          <cx:pt idx="1708">102222</cx:pt>
          <cx:pt idx="1709">102246</cx:pt>
          <cx:pt idx="1710">102254</cx:pt>
          <cx:pt idx="1711">102271</cx:pt>
          <cx:pt idx="1712">102283</cx:pt>
          <cx:pt idx="1713">102297</cx:pt>
          <cx:pt idx="1714">102312</cx:pt>
          <cx:pt idx="1715">102312</cx:pt>
          <cx:pt idx="1716">102377</cx:pt>
          <cx:pt idx="1717">102400</cx:pt>
          <cx:pt idx="1718">102469</cx:pt>
          <cx:pt idx="1719">102469</cx:pt>
          <cx:pt idx="1720">102498</cx:pt>
          <cx:pt idx="1721">102551</cx:pt>
          <cx:pt idx="1722">102587</cx:pt>
          <cx:pt idx="1723">102587</cx:pt>
          <cx:pt idx="1724">102632</cx:pt>
          <cx:pt idx="1725">102670</cx:pt>
          <cx:pt idx="1726">102721</cx:pt>
          <cx:pt idx="1727">102721</cx:pt>
          <cx:pt idx="1728">102751</cx:pt>
          <cx:pt idx="1729">102810</cx:pt>
          <cx:pt idx="1730">102816</cx:pt>
          <cx:pt idx="1731">102857</cx:pt>
          <cx:pt idx="1732">102857</cx:pt>
          <cx:pt idx="1733">102857</cx:pt>
          <cx:pt idx="1734">102857</cx:pt>
          <cx:pt idx="1735">102857</cx:pt>
          <cx:pt idx="1736">102857</cx:pt>
          <cx:pt idx="1737">102857</cx:pt>
          <cx:pt idx="1738">102857</cx:pt>
          <cx:pt idx="1739">102857</cx:pt>
          <cx:pt idx="1740">102857</cx:pt>
          <cx:pt idx="1741">102857</cx:pt>
          <cx:pt idx="1742">102857</cx:pt>
          <cx:pt idx="1743">102857</cx:pt>
          <cx:pt idx="1744">102857</cx:pt>
          <cx:pt idx="1745">102857</cx:pt>
          <cx:pt idx="1746">102857</cx:pt>
          <cx:pt idx="1747">102857</cx:pt>
          <cx:pt idx="1748">102857</cx:pt>
          <cx:pt idx="1749">102857</cx:pt>
          <cx:pt idx="1750">102857</cx:pt>
          <cx:pt idx="1751">102857</cx:pt>
          <cx:pt idx="1752">102857</cx:pt>
          <cx:pt idx="1753">102857</cx:pt>
          <cx:pt idx="1754">102857</cx:pt>
          <cx:pt idx="1755">102857</cx:pt>
          <cx:pt idx="1756">102857</cx:pt>
          <cx:pt idx="1757">102857</cx:pt>
          <cx:pt idx="1758">102857</cx:pt>
          <cx:pt idx="1759">102857</cx:pt>
          <cx:pt idx="1760">102857</cx:pt>
          <cx:pt idx="1761">102857</cx:pt>
          <cx:pt idx="1762">102857</cx:pt>
          <cx:pt idx="1763">102857</cx:pt>
          <cx:pt idx="1764">102857</cx:pt>
          <cx:pt idx="1765">102857</cx:pt>
          <cx:pt idx="1766">102857</cx:pt>
          <cx:pt idx="1767">102857</cx:pt>
          <cx:pt idx="1768">102857</cx:pt>
          <cx:pt idx="1769">102857</cx:pt>
          <cx:pt idx="1770">102857</cx:pt>
          <cx:pt idx="1771">102857</cx:pt>
          <cx:pt idx="1772">102857</cx:pt>
          <cx:pt idx="1773">102857</cx:pt>
          <cx:pt idx="1774">102857</cx:pt>
          <cx:pt idx="1775">102857</cx:pt>
          <cx:pt idx="1776">102857</cx:pt>
          <cx:pt idx="1777">102857</cx:pt>
          <cx:pt idx="1778">102857</cx:pt>
          <cx:pt idx="1779">102857</cx:pt>
          <cx:pt idx="1780">102857</cx:pt>
          <cx:pt idx="1781">102857</cx:pt>
          <cx:pt idx="1782">102857</cx:pt>
          <cx:pt idx="1783">102857</cx:pt>
          <cx:pt idx="1784">102857</cx:pt>
          <cx:pt idx="1785">102857</cx:pt>
          <cx:pt idx="1786">102857</cx:pt>
          <cx:pt idx="1787">102857</cx:pt>
          <cx:pt idx="1788">102857</cx:pt>
          <cx:pt idx="1789">102857</cx:pt>
          <cx:pt idx="1790">102857</cx:pt>
          <cx:pt idx="1791">102857</cx:pt>
          <cx:pt idx="1792">102857</cx:pt>
          <cx:pt idx="1793">102857</cx:pt>
          <cx:pt idx="1794">102863</cx:pt>
          <cx:pt idx="1795">102865</cx:pt>
          <cx:pt idx="1796">102892</cx:pt>
          <cx:pt idx="1797">102923</cx:pt>
          <cx:pt idx="1798">102923</cx:pt>
          <cx:pt idx="1799">102923</cx:pt>
          <cx:pt idx="1800">102923</cx:pt>
          <cx:pt idx="1801">102923</cx:pt>
          <cx:pt idx="1802">102935</cx:pt>
          <cx:pt idx="1803">102940</cx:pt>
          <cx:pt idx="1804">102940</cx:pt>
          <cx:pt idx="1805">102940</cx:pt>
          <cx:pt idx="1806">102952</cx:pt>
          <cx:pt idx="1807">102973</cx:pt>
          <cx:pt idx="1808">102979</cx:pt>
          <cx:pt idx="1809">102984</cx:pt>
          <cx:pt idx="1810">102990</cx:pt>
          <cx:pt idx="1811">102990</cx:pt>
          <cx:pt idx="1812">102990</cx:pt>
          <cx:pt idx="1813">103007</cx:pt>
          <cx:pt idx="1814">103020</cx:pt>
          <cx:pt idx="1815">103023</cx:pt>
          <cx:pt idx="1816">103041</cx:pt>
          <cx:pt idx="1817">103050</cx:pt>
          <cx:pt idx="1818">103057</cx:pt>
          <cx:pt idx="1819">103071</cx:pt>
          <cx:pt idx="1820">103090</cx:pt>
          <cx:pt idx="1821">103090</cx:pt>
          <cx:pt idx="1822">103090</cx:pt>
          <cx:pt idx="1823">103118</cx:pt>
          <cx:pt idx="1824">103123</cx:pt>
          <cx:pt idx="1825">103190</cx:pt>
          <cx:pt idx="1826">103190</cx:pt>
          <cx:pt idx="1827">103190</cx:pt>
          <cx:pt idx="1828">103190</cx:pt>
          <cx:pt idx="1829">103190</cx:pt>
          <cx:pt idx="1830">103190</cx:pt>
          <cx:pt idx="1831">103201</cx:pt>
          <cx:pt idx="1832">103207</cx:pt>
          <cx:pt idx="1833">103207</cx:pt>
          <cx:pt idx="1834">103235</cx:pt>
          <cx:pt idx="1835">103243</cx:pt>
          <cx:pt idx="1836">103249</cx:pt>
          <cx:pt idx="1837">103257</cx:pt>
          <cx:pt idx="1838">103264</cx:pt>
          <cx:pt idx="1839">103266</cx:pt>
          <cx:pt idx="1840">103275</cx:pt>
          <cx:pt idx="1841">103289</cx:pt>
          <cx:pt idx="1842">103294</cx:pt>
          <cx:pt idx="1843">103309</cx:pt>
          <cx:pt idx="1844">103322</cx:pt>
          <cx:pt idx="1845">103323</cx:pt>
          <cx:pt idx="1846">103323</cx:pt>
          <cx:pt idx="1847">103331</cx:pt>
          <cx:pt idx="1848">103333</cx:pt>
          <cx:pt idx="1849">103334</cx:pt>
          <cx:pt idx="1850">103341</cx:pt>
          <cx:pt idx="1851">103350</cx:pt>
          <cx:pt idx="1852">103357</cx:pt>
          <cx:pt idx="1853">103360</cx:pt>
          <cx:pt idx="1854">103364</cx:pt>
          <cx:pt idx="1855">103376</cx:pt>
          <cx:pt idx="1856">103376</cx:pt>
          <cx:pt idx="1857">103387</cx:pt>
          <cx:pt idx="1858">103390</cx:pt>
          <cx:pt idx="1859">103407</cx:pt>
          <cx:pt idx="1860">103407</cx:pt>
          <cx:pt idx="1861">103420</cx:pt>
          <cx:pt idx="1862">103426</cx:pt>
          <cx:pt idx="1863">103440</cx:pt>
          <cx:pt idx="1864">103473</cx:pt>
          <cx:pt idx="1865">103476</cx:pt>
          <cx:pt idx="1866">103498</cx:pt>
          <cx:pt idx="1867">103498</cx:pt>
          <cx:pt idx="1868">103498</cx:pt>
          <cx:pt idx="1869">103498</cx:pt>
          <cx:pt idx="1870">103523</cx:pt>
          <cx:pt idx="1871">103523</cx:pt>
          <cx:pt idx="1872">103523</cx:pt>
          <cx:pt idx="1873">103530</cx:pt>
          <cx:pt idx="1874">103540</cx:pt>
          <cx:pt idx="1875">103550</cx:pt>
          <cx:pt idx="1876">103557</cx:pt>
          <cx:pt idx="1877">103567</cx:pt>
          <cx:pt idx="1878">103590</cx:pt>
          <cx:pt idx="1879">103607</cx:pt>
          <cx:pt idx="1880">103620</cx:pt>
          <cx:pt idx="1881">103623</cx:pt>
          <cx:pt idx="1882">103635</cx:pt>
          <cx:pt idx="1883">103651</cx:pt>
          <cx:pt idx="1884">103652</cx:pt>
          <cx:pt idx="1885">103652</cx:pt>
          <cx:pt idx="1886">103690</cx:pt>
          <cx:pt idx="1887">103690</cx:pt>
          <cx:pt idx="1888">103690</cx:pt>
          <cx:pt idx="1889">103690</cx:pt>
          <cx:pt idx="1890">103690</cx:pt>
          <cx:pt idx="1891">103690</cx:pt>
          <cx:pt idx="1892">103690</cx:pt>
          <cx:pt idx="1893">103718</cx:pt>
          <cx:pt idx="1894">103723</cx:pt>
          <cx:pt idx="1895">103773</cx:pt>
          <cx:pt idx="1896">103780</cx:pt>
          <cx:pt idx="1897">103838</cx:pt>
          <cx:pt idx="1898">103853</cx:pt>
          <cx:pt idx="1899">103857</cx:pt>
          <cx:pt idx="1900">103870</cx:pt>
          <cx:pt idx="1901">103886</cx:pt>
          <cx:pt idx="1902">103895</cx:pt>
          <cx:pt idx="1903">103899</cx:pt>
          <cx:pt idx="1904">103899</cx:pt>
          <cx:pt idx="1905">103906</cx:pt>
          <cx:pt idx="1906">103940</cx:pt>
          <cx:pt idx="1907">103940</cx:pt>
          <cx:pt idx="1908">103940</cx:pt>
          <cx:pt idx="1909">103946</cx:pt>
          <cx:pt idx="1910">103990</cx:pt>
          <cx:pt idx="1911">104000</cx:pt>
          <cx:pt idx="1912">104016</cx:pt>
          <cx:pt idx="1913">104023</cx:pt>
          <cx:pt idx="1914">104023</cx:pt>
          <cx:pt idx="1915">104027</cx:pt>
          <cx:pt idx="1916">104040</cx:pt>
          <cx:pt idx="1917">104079</cx:pt>
          <cx:pt idx="1918">104090</cx:pt>
          <cx:pt idx="1919">104140</cx:pt>
          <cx:pt idx="1920">104140</cx:pt>
          <cx:pt idx="1921">104157</cx:pt>
          <cx:pt idx="1922">104183</cx:pt>
          <cx:pt idx="1923">104190</cx:pt>
          <cx:pt idx="1924">104207</cx:pt>
          <cx:pt idx="1925">104223</cx:pt>
          <cx:pt idx="1926">104227</cx:pt>
          <cx:pt idx="1927">104273</cx:pt>
          <cx:pt idx="1928">104290</cx:pt>
          <cx:pt idx="1929">104314</cx:pt>
          <cx:pt idx="1930">104323</cx:pt>
          <cx:pt idx="1931">104328</cx:pt>
          <cx:pt idx="1932">104338</cx:pt>
          <cx:pt idx="1933">104339</cx:pt>
          <cx:pt idx="1934">104340</cx:pt>
          <cx:pt idx="1935">104353</cx:pt>
          <cx:pt idx="1936">104357</cx:pt>
          <cx:pt idx="1937">104373</cx:pt>
          <cx:pt idx="1938">104373</cx:pt>
          <cx:pt idx="1939">104423</cx:pt>
          <cx:pt idx="1940">104423</cx:pt>
          <cx:pt idx="1941">104459</cx:pt>
          <cx:pt idx="1942">104463</cx:pt>
          <cx:pt idx="1943">104465</cx:pt>
          <cx:pt idx="1944">104484</cx:pt>
          <cx:pt idx="1945">104484</cx:pt>
          <cx:pt idx="1946">104489</cx:pt>
          <cx:pt idx="1947">104520</cx:pt>
          <cx:pt idx="1948">104523</cx:pt>
          <cx:pt idx="1949">104523</cx:pt>
          <cx:pt idx="1950">104607</cx:pt>
          <cx:pt idx="1951">104617</cx:pt>
          <cx:pt idx="1952">104673</cx:pt>
          <cx:pt idx="1953">104685</cx:pt>
          <cx:pt idx="1954">104690</cx:pt>
          <cx:pt idx="1955">104723</cx:pt>
          <cx:pt idx="1956">104730</cx:pt>
          <cx:pt idx="1957">104740</cx:pt>
          <cx:pt idx="1958">104768</cx:pt>
          <cx:pt idx="1959">104783</cx:pt>
          <cx:pt idx="1960">104788</cx:pt>
          <cx:pt idx="1961">104795</cx:pt>
          <cx:pt idx="1962">104807</cx:pt>
          <cx:pt idx="1963">104823</cx:pt>
          <cx:pt idx="1964">104845</cx:pt>
          <cx:pt idx="1965">104846</cx:pt>
          <cx:pt idx="1966">104853</cx:pt>
          <cx:pt idx="1967">104857</cx:pt>
          <cx:pt idx="1968">104890</cx:pt>
          <cx:pt idx="1969">104956</cx:pt>
          <cx:pt idx="1970">104957</cx:pt>
          <cx:pt idx="1971">105000</cx:pt>
          <cx:pt idx="1972">105037</cx:pt>
          <cx:pt idx="1973">105073</cx:pt>
          <cx:pt idx="1974">105119</cx:pt>
          <cx:pt idx="1975">105124</cx:pt>
          <cx:pt idx="1976">105139</cx:pt>
          <cx:pt idx="1977">105157</cx:pt>
          <cx:pt idx="1978">105168</cx:pt>
          <cx:pt idx="1979">105177</cx:pt>
          <cx:pt idx="1980">105190</cx:pt>
          <cx:pt idx="1981">105190</cx:pt>
          <cx:pt idx="1982">105190</cx:pt>
          <cx:pt idx="1983">105221</cx:pt>
          <cx:pt idx="1984">105232</cx:pt>
          <cx:pt idx="1985">105238</cx:pt>
          <cx:pt idx="1986">105238</cx:pt>
          <cx:pt idx="1987">105238</cx:pt>
          <cx:pt idx="1988">105238</cx:pt>
          <cx:pt idx="1989">105273</cx:pt>
          <cx:pt idx="1990">105317</cx:pt>
          <cx:pt idx="1991">105327</cx:pt>
          <cx:pt idx="1992">105338</cx:pt>
          <cx:pt idx="1993">105390</cx:pt>
          <cx:pt idx="1994">105407</cx:pt>
          <cx:pt idx="1995">105444</cx:pt>
          <cx:pt idx="1996">105467</cx:pt>
          <cx:pt idx="1997">105467</cx:pt>
          <cx:pt idx="1998">105498</cx:pt>
          <cx:pt idx="1999">105499</cx:pt>
          <cx:pt idx="2000">105499</cx:pt>
          <cx:pt idx="2001">105499</cx:pt>
          <cx:pt idx="2002">105499</cx:pt>
          <cx:pt idx="2003">105598</cx:pt>
          <cx:pt idx="2004">105606</cx:pt>
          <cx:pt idx="2005">105607</cx:pt>
          <cx:pt idx="2006">105620</cx:pt>
          <cx:pt idx="2007">105630</cx:pt>
          <cx:pt idx="2008">105651</cx:pt>
          <cx:pt idx="2009">105668</cx:pt>
          <cx:pt idx="2010">105673</cx:pt>
          <cx:pt idx="2011">105690</cx:pt>
          <cx:pt idx="2012">105745</cx:pt>
          <cx:pt idx="2013">105750</cx:pt>
          <cx:pt idx="2014">105766</cx:pt>
          <cx:pt idx="2015">105790</cx:pt>
          <cx:pt idx="2016">105807</cx:pt>
          <cx:pt idx="2017">105819</cx:pt>
          <cx:pt idx="2018">105833</cx:pt>
          <cx:pt idx="2019">105857</cx:pt>
          <cx:pt idx="2020">105906</cx:pt>
          <cx:pt idx="2021">105907</cx:pt>
          <cx:pt idx="2022">105950</cx:pt>
          <cx:pt idx="2023">105977</cx:pt>
          <cx:pt idx="2024">105990</cx:pt>
          <cx:pt idx="2025">105990</cx:pt>
          <cx:pt idx="2026">106000</cx:pt>
          <cx:pt idx="2027">106027</cx:pt>
          <cx:pt idx="2028">106029</cx:pt>
          <cx:pt idx="2029">106030</cx:pt>
          <cx:pt idx="2030">106066</cx:pt>
          <cx:pt idx="2031">106107</cx:pt>
          <cx:pt idx="2032">106140</cx:pt>
          <cx:pt idx="2033">106170</cx:pt>
          <cx:pt idx="2034">106174</cx:pt>
          <cx:pt idx="2035">106190</cx:pt>
          <cx:pt idx="2036">106190</cx:pt>
          <cx:pt idx="2037">106190</cx:pt>
          <cx:pt idx="2038">106198</cx:pt>
          <cx:pt idx="2039">106250</cx:pt>
          <cx:pt idx="2040">106325</cx:pt>
          <cx:pt idx="2041">106330</cx:pt>
          <cx:pt idx="2042">106333</cx:pt>
          <cx:pt idx="2043">106390</cx:pt>
          <cx:pt idx="2044">106400</cx:pt>
          <cx:pt idx="2045">106473</cx:pt>
          <cx:pt idx="2046">106490</cx:pt>
          <cx:pt idx="2047">106521</cx:pt>
          <cx:pt idx="2048">106544</cx:pt>
          <cx:pt idx="2049">106573</cx:pt>
          <cx:pt idx="2050">106599</cx:pt>
          <cx:pt idx="2051">106607</cx:pt>
          <cx:pt idx="2052">106622</cx:pt>
          <cx:pt idx="2053">106664</cx:pt>
          <cx:pt idx="2054">106664</cx:pt>
          <cx:pt idx="2055">106664</cx:pt>
          <cx:pt idx="2056">106664</cx:pt>
          <cx:pt idx="2057">106664</cx:pt>
          <cx:pt idx="2058">106664</cx:pt>
          <cx:pt idx="2059">106665</cx:pt>
          <cx:pt idx="2060">106666</cx:pt>
          <cx:pt idx="2061">106667</cx:pt>
          <cx:pt idx="2062">106668</cx:pt>
          <cx:pt idx="2063">106669</cx:pt>
          <cx:pt idx="2064">106674</cx:pt>
          <cx:pt idx="2065">106689</cx:pt>
          <cx:pt idx="2066">106703</cx:pt>
          <cx:pt idx="2067">106723</cx:pt>
          <cx:pt idx="2068">106733</cx:pt>
          <cx:pt idx="2069">106733</cx:pt>
          <cx:pt idx="2070">106740</cx:pt>
          <cx:pt idx="2071">106783</cx:pt>
          <cx:pt idx="2072">106796</cx:pt>
          <cx:pt idx="2073">106800</cx:pt>
          <cx:pt idx="2074">106833</cx:pt>
          <cx:pt idx="2075">106857</cx:pt>
          <cx:pt idx="2076">106866</cx:pt>
          <cx:pt idx="2077">106887</cx:pt>
          <cx:pt idx="2078">106890</cx:pt>
          <cx:pt idx="2079">106890</cx:pt>
          <cx:pt idx="2080">106895</cx:pt>
          <cx:pt idx="2081">106904</cx:pt>
          <cx:pt idx="2082">106915</cx:pt>
          <cx:pt idx="2083">106950</cx:pt>
          <cx:pt idx="2084">106957</cx:pt>
          <cx:pt idx="2085">106976</cx:pt>
          <cx:pt idx="2086">107000</cx:pt>
          <cx:pt idx="2087">107000</cx:pt>
          <cx:pt idx="2088">107009</cx:pt>
          <cx:pt idx="2089">107020</cx:pt>
          <cx:pt idx="2090">107023</cx:pt>
          <cx:pt idx="2091">107072</cx:pt>
          <cx:pt idx="2092">107085</cx:pt>
          <cx:pt idx="2093">107090</cx:pt>
          <cx:pt idx="2094">107111</cx:pt>
          <cx:pt idx="2095">107189</cx:pt>
          <cx:pt idx="2096">107197</cx:pt>
          <cx:pt idx="2097">107207</cx:pt>
          <cx:pt idx="2098">107210</cx:pt>
          <cx:pt idx="2099">107233</cx:pt>
          <cx:pt idx="2100">107234</cx:pt>
          <cx:pt idx="2101">107308</cx:pt>
          <cx:pt idx="2102">107311</cx:pt>
          <cx:pt idx="2103">107333</cx:pt>
          <cx:pt idx="2104">107340</cx:pt>
          <cx:pt idx="2105">107349</cx:pt>
          <cx:pt idx="2106">107386</cx:pt>
          <cx:pt idx="2107">107441</cx:pt>
          <cx:pt idx="2108">107473</cx:pt>
          <cx:pt idx="2109">107493</cx:pt>
          <cx:pt idx="2110">107522</cx:pt>
          <cx:pt idx="2111">107607</cx:pt>
          <cx:pt idx="2112">107624</cx:pt>
          <cx:pt idx="2113">107649</cx:pt>
          <cx:pt idx="2114">107653</cx:pt>
          <cx:pt idx="2115">107683</cx:pt>
          <cx:pt idx="2116">107701</cx:pt>
          <cx:pt idx="2117">107762</cx:pt>
          <cx:pt idx="2118">107809</cx:pt>
          <cx:pt idx="2119">107840</cx:pt>
          <cx:pt idx="2120">107840</cx:pt>
          <cx:pt idx="2121">107880</cx:pt>
          <cx:pt idx="2122">107916</cx:pt>
          <cx:pt idx="2123">107938</cx:pt>
          <cx:pt idx="2124">107948</cx:pt>
          <cx:pt idx="2125">107957</cx:pt>
          <cx:pt idx="2126">107957</cx:pt>
          <cx:pt idx="2127">108031</cx:pt>
          <cx:pt idx="2128">108057</cx:pt>
          <cx:pt idx="2129">108077</cx:pt>
          <cx:pt idx="2130">108085</cx:pt>
          <cx:pt idx="2131">108090</cx:pt>
          <cx:pt idx="2132">108110</cx:pt>
          <cx:pt idx="2133">108113</cx:pt>
          <cx:pt idx="2134">108157</cx:pt>
          <cx:pt idx="2135">108190</cx:pt>
          <cx:pt idx="2136">108216</cx:pt>
          <cx:pt idx="2137">108217</cx:pt>
          <cx:pt idx="2138">108266</cx:pt>
          <cx:pt idx="2139">108273</cx:pt>
          <cx:pt idx="2140">108333</cx:pt>
          <cx:pt idx="2141">108333</cx:pt>
          <cx:pt idx="2142">108333</cx:pt>
          <cx:pt idx="2143">108355</cx:pt>
          <cx:pt idx="2144">108396</cx:pt>
          <cx:pt idx="2145">108420</cx:pt>
          <cx:pt idx="2146">108440</cx:pt>
          <cx:pt idx="2147">108450</cx:pt>
          <cx:pt idx="2148">108457</cx:pt>
          <cx:pt idx="2149">108523</cx:pt>
          <cx:pt idx="2150">108547</cx:pt>
          <cx:pt idx="2151">108595</cx:pt>
          <cx:pt idx="2152">108604</cx:pt>
          <cx:pt idx="2153">108607</cx:pt>
          <cx:pt idx="2154">108610</cx:pt>
          <cx:pt idx="2155">108615</cx:pt>
          <cx:pt idx="2156">108617</cx:pt>
          <cx:pt idx="2157">108629</cx:pt>
          <cx:pt idx="2158">108690</cx:pt>
          <cx:pt idx="2159">108690</cx:pt>
          <cx:pt idx="2160">108690</cx:pt>
          <cx:pt idx="2161">108723</cx:pt>
          <cx:pt idx="2162">108757</cx:pt>
          <cx:pt idx="2163">108781</cx:pt>
          <cx:pt idx="2164">108786</cx:pt>
          <cx:pt idx="2165">108791</cx:pt>
          <cx:pt idx="2166">108813</cx:pt>
          <cx:pt idx="2167">108813</cx:pt>
          <cx:pt idx="2168">108825</cx:pt>
          <cx:pt idx="2169">108872</cx:pt>
          <cx:pt idx="2170">108900</cx:pt>
          <cx:pt idx="2171">108923</cx:pt>
          <cx:pt idx="2172">108933</cx:pt>
          <cx:pt idx="2173">108957</cx:pt>
          <cx:pt idx="2174">108969</cx:pt>
          <cx:pt idx="2175">108970</cx:pt>
          <cx:pt idx="2176">108976</cx:pt>
          <cx:pt idx="2177">109012</cx:pt>
          <cx:pt idx="2178">109020</cx:pt>
          <cx:pt idx="2179">109021</cx:pt>
          <cx:pt idx="2180">109030</cx:pt>
          <cx:pt idx="2181">109032</cx:pt>
          <cx:pt idx="2182">109090</cx:pt>
          <cx:pt idx="2183">109105</cx:pt>
          <cx:pt idx="2184">109170</cx:pt>
          <cx:pt idx="2185">109234</cx:pt>
          <cx:pt idx="2186">109252</cx:pt>
          <cx:pt idx="2187">109266</cx:pt>
          <cx:pt idx="2188">109307</cx:pt>
          <cx:pt idx="2189">109399</cx:pt>
          <cx:pt idx="2190">109408</cx:pt>
          <cx:pt idx="2191">109408</cx:pt>
          <cx:pt idx="2192">109440</cx:pt>
          <cx:pt idx="2193">109463</cx:pt>
          <cx:pt idx="2194">109468</cx:pt>
          <cx:pt idx="2195">109523</cx:pt>
          <cx:pt idx="2196">109535</cx:pt>
          <cx:pt idx="2197">109574</cx:pt>
          <cx:pt idx="2198">109587</cx:pt>
          <cx:pt idx="2199">109590</cx:pt>
          <cx:pt idx="2200">109621</cx:pt>
          <cx:pt idx="2201">109621</cx:pt>
          <cx:pt idx="2202">109623</cx:pt>
          <cx:pt idx="2203">109666</cx:pt>
          <cx:pt idx="2204">109666</cx:pt>
          <cx:pt idx="2205">109688</cx:pt>
          <cx:pt idx="2206">109690</cx:pt>
          <cx:pt idx="2207">109727</cx:pt>
          <cx:pt idx="2208">109793</cx:pt>
          <cx:pt idx="2209">109796</cx:pt>
          <cx:pt idx="2210">109846</cx:pt>
          <cx:pt idx="2211">109857</cx:pt>
          <cx:pt idx="2212">109860</cx:pt>
          <cx:pt idx="2213">109912</cx:pt>
          <cx:pt idx="2214">109933</cx:pt>
          <cx:pt idx="2215">109936</cx:pt>
          <cx:pt idx="2216">109940</cx:pt>
          <cx:pt idx="2217">109979</cx:pt>
          <cx:pt idx="2218">110000</cx:pt>
          <cx:pt idx="2219">110000</cx:pt>
          <cx:pt idx="2220">110004</cx:pt>
          <cx:pt idx="2221">110004</cx:pt>
          <cx:pt idx="2222">110004</cx:pt>
          <cx:pt idx="2223">110012</cx:pt>
          <cx:pt idx="2224">110015</cx:pt>
          <cx:pt idx="2225">110016</cx:pt>
          <cx:pt idx="2226">110016</cx:pt>
          <cx:pt idx="2227">110029</cx:pt>
          <cx:pt idx="2228">110034</cx:pt>
          <cx:pt idx="2229">110040</cx:pt>
          <cx:pt idx="2230">110050</cx:pt>
          <cx:pt idx="2231">110057</cx:pt>
          <cx:pt idx="2232">110059</cx:pt>
          <cx:pt idx="2233">110066</cx:pt>
          <cx:pt idx="2234">110068</cx:pt>
          <cx:pt idx="2235">110108</cx:pt>
          <cx:pt idx="2236">110108</cx:pt>
          <cx:pt idx="2237">110124</cx:pt>
          <cx:pt idx="2238">110181</cx:pt>
          <cx:pt idx="2239">110206</cx:pt>
          <cx:pt idx="2240">110339</cx:pt>
          <cx:pt idx="2241">110362</cx:pt>
          <cx:pt idx="2242">110368</cx:pt>
          <cx:pt idx="2243">110383</cx:pt>
          <cx:pt idx="2244">110390</cx:pt>
          <cx:pt idx="2245">110400</cx:pt>
          <cx:pt idx="2246">110483</cx:pt>
          <cx:pt idx="2247">110502</cx:pt>
          <cx:pt idx="2248">110523</cx:pt>
          <cx:pt idx="2249">110582</cx:pt>
          <cx:pt idx="2250">110605</cx:pt>
          <cx:pt idx="2251">110639</cx:pt>
          <cx:pt idx="2252">110650</cx:pt>
          <cx:pt idx="2253">110687</cx:pt>
          <cx:pt idx="2254">110690</cx:pt>
          <cx:pt idx="2255">110690</cx:pt>
          <cx:pt idx="2256">110726</cx:pt>
          <cx:pt idx="2257">110740</cx:pt>
          <cx:pt idx="2258">110773</cx:pt>
          <cx:pt idx="2259">110792</cx:pt>
          <cx:pt idx="2260">110792</cx:pt>
          <cx:pt idx="2261">110819</cx:pt>
          <cx:pt idx="2262">110832</cx:pt>
          <cx:pt idx="2263">110833</cx:pt>
          <cx:pt idx="2264">110881</cx:pt>
          <cx:pt idx="2265">110897</cx:pt>
          <cx:pt idx="2266">110900</cx:pt>
          <cx:pt idx="2267">110900</cx:pt>
          <cx:pt idx="2268">110998</cx:pt>
          <cx:pt idx="2269">111171</cx:pt>
          <cx:pt idx="2270">111254</cx:pt>
          <cx:pt idx="2271">111266</cx:pt>
          <cx:pt idx="2272">111269</cx:pt>
          <cx:pt idx="2273">111319</cx:pt>
          <cx:pt idx="2274">111327</cx:pt>
          <cx:pt idx="2275">111335</cx:pt>
          <cx:pt idx="2276">111339</cx:pt>
          <cx:pt idx="2277">111390</cx:pt>
          <cx:pt idx="2278">111397</cx:pt>
          <cx:pt idx="2279">111458</cx:pt>
          <cx:pt idx="2280">111482</cx:pt>
          <cx:pt idx="2281">111600</cx:pt>
          <cx:pt idx="2282">111608</cx:pt>
          <cx:pt idx="2283">111619</cx:pt>
          <cx:pt idx="2284">111660</cx:pt>
          <cx:pt idx="2285">111666</cx:pt>
          <cx:pt idx="2286">111671</cx:pt>
          <cx:pt idx="2287">111672</cx:pt>
          <cx:pt idx="2288">111707</cx:pt>
          <cx:pt idx="2289">111720</cx:pt>
          <cx:pt idx="2290">111724</cx:pt>
          <cx:pt idx="2291">111728</cx:pt>
          <cx:pt idx="2292">111768</cx:pt>
          <cx:pt idx="2293">111781</cx:pt>
          <cx:pt idx="2294">111815</cx:pt>
          <cx:pt idx="2295">111821</cx:pt>
          <cx:pt idx="2296">111833</cx:pt>
          <cx:pt idx="2297">111858</cx:pt>
          <cx:pt idx="2298">111897</cx:pt>
          <cx:pt idx="2299">111973</cx:pt>
          <cx:pt idx="2300">111989</cx:pt>
          <cx:pt idx="2301">112060</cx:pt>
          <cx:pt idx="2302">112238</cx:pt>
          <cx:pt idx="2303">112282</cx:pt>
          <cx:pt idx="2304">112303</cx:pt>
          <cx:pt idx="2305">112304</cx:pt>
          <cx:pt idx="2306">112356</cx:pt>
          <cx:pt idx="2307">112379</cx:pt>
          <cx:pt idx="2308">112390</cx:pt>
          <cx:pt idx="2309">112390</cx:pt>
          <cx:pt idx="2310">112423</cx:pt>
          <cx:pt idx="2311">112432</cx:pt>
          <cx:pt idx="2312">112441</cx:pt>
          <cx:pt idx="2313">112468</cx:pt>
          <cx:pt idx="2314">112479</cx:pt>
          <cx:pt idx="2315">112507</cx:pt>
          <cx:pt idx="2316">112529</cx:pt>
          <cx:pt idx="2317">112633</cx:pt>
          <cx:pt idx="2318">112652</cx:pt>
          <cx:pt idx="2319">112690</cx:pt>
          <cx:pt idx="2320">112690</cx:pt>
          <cx:pt idx="2321">112701</cx:pt>
          <cx:pt idx="2322">112716</cx:pt>
          <cx:pt idx="2323">112765</cx:pt>
          <cx:pt idx="2324">112807</cx:pt>
          <cx:pt idx="2325">112832</cx:pt>
          <cx:pt idx="2326">112857</cx:pt>
          <cx:pt idx="2327">112858</cx:pt>
          <cx:pt idx="2328">112869</cx:pt>
          <cx:pt idx="2329">112887</cx:pt>
          <cx:pt idx="2330">112939</cx:pt>
          <cx:pt idx="2331">112943</cx:pt>
          <cx:pt idx="2332">112963</cx:pt>
          <cx:pt idx="2333">112987</cx:pt>
          <cx:pt idx="2334">113023</cx:pt>
          <cx:pt idx="2335">113057</cx:pt>
          <cx:pt idx="2336">113088</cx:pt>
          <cx:pt idx="2337">113156</cx:pt>
          <cx:pt idx="2338">113200</cx:pt>
          <cx:pt idx="2339">113216</cx:pt>
          <cx:pt idx="2340">113216</cx:pt>
          <cx:pt idx="2341">113217</cx:pt>
          <cx:pt idx="2342">113238</cx:pt>
          <cx:pt idx="2343">113243</cx:pt>
          <cx:pt idx="2344">113298</cx:pt>
          <cx:pt idx="2345">113327</cx:pt>
          <cx:pt idx="2346">113327</cx:pt>
          <cx:pt idx="2347">113328</cx:pt>
          <cx:pt idx="2348">113333</cx:pt>
          <cx:pt idx="2349">113333</cx:pt>
          <cx:pt idx="2350">113339</cx:pt>
          <cx:pt idx="2351">113366</cx:pt>
          <cx:pt idx="2352">113373</cx:pt>
          <cx:pt idx="2353">113379</cx:pt>
          <cx:pt idx="2354">113414</cx:pt>
          <cx:pt idx="2355">113450</cx:pt>
          <cx:pt idx="2356">113513</cx:pt>
          <cx:pt idx="2357">113623</cx:pt>
          <cx:pt idx="2358">113712</cx:pt>
          <cx:pt idx="2359">113723</cx:pt>
          <cx:pt idx="2360">113822</cx:pt>
          <cx:pt idx="2361">113902</cx:pt>
          <cx:pt idx="2362">113926</cx:pt>
          <cx:pt idx="2363">113939</cx:pt>
          <cx:pt idx="2364">113990</cx:pt>
          <cx:pt idx="2365">113998</cx:pt>
          <cx:pt idx="2366">114023</cx:pt>
          <cx:pt idx="2367">114040</cx:pt>
          <cx:pt idx="2368">114049</cx:pt>
          <cx:pt idx="2369">114085</cx:pt>
          <cx:pt idx="2370">114100</cx:pt>
          <cx:pt idx="2371">114106</cx:pt>
          <cx:pt idx="2372">114118</cx:pt>
          <cx:pt idx="2373">114140</cx:pt>
          <cx:pt idx="2374">114190</cx:pt>
          <cx:pt idx="2375">114207</cx:pt>
          <cx:pt idx="2376">114241</cx:pt>
          <cx:pt idx="2377">114272</cx:pt>
          <cx:pt idx="2378">114290</cx:pt>
          <cx:pt idx="2379">114339</cx:pt>
          <cx:pt idx="2380">114340</cx:pt>
          <cx:pt idx="2381">114350</cx:pt>
          <cx:pt idx="2382">114353</cx:pt>
          <cx:pt idx="2383">114523</cx:pt>
          <cx:pt idx="2384">114638</cx:pt>
          <cx:pt idx="2385">114857</cx:pt>
          <cx:pt idx="2386">114860</cx:pt>
          <cx:pt idx="2387">114870</cx:pt>
          <cx:pt idx="2388">114973</cx:pt>
          <cx:pt idx="2389">114979</cx:pt>
          <cx:pt idx="2390">114983</cx:pt>
          <cx:pt idx="2391">115070</cx:pt>
          <cx:pt idx="2392">115141</cx:pt>
          <cx:pt idx="2393">115145</cx:pt>
          <cx:pt idx="2394">115175</cx:pt>
          <cx:pt idx="2395">115190</cx:pt>
          <cx:pt idx="2396">115190</cx:pt>
          <cx:pt idx="2397">115191</cx:pt>
          <cx:pt idx="2398">115194</cx:pt>
          <cx:pt idx="2399">115210</cx:pt>
          <cx:pt idx="2400">115210</cx:pt>
          <cx:pt idx="2401">115313</cx:pt>
          <cx:pt idx="2402">115400</cx:pt>
          <cx:pt idx="2403">115411</cx:pt>
          <cx:pt idx="2404">115455</cx:pt>
          <cx:pt idx="2405">115597</cx:pt>
          <cx:pt idx="2406">115618</cx:pt>
          <cx:pt idx="2407">115642</cx:pt>
          <cx:pt idx="2408">115690</cx:pt>
          <cx:pt idx="2409">115741</cx:pt>
          <cx:pt idx="2410">115743</cx:pt>
          <cx:pt idx="2411">115743</cx:pt>
          <cx:pt idx="2412">115817</cx:pt>
          <cx:pt idx="2413">115827</cx:pt>
          <cx:pt idx="2414">115833</cx:pt>
          <cx:pt idx="2415">115838</cx:pt>
          <cx:pt idx="2416">115907</cx:pt>
          <cx:pt idx="2417">115908</cx:pt>
          <cx:pt idx="2418">115948</cx:pt>
          <cx:pt idx="2419">115955</cx:pt>
          <cx:pt idx="2420">115977</cx:pt>
          <cx:pt idx="2421">116003</cx:pt>
          <cx:pt idx="2422">116096</cx:pt>
          <cx:pt idx="2423">116140</cx:pt>
          <cx:pt idx="2424">116144</cx:pt>
          <cx:pt idx="2425">116157</cx:pt>
          <cx:pt idx="2426">116160</cx:pt>
          <cx:pt idx="2427">116176</cx:pt>
          <cx:pt idx="2428">116183</cx:pt>
          <cx:pt idx="2429">116217</cx:pt>
          <cx:pt idx="2430">116274</cx:pt>
          <cx:pt idx="2431">116297</cx:pt>
          <cx:pt idx="2432">116493</cx:pt>
          <cx:pt idx="2433">116496</cx:pt>
          <cx:pt idx="2434">116510</cx:pt>
          <cx:pt idx="2435">116540</cx:pt>
          <cx:pt idx="2436">116556</cx:pt>
          <cx:pt idx="2437">116575</cx:pt>
          <cx:pt idx="2438">116581</cx:pt>
          <cx:pt idx="2439">116590</cx:pt>
          <cx:pt idx="2440">116640</cx:pt>
          <cx:pt idx="2441">116648</cx:pt>
          <cx:pt idx="2442">116650</cx:pt>
          <cx:pt idx="2443">116657</cx:pt>
          <cx:pt idx="2444">116658</cx:pt>
          <cx:pt idx="2445">116664</cx:pt>
          <cx:pt idx="2446">116666</cx:pt>
          <cx:pt idx="2447">116666</cx:pt>
          <cx:pt idx="2448">116666</cx:pt>
          <cx:pt idx="2449">116669</cx:pt>
          <cx:pt idx="2450">116675</cx:pt>
          <cx:pt idx="2451">116677</cx:pt>
          <cx:pt idx="2452">116684</cx:pt>
          <cx:pt idx="2453">116684</cx:pt>
          <cx:pt idx="2454">116720</cx:pt>
          <cx:pt idx="2455">116729</cx:pt>
          <cx:pt idx="2456">116753</cx:pt>
          <cx:pt idx="2457">116779</cx:pt>
          <cx:pt idx="2458">116789</cx:pt>
          <cx:pt idx="2459">116790</cx:pt>
          <cx:pt idx="2460">116817</cx:pt>
          <cx:pt idx="2461">116817</cx:pt>
          <cx:pt idx="2462">116849</cx:pt>
          <cx:pt idx="2463">116863</cx:pt>
          <cx:pt idx="2464">116902</cx:pt>
          <cx:pt idx="2465">116910</cx:pt>
          <cx:pt idx="2466">116918</cx:pt>
          <cx:pt idx="2467">116952</cx:pt>
          <cx:pt idx="2468">116958</cx:pt>
          <cx:pt idx="2469">116958</cx:pt>
          <cx:pt idx="2470">116980</cx:pt>
          <cx:pt idx="2471">117012</cx:pt>
          <cx:pt idx="2472">117039</cx:pt>
          <cx:pt idx="2473">117040</cx:pt>
          <cx:pt idx="2474">117056</cx:pt>
          <cx:pt idx="2475">117057</cx:pt>
          <cx:pt idx="2476">117120</cx:pt>
          <cx:pt idx="2477">117120</cx:pt>
          <cx:pt idx="2478">117175</cx:pt>
          <cx:pt idx="2479">117192</cx:pt>
          <cx:pt idx="2480">117214</cx:pt>
          <cx:pt idx="2481">117263</cx:pt>
          <cx:pt idx="2482">117280</cx:pt>
          <cx:pt idx="2483">117323</cx:pt>
          <cx:pt idx="2484">117360</cx:pt>
          <cx:pt idx="2485">117428</cx:pt>
          <cx:pt idx="2486">117444</cx:pt>
          <cx:pt idx="2487">117449</cx:pt>
          <cx:pt idx="2488">117450</cx:pt>
          <cx:pt idx="2489">117466</cx:pt>
          <cx:pt idx="2490">117500</cx:pt>
          <cx:pt idx="2491">117502</cx:pt>
          <cx:pt idx="2492">117520</cx:pt>
          <cx:pt idx="2493">117611</cx:pt>
          <cx:pt idx="2494">117616</cx:pt>
          <cx:pt idx="2495">117627</cx:pt>
          <cx:pt idx="2496">117671</cx:pt>
          <cx:pt idx="2497">117690</cx:pt>
          <cx:pt idx="2498">117692</cx:pt>
          <cx:pt idx="2499">117732</cx:pt>
          <cx:pt idx="2500">117753</cx:pt>
          <cx:pt idx="2501">117809</cx:pt>
          <cx:pt idx="2502">117841</cx:pt>
          <cx:pt idx="2503">117874</cx:pt>
          <cx:pt idx="2504">117923</cx:pt>
          <cx:pt idx="2505">117928</cx:pt>
          <cx:pt idx="2506">118004</cx:pt>
          <cx:pt idx="2507">118011</cx:pt>
          <cx:pt idx="2508">118042</cx:pt>
          <cx:pt idx="2509">118066</cx:pt>
          <cx:pt idx="2510">118090</cx:pt>
          <cx:pt idx="2511">118177</cx:pt>
          <cx:pt idx="2512">118190</cx:pt>
          <cx:pt idx="2513">118332</cx:pt>
          <cx:pt idx="2514">118352</cx:pt>
          <cx:pt idx="2515">118399</cx:pt>
          <cx:pt idx="2516">118407</cx:pt>
          <cx:pt idx="2517">118473</cx:pt>
          <cx:pt idx="2518">118477</cx:pt>
          <cx:pt idx="2519">118480</cx:pt>
          <cx:pt idx="2520">118533</cx:pt>
          <cx:pt idx="2521">118585</cx:pt>
          <cx:pt idx="2522">118585</cx:pt>
          <cx:pt idx="2523">118600</cx:pt>
          <cx:pt idx="2524">118657</cx:pt>
          <cx:pt idx="2525">118657</cx:pt>
          <cx:pt idx="2526">118675</cx:pt>
          <cx:pt idx="2527">118690</cx:pt>
          <cx:pt idx="2528">118721</cx:pt>
          <cx:pt idx="2529">118723</cx:pt>
          <cx:pt idx="2530">118730</cx:pt>
          <cx:pt idx="2531">118819</cx:pt>
          <cx:pt idx="2532">118840</cx:pt>
          <cx:pt idx="2533">118856</cx:pt>
          <cx:pt idx="2534">118916</cx:pt>
          <cx:pt idx="2535">118986</cx:pt>
          <cx:pt idx="2536">119012</cx:pt>
          <cx:pt idx="2537">119043</cx:pt>
          <cx:pt idx="2538">119068</cx:pt>
          <cx:pt idx="2539">119106</cx:pt>
          <cx:pt idx="2540">119152</cx:pt>
          <cx:pt idx="2541">119168</cx:pt>
          <cx:pt idx="2542">119176</cx:pt>
          <cx:pt idx="2543">119176</cx:pt>
          <cx:pt idx="2544">119187</cx:pt>
          <cx:pt idx="2545">119190</cx:pt>
          <cx:pt idx="2546">119207</cx:pt>
          <cx:pt idx="2547">119207</cx:pt>
          <cx:pt idx="2548">119233</cx:pt>
          <cx:pt idx="2549">119242</cx:pt>
          <cx:pt idx="2550">119322</cx:pt>
          <cx:pt idx="2551">119333</cx:pt>
          <cx:pt idx="2552">119338</cx:pt>
          <cx:pt idx="2553">119341</cx:pt>
          <cx:pt idx="2554">119364</cx:pt>
          <cx:pt idx="2555">119377</cx:pt>
          <cx:pt idx="2556">119396</cx:pt>
          <cx:pt idx="2557">119454</cx:pt>
          <cx:pt idx="2558">119454</cx:pt>
          <cx:pt idx="2559">119457</cx:pt>
          <cx:pt idx="2560">119472</cx:pt>
          <cx:pt idx="2561">119500</cx:pt>
          <cx:pt idx="2562">119533</cx:pt>
          <cx:pt idx="2563">119594</cx:pt>
          <cx:pt idx="2564">119609</cx:pt>
          <cx:pt idx="2565">119651</cx:pt>
          <cx:pt idx="2566">119657</cx:pt>
          <cx:pt idx="2567">119673</cx:pt>
          <cx:pt idx="2568">119690</cx:pt>
          <cx:pt idx="2569">119708</cx:pt>
          <cx:pt idx="2570">119821</cx:pt>
          <cx:pt idx="2571">119824</cx:pt>
          <cx:pt idx="2572">119826</cx:pt>
          <cx:pt idx="2573">119839</cx:pt>
          <cx:pt idx="2574">119890</cx:pt>
          <cx:pt idx="2575">119895</cx:pt>
          <cx:pt idx="2576">119946</cx:pt>
          <cx:pt idx="2577">119974</cx:pt>
          <cx:pt idx="2578">119986</cx:pt>
          <cx:pt idx="2579">119998</cx:pt>
          <cx:pt idx="2580">120000</cx:pt>
          <cx:pt idx="2581">120000</cx:pt>
          <cx:pt idx="2582">120000</cx:pt>
          <cx:pt idx="2583">120000</cx:pt>
          <cx:pt idx="2584">120000</cx:pt>
          <cx:pt idx="2585">120000</cx:pt>
          <cx:pt idx="2586">120000</cx:pt>
          <cx:pt idx="2587">120000</cx:pt>
          <cx:pt idx="2588">120000</cx:pt>
          <cx:pt idx="2589">120000</cx:pt>
          <cx:pt idx="2590">120000</cx:pt>
          <cx:pt idx="2591">120000</cx:pt>
          <cx:pt idx="2592">120000</cx:pt>
          <cx:pt idx="2593">120000</cx:pt>
          <cx:pt idx="2594">120000</cx:pt>
          <cx:pt idx="2595">120000</cx:pt>
          <cx:pt idx="2596">120000</cx:pt>
          <cx:pt idx="2597">120009</cx:pt>
          <cx:pt idx="2598">120015</cx:pt>
          <cx:pt idx="2599">120025</cx:pt>
          <cx:pt idx="2600">120026</cx:pt>
          <cx:pt idx="2601">120044</cx:pt>
          <cx:pt idx="2602">120052</cx:pt>
          <cx:pt idx="2603">120057</cx:pt>
          <cx:pt idx="2604">120057</cx:pt>
          <cx:pt idx="2605">120059</cx:pt>
          <cx:pt idx="2606">120092</cx:pt>
          <cx:pt idx="2607">120096</cx:pt>
          <cx:pt idx="2608">120125</cx:pt>
          <cx:pt idx="2609">120132</cx:pt>
          <cx:pt idx="2610">120149</cx:pt>
          <cx:pt idx="2611">120152</cx:pt>
          <cx:pt idx="2612">120163</cx:pt>
          <cx:pt idx="2613">120194</cx:pt>
          <cx:pt idx="2614">120200</cx:pt>
          <cx:pt idx="2615">120275</cx:pt>
          <cx:pt idx="2616">120275</cx:pt>
          <cx:pt idx="2617">120312</cx:pt>
          <cx:pt idx="2618">120316</cx:pt>
          <cx:pt idx="2619">120391</cx:pt>
          <cx:pt idx="2620">120400</cx:pt>
          <cx:pt idx="2621">120433</cx:pt>
          <cx:pt idx="2622">120488</cx:pt>
          <cx:pt idx="2623">120573</cx:pt>
          <cx:pt idx="2624">120636</cx:pt>
          <cx:pt idx="2625">120657</cx:pt>
          <cx:pt idx="2626">120694</cx:pt>
          <cx:pt idx="2627">120718</cx:pt>
          <cx:pt idx="2628">120742</cx:pt>
          <cx:pt idx="2629">120815</cx:pt>
          <cx:pt idx="2630">120833</cx:pt>
          <cx:pt idx="2631">120853</cx:pt>
          <cx:pt idx="2632">120892</cx:pt>
          <cx:pt idx="2633">120902</cx:pt>
          <cx:pt idx="2634">120932</cx:pt>
          <cx:pt idx="2635">121000</cx:pt>
          <cx:pt idx="2636">121000</cx:pt>
          <cx:pt idx="2637">121062</cx:pt>
          <cx:pt idx="2638">121093</cx:pt>
          <cx:pt idx="2639">121138</cx:pt>
          <cx:pt idx="2640">121183</cx:pt>
          <cx:pt idx="2641">121190</cx:pt>
          <cx:pt idx="2642">121196</cx:pt>
          <cx:pt idx="2643">121250</cx:pt>
          <cx:pt idx="2644">121264</cx:pt>
          <cx:pt idx="2645">121326</cx:pt>
          <cx:pt idx="2646">121356</cx:pt>
          <cx:pt idx="2647">121372</cx:pt>
          <cx:pt idx="2648">121383</cx:pt>
          <cx:pt idx="2649">121416</cx:pt>
          <cx:pt idx="2650">121416</cx:pt>
          <cx:pt idx="2651">121435</cx:pt>
          <cx:pt idx="2652">121475</cx:pt>
          <cx:pt idx="2653">121583</cx:pt>
          <cx:pt idx="2654">121611</cx:pt>
          <cx:pt idx="2655">121611</cx:pt>
          <cx:pt idx="2656">121611</cx:pt>
          <cx:pt idx="2657">121625</cx:pt>
          <cx:pt idx="2658">121640</cx:pt>
          <cx:pt idx="2659">121649</cx:pt>
          <cx:pt idx="2660">121663</cx:pt>
          <cx:pt idx="2661">121666</cx:pt>
          <cx:pt idx="2662">121668</cx:pt>
          <cx:pt idx="2663">121698</cx:pt>
          <cx:pt idx="2664">121723</cx:pt>
          <cx:pt idx="2665">121771</cx:pt>
          <cx:pt idx="2666">121828</cx:pt>
          <cx:pt idx="2667">121840</cx:pt>
          <cx:pt idx="2668">121848</cx:pt>
          <cx:pt idx="2669">121848</cx:pt>
          <cx:pt idx="2670">121861</cx:pt>
          <cx:pt idx="2671">121871</cx:pt>
          <cx:pt idx="2672">121873</cx:pt>
          <cx:pt idx="2673">122032</cx:pt>
          <cx:pt idx="2674">122043</cx:pt>
          <cx:pt idx="2675">122058</cx:pt>
          <cx:pt idx="2676">122091</cx:pt>
          <cx:pt idx="2677">122154</cx:pt>
          <cx:pt idx="2678">122166</cx:pt>
          <cx:pt idx="2679">122190</cx:pt>
          <cx:pt idx="2680">122193</cx:pt>
          <cx:pt idx="2681">122219</cx:pt>
          <cx:pt idx="2682">122290</cx:pt>
          <cx:pt idx="2683">122306</cx:pt>
          <cx:pt idx="2684">122313</cx:pt>
          <cx:pt idx="2685">122333</cx:pt>
          <cx:pt idx="2686">122345</cx:pt>
          <cx:pt idx="2687">122366</cx:pt>
          <cx:pt idx="2688">122372</cx:pt>
          <cx:pt idx="2689">122407</cx:pt>
          <cx:pt idx="2690">122433</cx:pt>
          <cx:pt idx="2691">122444</cx:pt>
          <cx:pt idx="2692">122460</cx:pt>
          <cx:pt idx="2693">122484</cx:pt>
          <cx:pt idx="2694">122489</cx:pt>
          <cx:pt idx="2695">122489</cx:pt>
          <cx:pt idx="2696">122500</cx:pt>
          <cx:pt idx="2697">122523</cx:pt>
          <cx:pt idx="2698">122550</cx:pt>
          <cx:pt idx="2699">122611</cx:pt>
          <cx:pt idx="2700">122628</cx:pt>
          <cx:pt idx="2701">122667</cx:pt>
          <cx:pt idx="2702">122667</cx:pt>
          <cx:pt idx="2703">122675</cx:pt>
          <cx:pt idx="2704">122693</cx:pt>
          <cx:pt idx="2705">122701</cx:pt>
          <cx:pt idx="2706">122717</cx:pt>
          <cx:pt idx="2707">122758</cx:pt>
          <cx:pt idx="2708">122847</cx:pt>
          <cx:pt idx="2709">122867</cx:pt>
          <cx:pt idx="2710">122912</cx:pt>
          <cx:pt idx="2711">122921</cx:pt>
          <cx:pt idx="2712">122969</cx:pt>
          <cx:pt idx="2713">122969</cx:pt>
          <cx:pt idx="2714">122971</cx:pt>
          <cx:pt idx="2715">123000</cx:pt>
          <cx:pt idx="2716">123030</cx:pt>
          <cx:pt idx="2717">123037</cx:pt>
          <cx:pt idx="2718">123053</cx:pt>
          <cx:pt idx="2719">123111</cx:pt>
          <cx:pt idx="2720">123140</cx:pt>
          <cx:pt idx="2721">123148</cx:pt>
          <cx:pt idx="2722">123172</cx:pt>
          <cx:pt idx="2723">123315</cx:pt>
          <cx:pt idx="2724">123315</cx:pt>
          <cx:pt idx="2725">123315</cx:pt>
          <cx:pt idx="2726">123315</cx:pt>
          <cx:pt idx="2727">123315</cx:pt>
          <cx:pt idx="2728">123315</cx:pt>
          <cx:pt idx="2729">123315</cx:pt>
          <cx:pt idx="2730">123316</cx:pt>
          <cx:pt idx="2731">123316</cx:pt>
          <cx:pt idx="2732">123317</cx:pt>
          <cx:pt idx="2733">123325</cx:pt>
          <cx:pt idx="2734">123333</cx:pt>
          <cx:pt idx="2735">123333</cx:pt>
          <cx:pt idx="2736">123340</cx:pt>
          <cx:pt idx="2737">123340</cx:pt>
          <cx:pt idx="2738">123340</cx:pt>
          <cx:pt idx="2739">123340</cx:pt>
          <cx:pt idx="2740">123340</cx:pt>
          <cx:pt idx="2741">123340</cx:pt>
          <cx:pt idx="2742">123369</cx:pt>
          <cx:pt idx="2743">123400</cx:pt>
          <cx:pt idx="2744">123402</cx:pt>
          <cx:pt idx="2745">123418</cx:pt>
          <cx:pt idx="2746">123474</cx:pt>
          <cx:pt idx="2747">123484</cx:pt>
          <cx:pt idx="2748">123549</cx:pt>
          <cx:pt idx="2749">123552</cx:pt>
          <cx:pt idx="2750">123587</cx:pt>
          <cx:pt idx="2751">123623</cx:pt>
          <cx:pt idx="2752">123690</cx:pt>
          <cx:pt idx="2753">123706</cx:pt>
          <cx:pt idx="2754">123709</cx:pt>
          <cx:pt idx="2755">123722</cx:pt>
          <cx:pt idx="2756">123793</cx:pt>
          <cx:pt idx="2757">123803</cx:pt>
          <cx:pt idx="2758">123807</cx:pt>
          <cx:pt idx="2759">123814</cx:pt>
          <cx:pt idx="2760">123836</cx:pt>
          <cx:pt idx="2761">123891</cx:pt>
          <cx:pt idx="2762">123935</cx:pt>
          <cx:pt idx="2763">123941</cx:pt>
          <cx:pt idx="2764">123971</cx:pt>
          <cx:pt idx="2765">123990</cx:pt>
          <cx:pt idx="2766">124007</cx:pt>
          <cx:pt idx="2767">124007</cx:pt>
          <cx:pt idx="2768">124033</cx:pt>
          <cx:pt idx="2769">124061</cx:pt>
          <cx:pt idx="2770">124062</cx:pt>
          <cx:pt idx="2771">124072</cx:pt>
          <cx:pt idx="2772">124083</cx:pt>
          <cx:pt idx="2773">124096</cx:pt>
          <cx:pt idx="2774">124203</cx:pt>
          <cx:pt idx="2775">124343</cx:pt>
          <cx:pt idx="2776">124350</cx:pt>
          <cx:pt idx="2777">124363</cx:pt>
          <cx:pt idx="2778">124363</cx:pt>
          <cx:pt idx="2779">124394</cx:pt>
          <cx:pt idx="2780">124408</cx:pt>
          <cx:pt idx="2781">124551</cx:pt>
          <cx:pt idx="2782">124574</cx:pt>
          <cx:pt idx="2783">124614</cx:pt>
          <cx:pt idx="2784">124675</cx:pt>
          <cx:pt idx="2785">124681</cx:pt>
          <cx:pt idx="2786">124792</cx:pt>
          <cx:pt idx="2787">124792</cx:pt>
          <cx:pt idx="2788">124792</cx:pt>
          <cx:pt idx="2789">124792</cx:pt>
          <cx:pt idx="2790">124832</cx:pt>
          <cx:pt idx="2791">124856</cx:pt>
          <cx:pt idx="2792">124896</cx:pt>
          <cx:pt idx="2793">124988</cx:pt>
          <cx:pt idx="2794">125000</cx:pt>
          <cx:pt idx="2795">125000</cx:pt>
          <cx:pt idx="2796">125000</cx:pt>
          <cx:pt idx="2797">125000</cx:pt>
          <cx:pt idx="2798">125000</cx:pt>
          <cx:pt idx="2799">125000</cx:pt>
          <cx:pt idx="2800">125000</cx:pt>
          <cx:pt idx="2801">125000</cx:pt>
          <cx:pt idx="2802">125000</cx:pt>
          <cx:pt idx="2803">125000</cx:pt>
          <cx:pt idx="2804">125000</cx:pt>
          <cx:pt idx="2805">125000</cx:pt>
          <cx:pt idx="2806">125000</cx:pt>
          <cx:pt idx="2807">125000</cx:pt>
          <cx:pt idx="2808">125016</cx:pt>
          <cx:pt idx="2809">125063</cx:pt>
          <cx:pt idx="2810">125068</cx:pt>
          <cx:pt idx="2811">125099</cx:pt>
          <cx:pt idx="2812">125144</cx:pt>
          <cx:pt idx="2813">125149</cx:pt>
          <cx:pt idx="2814">125149</cx:pt>
          <cx:pt idx="2815">125149</cx:pt>
          <cx:pt idx="2816">125166</cx:pt>
          <cx:pt idx="2817">125176</cx:pt>
          <cx:pt idx="2818">125180</cx:pt>
          <cx:pt idx="2819">125181</cx:pt>
          <cx:pt idx="2820">125208</cx:pt>
          <cx:pt idx="2821">125208</cx:pt>
          <cx:pt idx="2822">125208</cx:pt>
          <cx:pt idx="2823">125208</cx:pt>
          <cx:pt idx="2824">125208</cx:pt>
          <cx:pt idx="2825">125208</cx:pt>
          <cx:pt idx="2826">125208</cx:pt>
          <cx:pt idx="2827">125208</cx:pt>
          <cx:pt idx="2828">125208</cx:pt>
          <cx:pt idx="2829">125215</cx:pt>
          <cx:pt idx="2830">125215</cx:pt>
          <cx:pt idx="2831">125265</cx:pt>
          <cx:pt idx="2832">125293</cx:pt>
          <cx:pt idx="2833">125293</cx:pt>
          <cx:pt idx="2834">125293</cx:pt>
          <cx:pt idx="2835">125293</cx:pt>
          <cx:pt idx="2836">125293</cx:pt>
          <cx:pt idx="2837">125293</cx:pt>
          <cx:pt idx="2838">125293</cx:pt>
          <cx:pt idx="2839">125293</cx:pt>
          <cx:pt idx="2840">125293</cx:pt>
          <cx:pt idx="2841">125293</cx:pt>
          <cx:pt idx="2842">125293</cx:pt>
          <cx:pt idx="2843">125293</cx:pt>
          <cx:pt idx="2844">125308</cx:pt>
          <cx:pt idx="2845">125334</cx:pt>
          <cx:pt idx="2846">125340</cx:pt>
          <cx:pt idx="2847">125343</cx:pt>
          <cx:pt idx="2848">125353</cx:pt>
          <cx:pt idx="2849">125382</cx:pt>
          <cx:pt idx="2850">125447</cx:pt>
          <cx:pt idx="2851">125454</cx:pt>
          <cx:pt idx="2852">125459</cx:pt>
          <cx:pt idx="2853">125463</cx:pt>
          <cx:pt idx="2854">125470</cx:pt>
          <cx:pt idx="2855">125484</cx:pt>
          <cx:pt idx="2856">125500</cx:pt>
          <cx:pt idx="2857">125500</cx:pt>
          <cx:pt idx="2858">125523</cx:pt>
          <cx:pt idx="2859">125600</cx:pt>
          <cx:pt idx="2860">125696</cx:pt>
          <cx:pt idx="2861">125702</cx:pt>
          <cx:pt idx="2862">125800</cx:pt>
          <cx:pt idx="2863">125833</cx:pt>
          <cx:pt idx="2864">125850</cx:pt>
          <cx:pt idx="2865">125876</cx:pt>
          <cx:pt idx="2866">125967</cx:pt>
          <cx:pt idx="2867">125976</cx:pt>
          <cx:pt idx="2868">126000</cx:pt>
          <cx:pt idx="2869">126018</cx:pt>
          <cx:pt idx="2870">126020</cx:pt>
          <cx:pt idx="2871">126033</cx:pt>
          <cx:pt idx="2872">126044</cx:pt>
          <cx:pt idx="2873">126051</cx:pt>
          <cx:pt idx="2874">126083</cx:pt>
          <cx:pt idx="2875">126172</cx:pt>
          <cx:pt idx="2876">126187</cx:pt>
          <cx:pt idx="2877">126224</cx:pt>
          <cx:pt idx="2878">126233</cx:pt>
          <cx:pt idx="2879">126280</cx:pt>
          <cx:pt idx="2880">126290</cx:pt>
          <cx:pt idx="2881">126327</cx:pt>
          <cx:pt idx="2882">126333</cx:pt>
          <cx:pt idx="2883">126345</cx:pt>
          <cx:pt idx="2884">126345</cx:pt>
          <cx:pt idx="2885">126378</cx:pt>
          <cx:pt idx="2886">126419</cx:pt>
          <cx:pt idx="2887">126445</cx:pt>
          <cx:pt idx="2888">126500</cx:pt>
          <cx:pt idx="2889">126504</cx:pt>
          <cx:pt idx="2890">126562</cx:pt>
          <cx:pt idx="2891">126606</cx:pt>
          <cx:pt idx="2892">126606</cx:pt>
          <cx:pt idx="2893">126620</cx:pt>
          <cx:pt idx="2894">126666</cx:pt>
          <cx:pt idx="2895">126666</cx:pt>
          <cx:pt idx="2896">126666</cx:pt>
          <cx:pt idx="2897">126666</cx:pt>
          <cx:pt idx="2898">126666</cx:pt>
          <cx:pt idx="2899">126666</cx:pt>
          <cx:pt idx="2900">126666</cx:pt>
          <cx:pt idx="2901">126668</cx:pt>
          <cx:pt idx="2902">126669</cx:pt>
          <cx:pt idx="2903">126676</cx:pt>
          <cx:pt idx="2904">126676</cx:pt>
          <cx:pt idx="2905">126715</cx:pt>
          <cx:pt idx="2906">126745</cx:pt>
          <cx:pt idx="2907">126756</cx:pt>
          <cx:pt idx="2908">126762</cx:pt>
          <cx:pt idx="2909">126778</cx:pt>
          <cx:pt idx="2910">126791</cx:pt>
          <cx:pt idx="2911">126806</cx:pt>
          <cx:pt idx="2912">126921</cx:pt>
          <cx:pt idx="2913">126956</cx:pt>
          <cx:pt idx="2914">126999</cx:pt>
          <cx:pt idx="2915">126999</cx:pt>
          <cx:pt idx="2916">126999</cx:pt>
          <cx:pt idx="2917">126999</cx:pt>
          <cx:pt idx="2918">126999</cx:pt>
          <cx:pt idx="2919">126999</cx:pt>
          <cx:pt idx="2920">127007</cx:pt>
          <cx:pt idx="2921">127008</cx:pt>
          <cx:pt idx="2922">127067</cx:pt>
          <cx:pt idx="2923">127100</cx:pt>
          <cx:pt idx="2924">127102</cx:pt>
          <cx:pt idx="2925">127124</cx:pt>
          <cx:pt idx="2926">127130</cx:pt>
          <cx:pt idx="2927">127153</cx:pt>
          <cx:pt idx="2928">127199</cx:pt>
          <cx:pt idx="2929">127199</cx:pt>
          <cx:pt idx="2930">127218</cx:pt>
          <cx:pt idx="2931">127255</cx:pt>
          <cx:pt idx="2932">127259</cx:pt>
          <cx:pt idx="2933">127264</cx:pt>
          <cx:pt idx="2934">127280</cx:pt>
          <cx:pt idx="2935">127288</cx:pt>
          <cx:pt idx="2936">127357</cx:pt>
          <cx:pt idx="2937">127386</cx:pt>
          <cx:pt idx="2938">127392</cx:pt>
          <cx:pt idx="2939">127392</cx:pt>
          <cx:pt idx="2940">127392</cx:pt>
          <cx:pt idx="2941">127392</cx:pt>
          <cx:pt idx="2942">127392</cx:pt>
          <cx:pt idx="2943">127392</cx:pt>
          <cx:pt idx="2944">127420</cx:pt>
          <cx:pt idx="2945">127451</cx:pt>
          <cx:pt idx="2946">127465</cx:pt>
          <cx:pt idx="2947">127521</cx:pt>
          <cx:pt idx="2948">127532</cx:pt>
          <cx:pt idx="2949">127549</cx:pt>
          <cx:pt idx="2950">127558</cx:pt>
          <cx:pt idx="2951">127579</cx:pt>
          <cx:pt idx="2952">127653</cx:pt>
          <cx:pt idx="2953">127690</cx:pt>
          <cx:pt idx="2954">127705</cx:pt>
          <cx:pt idx="2955">127715</cx:pt>
          <cx:pt idx="2956">127749</cx:pt>
          <cx:pt idx="2957">127757</cx:pt>
          <cx:pt idx="2958">127774</cx:pt>
          <cx:pt idx="2959">127776</cx:pt>
          <cx:pt idx="2960">127927</cx:pt>
          <cx:pt idx="2961">127985</cx:pt>
          <cx:pt idx="2962">128007</cx:pt>
          <cx:pt idx="2963">128065</cx:pt>
          <cx:pt idx="2964">128065</cx:pt>
          <cx:pt idx="2965">128065</cx:pt>
          <cx:pt idx="2966">128116</cx:pt>
          <cx:pt idx="2967">128139</cx:pt>
          <cx:pt idx="2968">128150</cx:pt>
          <cx:pt idx="2969">128311</cx:pt>
          <cx:pt idx="2970">128317</cx:pt>
          <cx:pt idx="2971">128350</cx:pt>
          <cx:pt idx="2972">128387</cx:pt>
          <cx:pt idx="2973">128460</cx:pt>
          <cx:pt idx="2974">128490</cx:pt>
          <cx:pt idx="2975">128490</cx:pt>
          <cx:pt idx="2976">128571</cx:pt>
          <cx:pt idx="2977">128571</cx:pt>
          <cx:pt idx="2978">128571</cx:pt>
          <cx:pt idx="2979">128666</cx:pt>
          <cx:pt idx="2980">128666</cx:pt>
          <cx:pt idx="2981">128691</cx:pt>
          <cx:pt idx="2982">128715</cx:pt>
          <cx:pt idx="2983">128776</cx:pt>
          <cx:pt idx="2984">128851</cx:pt>
          <cx:pt idx="2985">128887</cx:pt>
          <cx:pt idx="2986">128927</cx:pt>
          <cx:pt idx="2987">128932</cx:pt>
          <cx:pt idx="2988">128940</cx:pt>
          <cx:pt idx="2989">128953</cx:pt>
          <cx:pt idx="2990">129007</cx:pt>
          <cx:pt idx="2991">129050</cx:pt>
          <cx:pt idx="2992">129057</cx:pt>
          <cx:pt idx="2993">129076</cx:pt>
          <cx:pt idx="2994">129164</cx:pt>
          <cx:pt idx="2995">129175</cx:pt>
          <cx:pt idx="2996">129217</cx:pt>
          <cx:pt idx="2997">129262</cx:pt>
          <cx:pt idx="2998">129283</cx:pt>
          <cx:pt idx="2999">129316</cx:pt>
          <cx:pt idx="3000">129320</cx:pt>
          <cx:pt idx="3001">129333</cx:pt>
          <cx:pt idx="3002">129393</cx:pt>
          <cx:pt idx="3003">129484</cx:pt>
          <cx:pt idx="3004">129516</cx:pt>
          <cx:pt idx="3005">129546</cx:pt>
          <cx:pt idx="3006">129548</cx:pt>
          <cx:pt idx="3007">129549</cx:pt>
          <cx:pt idx="3008">129640</cx:pt>
          <cx:pt idx="3009">129722</cx:pt>
          <cx:pt idx="3010">129734</cx:pt>
          <cx:pt idx="3011">129740</cx:pt>
          <cx:pt idx="3012">129782</cx:pt>
          <cx:pt idx="3013">129849</cx:pt>
          <cx:pt idx="3014">129850</cx:pt>
          <cx:pt idx="3015">129885</cx:pt>
          <cx:pt idx="3016">129924</cx:pt>
          <cx:pt idx="3017">129925</cx:pt>
          <cx:pt idx="3018">129941</cx:pt>
          <cx:pt idx="3019">129972</cx:pt>
          <cx:pt idx="3020">129983</cx:pt>
          <cx:pt idx="3021">129988</cx:pt>
          <cx:pt idx="3022">129998</cx:pt>
          <cx:pt idx="3023">130000</cx:pt>
          <cx:pt idx="3024">130002</cx:pt>
          <cx:pt idx="3025">130005</cx:pt>
          <cx:pt idx="3026">130011</cx:pt>
          <cx:pt idx="3027">130023</cx:pt>
          <cx:pt idx="3028">130025</cx:pt>
          <cx:pt idx="3029">130031</cx:pt>
          <cx:pt idx="3030">130053</cx:pt>
          <cx:pt idx="3031">130099</cx:pt>
          <cx:pt idx="3032">130099</cx:pt>
          <cx:pt idx="3033">130115</cx:pt>
          <cx:pt idx="3034">130156</cx:pt>
          <cx:pt idx="3035">130222</cx:pt>
          <cx:pt idx="3036">130232</cx:pt>
          <cx:pt idx="3037">130271</cx:pt>
          <cx:pt idx="3038">130298</cx:pt>
          <cx:pt idx="3039">130309</cx:pt>
          <cx:pt idx="3040">130330</cx:pt>
          <cx:pt idx="3041">130339</cx:pt>
          <cx:pt idx="3042">130374</cx:pt>
          <cx:pt idx="3043">130390</cx:pt>
          <cx:pt idx="3044">130430</cx:pt>
          <cx:pt idx="3045">130434</cx:pt>
          <cx:pt idx="3046">130436</cx:pt>
          <cx:pt idx="3047">130437</cx:pt>
          <cx:pt idx="3048">130467</cx:pt>
          <cx:pt idx="3049">130477</cx:pt>
          <cx:pt idx="3050">130477</cx:pt>
          <cx:pt idx="3051">130569</cx:pt>
          <cx:pt idx="3052">130571</cx:pt>
          <cx:pt idx="3053">130580</cx:pt>
          <cx:pt idx="3054">130589</cx:pt>
          <cx:pt idx="3055">130624</cx:pt>
          <cx:pt idx="3056">130645</cx:pt>
          <cx:pt idx="3057">130805</cx:pt>
          <cx:pt idx="3058">130857</cx:pt>
          <cx:pt idx="3059">130873</cx:pt>
          <cx:pt idx="3060">131000</cx:pt>
          <cx:pt idx="3061">131154</cx:pt>
          <cx:pt idx="3062">131166</cx:pt>
          <cx:pt idx="3063">131201</cx:pt>
          <cx:pt idx="3064">131340</cx:pt>
          <cx:pt idx="3065">131384</cx:pt>
          <cx:pt idx="3066">131555</cx:pt>
          <cx:pt idx="3067">131595</cx:pt>
          <cx:pt idx="3068">131625</cx:pt>
          <cx:pt idx="3069">131661</cx:pt>
          <cx:pt idx="3070">131661</cx:pt>
          <cx:pt idx="3071">131663</cx:pt>
          <cx:pt idx="3072">131803</cx:pt>
          <cx:pt idx="3073">131929</cx:pt>
          <cx:pt idx="3074">132000</cx:pt>
          <cx:pt idx="3075">132067</cx:pt>
          <cx:pt idx="3076">132072</cx:pt>
          <cx:pt idx="3077">132150</cx:pt>
          <cx:pt idx="3078">132207</cx:pt>
          <cx:pt idx="3079">132262</cx:pt>
          <cx:pt idx="3080">132305</cx:pt>
          <cx:pt idx="3081">132333</cx:pt>
          <cx:pt idx="3082">132336</cx:pt>
          <cx:pt idx="3083">132377</cx:pt>
          <cx:pt idx="3084">132377</cx:pt>
          <cx:pt idx="3085">132377</cx:pt>
          <cx:pt idx="3086">132377</cx:pt>
          <cx:pt idx="3087">132450</cx:pt>
          <cx:pt idx="3088">132450</cx:pt>
          <cx:pt idx="3089">132482</cx:pt>
          <cx:pt idx="3090">132500</cx:pt>
          <cx:pt idx="3091">132552</cx:pt>
          <cx:pt idx="3092">132579</cx:pt>
          <cx:pt idx="3093">132580</cx:pt>
          <cx:pt idx="3094">132588</cx:pt>
          <cx:pt idx="3095">132639</cx:pt>
          <cx:pt idx="3096">132663</cx:pt>
          <cx:pt idx="3097">132747</cx:pt>
          <cx:pt idx="3098">132791</cx:pt>
          <cx:pt idx="3099">132808</cx:pt>
          <cx:pt idx="3100">132818</cx:pt>
          <cx:pt idx="3101">132825</cx:pt>
          <cx:pt idx="3102">132840</cx:pt>
          <cx:pt idx="3103">132860</cx:pt>
          <cx:pt idx="3104">132873</cx:pt>
          <cx:pt idx="3105">132920</cx:pt>
          <cx:pt idx="3106">132923</cx:pt>
          <cx:pt idx="3107">132950</cx:pt>
          <cx:pt idx="3108">132966</cx:pt>
          <cx:pt idx="3109">132968</cx:pt>
          <cx:pt idx="3110">132997</cx:pt>
          <cx:pt idx="3111">133028</cx:pt>
          <cx:pt idx="3112">133057</cx:pt>
          <cx:pt idx="3113">133063</cx:pt>
          <cx:pt idx="3114">133121</cx:pt>
          <cx:pt idx="3115">133143</cx:pt>
          <cx:pt idx="3116">133156</cx:pt>
          <cx:pt idx="3117">133224</cx:pt>
          <cx:pt idx="3118">133224</cx:pt>
          <cx:pt idx="3119">133247</cx:pt>
          <cx:pt idx="3120">133292</cx:pt>
          <cx:pt idx="3121">133300</cx:pt>
          <cx:pt idx="3122">133303</cx:pt>
          <cx:pt idx="3123">133305</cx:pt>
          <cx:pt idx="3124">133316</cx:pt>
          <cx:pt idx="3125">133316</cx:pt>
          <cx:pt idx="3126">133325</cx:pt>
          <cx:pt idx="3127">133325</cx:pt>
          <cx:pt idx="3128">133325</cx:pt>
          <cx:pt idx="3129">133325</cx:pt>
          <cx:pt idx="3130">133325</cx:pt>
          <cx:pt idx="3131">133325</cx:pt>
          <cx:pt idx="3132">133333</cx:pt>
          <cx:pt idx="3133">133333</cx:pt>
          <cx:pt idx="3134">133333</cx:pt>
          <cx:pt idx="3135">133333</cx:pt>
          <cx:pt idx="3136">133340</cx:pt>
          <cx:pt idx="3137">133414</cx:pt>
          <cx:pt idx="3138">133450</cx:pt>
          <cx:pt idx="3139">133471</cx:pt>
          <cx:pt idx="3140">133503</cx:pt>
          <cx:pt idx="3141">133503</cx:pt>
          <cx:pt idx="3142">133533</cx:pt>
          <cx:pt idx="3143">133552</cx:pt>
          <cx:pt idx="3144">133570</cx:pt>
          <cx:pt idx="3145">133590</cx:pt>
          <cx:pt idx="3146">133637</cx:pt>
          <cx:pt idx="3147">133651</cx:pt>
          <cx:pt idx="3148">133654</cx:pt>
          <cx:pt idx="3149">133655</cx:pt>
          <cx:pt idx="3150">133669</cx:pt>
          <cx:pt idx="3151">133783</cx:pt>
          <cx:pt idx="3152">133798</cx:pt>
          <cx:pt idx="3153">133830</cx:pt>
          <cx:pt idx="3154">133987</cx:pt>
          <cx:pt idx="3155">133987</cx:pt>
          <cx:pt idx="3156">133989</cx:pt>
          <cx:pt idx="3157">134006</cx:pt>
          <cx:pt idx="3158">134044</cx:pt>
          <cx:pt idx="3159">134120</cx:pt>
          <cx:pt idx="3160">134136</cx:pt>
          <cx:pt idx="3161">134149</cx:pt>
          <cx:pt idx="3162">134175</cx:pt>
          <cx:pt idx="3163">134175</cx:pt>
          <cx:pt idx="3164">134190</cx:pt>
          <cx:pt idx="3165">134204</cx:pt>
          <cx:pt idx="3166">134230</cx:pt>
          <cx:pt idx="3167">134250</cx:pt>
          <cx:pt idx="3168">134250</cx:pt>
          <cx:pt idx="3169">134262</cx:pt>
          <cx:pt idx="3170">134303</cx:pt>
          <cx:pt idx="3171">134328</cx:pt>
          <cx:pt idx="3172">134379</cx:pt>
          <cx:pt idx="3173">134382</cx:pt>
          <cx:pt idx="3174">134464</cx:pt>
          <cx:pt idx="3175">134511</cx:pt>
          <cx:pt idx="3176">134575</cx:pt>
          <cx:pt idx="3177">134643</cx:pt>
          <cx:pt idx="3178">134675</cx:pt>
          <cx:pt idx="3179">134707</cx:pt>
          <cx:pt idx="3180">134805</cx:pt>
          <cx:pt idx="3181">134879</cx:pt>
          <cx:pt idx="3182">134932</cx:pt>
          <cx:pt idx="3183">134985</cx:pt>
          <cx:pt idx="3184">134994</cx:pt>
          <cx:pt idx="3185">135000</cx:pt>
          <cx:pt idx="3186">135000</cx:pt>
          <cx:pt idx="3187">135000</cx:pt>
          <cx:pt idx="3188">135000</cx:pt>
          <cx:pt idx="3189">135000</cx:pt>
          <cx:pt idx="3190">135000</cx:pt>
          <cx:pt idx="3191">135000</cx:pt>
          <cx:pt idx="3192">135000</cx:pt>
          <cx:pt idx="3193">135000</cx:pt>
          <cx:pt idx="3194">135000</cx:pt>
          <cx:pt idx="3195">135000</cx:pt>
          <cx:pt idx="3196">135000</cx:pt>
          <cx:pt idx="3197">135000</cx:pt>
          <cx:pt idx="3198">135000</cx:pt>
          <cx:pt idx="3199">135000</cx:pt>
          <cx:pt idx="3200">135066</cx:pt>
          <cx:pt idx="3201">135096</cx:pt>
          <cx:pt idx="3202">135116</cx:pt>
          <cx:pt idx="3203">135217</cx:pt>
          <cx:pt idx="3204">135281</cx:pt>
          <cx:pt idx="3205">135333</cx:pt>
          <cx:pt idx="3206">135421</cx:pt>
          <cx:pt idx="3207">135450</cx:pt>
          <cx:pt idx="3208">135452</cx:pt>
          <cx:pt idx="3209">135457</cx:pt>
          <cx:pt idx="3210">135487</cx:pt>
          <cx:pt idx="3211">135499</cx:pt>
          <cx:pt idx="3212">135514</cx:pt>
          <cx:pt idx="3213">135532</cx:pt>
          <cx:pt idx="3214">135598</cx:pt>
          <cx:pt idx="3215">135637</cx:pt>
          <cx:pt idx="3216">135666</cx:pt>
          <cx:pt idx="3217">135666</cx:pt>
          <cx:pt idx="3218">135666</cx:pt>
          <cx:pt idx="3219">135686</cx:pt>
          <cx:pt idx="3220">135721</cx:pt>
          <cx:pt idx="3221">135728</cx:pt>
          <cx:pt idx="3222">135763</cx:pt>
          <cx:pt idx="3223">135861</cx:pt>
          <cx:pt idx="3224">135866</cx:pt>
          <cx:pt idx="3225">135897</cx:pt>
          <cx:pt idx="3226">135930</cx:pt>
          <cx:pt idx="3227">135992</cx:pt>
          <cx:pt idx="3228">135994</cx:pt>
          <cx:pt idx="3229">136007</cx:pt>
          <cx:pt idx="3230">136007</cx:pt>
          <cx:pt idx="3231">136064</cx:pt>
          <cx:pt idx="3232">136066</cx:pt>
          <cx:pt idx="3233">136090</cx:pt>
          <cx:pt idx="3234">136100</cx:pt>
          <cx:pt idx="3235">136115</cx:pt>
          <cx:pt idx="3236">136166</cx:pt>
          <cx:pt idx="3237">136187</cx:pt>
          <cx:pt idx="3238">136203</cx:pt>
          <cx:pt idx="3239">136211</cx:pt>
          <cx:pt idx="3240">136227</cx:pt>
          <cx:pt idx="3241">136266</cx:pt>
          <cx:pt idx="3242">136283</cx:pt>
          <cx:pt idx="3243">136296</cx:pt>
          <cx:pt idx="3244">136323</cx:pt>
          <cx:pt idx="3245">136369</cx:pt>
          <cx:pt idx="3246">136427</cx:pt>
          <cx:pt idx="3247">136443</cx:pt>
          <cx:pt idx="3248">136450</cx:pt>
          <cx:pt idx="3249">136514</cx:pt>
          <cx:pt idx="3250">136514</cx:pt>
          <cx:pt idx="3251">136514</cx:pt>
          <cx:pt idx="3252">136514</cx:pt>
          <cx:pt idx="3253">136514</cx:pt>
          <cx:pt idx="3254">136514</cx:pt>
          <cx:pt idx="3255">136523</cx:pt>
          <cx:pt idx="3256">136537</cx:pt>
          <cx:pt idx="3257">136539</cx:pt>
          <cx:pt idx="3258">136577</cx:pt>
          <cx:pt idx="3259">136598</cx:pt>
          <cx:pt idx="3260">136600</cx:pt>
          <cx:pt idx="3261">136645</cx:pt>
          <cx:pt idx="3262">136658</cx:pt>
          <cx:pt idx="3263">136673</cx:pt>
          <cx:pt idx="3264">136675</cx:pt>
          <cx:pt idx="3265">136783</cx:pt>
          <cx:pt idx="3266">136804</cx:pt>
          <cx:pt idx="3267">136817</cx:pt>
          <cx:pt idx="3268">136903</cx:pt>
          <cx:pt idx="3269">136903</cx:pt>
          <cx:pt idx="3270">136958</cx:pt>
          <cx:pt idx="3271">137018</cx:pt>
          <cx:pt idx="3272">137023</cx:pt>
          <cx:pt idx="3273">137047</cx:pt>
          <cx:pt idx="3274">137077</cx:pt>
          <cx:pt idx="3275">137083</cx:pt>
          <cx:pt idx="3276">137233</cx:pt>
          <cx:pt idx="3277">137274</cx:pt>
          <cx:pt idx="3278">137274</cx:pt>
          <cx:pt idx="3279">137362</cx:pt>
          <cx:pt idx="3280">137379</cx:pt>
          <cx:pt idx="3281">137400</cx:pt>
          <cx:pt idx="3282">137404</cx:pt>
          <cx:pt idx="3283">137456</cx:pt>
          <cx:pt idx="3284">137540</cx:pt>
          <cx:pt idx="3285">137669</cx:pt>
          <cx:pt idx="3286">137739</cx:pt>
          <cx:pt idx="3287">137770</cx:pt>
          <cx:pt idx="3288">137770</cx:pt>
          <cx:pt idx="3289">137793</cx:pt>
          <cx:pt idx="3290">137888</cx:pt>
          <cx:pt idx="3291">137928</cx:pt>
          <cx:pt idx="3292">138016</cx:pt>
          <cx:pt idx="3293">138057</cx:pt>
          <cx:pt idx="3294">138102</cx:pt>
          <cx:pt idx="3295">138108</cx:pt>
          <cx:pt idx="3296">138108</cx:pt>
          <cx:pt idx="3297">138161</cx:pt>
          <cx:pt idx="3298">138225</cx:pt>
          <cx:pt idx="3299">138325</cx:pt>
          <cx:pt idx="3300">138393</cx:pt>
          <cx:pt idx="3301">138400</cx:pt>
          <cx:pt idx="3302">138425</cx:pt>
          <cx:pt idx="3303">138484</cx:pt>
          <cx:pt idx="3304">138523</cx:pt>
          <cx:pt idx="3305">138545</cx:pt>
          <cx:pt idx="3306">138583</cx:pt>
          <cx:pt idx="3307">138839</cx:pt>
          <cx:pt idx="3308">138883</cx:pt>
          <cx:pt idx="3309">138925</cx:pt>
          <cx:pt idx="3310">138949</cx:pt>
          <cx:pt idx="3311">138967</cx:pt>
          <cx:pt idx="3312">138971</cx:pt>
          <cx:pt idx="3313">139017</cx:pt>
          <cx:pt idx="3314">139021</cx:pt>
          <cx:pt idx="3315">139072</cx:pt>
          <cx:pt idx="3316">139113</cx:pt>
          <cx:pt idx="3317">139170</cx:pt>
          <cx:pt idx="3318">139224</cx:pt>
          <cx:pt idx="3319">139321</cx:pt>
          <cx:pt idx="3320">139329</cx:pt>
          <cx:pt idx="3321">139382</cx:pt>
          <cx:pt idx="3322">139392</cx:pt>
          <cx:pt idx="3323">139392</cx:pt>
          <cx:pt idx="3324">139423</cx:pt>
          <cx:pt idx="3325">139491</cx:pt>
          <cx:pt idx="3326">139536</cx:pt>
          <cx:pt idx="3327">139650</cx:pt>
          <cx:pt idx="3328">139663</cx:pt>
          <cx:pt idx="3329">139701</cx:pt>
          <cx:pt idx="3330">139859</cx:pt>
          <cx:pt idx="3331">139884</cx:pt>
          <cx:pt idx="3332">139910</cx:pt>
          <cx:pt idx="3333">139926</cx:pt>
          <cx:pt idx="3334">139927</cx:pt>
          <cx:pt idx="3335">139961</cx:pt>
          <cx:pt idx="3336">139996</cx:pt>
          <cx:pt idx="3337">139999</cx:pt>
          <cx:pt idx="3338">139999</cx:pt>
          <cx:pt idx="3339">140000</cx:pt>
          <cx:pt idx="3340">140000</cx:pt>
          <cx:pt idx="3341">140000</cx:pt>
          <cx:pt idx="3342">140003</cx:pt>
          <cx:pt idx="3343">140075</cx:pt>
          <cx:pt idx="3344">140100</cx:pt>
          <cx:pt idx="3345">140134</cx:pt>
          <cx:pt idx="3346">140176</cx:pt>
          <cx:pt idx="3347">140184</cx:pt>
          <cx:pt idx="3348">140211</cx:pt>
          <cx:pt idx="3349">140211</cx:pt>
          <cx:pt idx="3350">140223</cx:pt>
          <cx:pt idx="3351">140271</cx:pt>
          <cx:pt idx="3352">140320</cx:pt>
          <cx:pt idx="3353">140343</cx:pt>
          <cx:pt idx="3354">140358</cx:pt>
          <cx:pt idx="3355">140395</cx:pt>
          <cx:pt idx="3356">140443</cx:pt>
          <cx:pt idx="3357">140454</cx:pt>
          <cx:pt idx="3358">140569</cx:pt>
          <cx:pt idx="3359">140573</cx:pt>
          <cx:pt idx="3360">140602</cx:pt>
          <cx:pt idx="3361">140610</cx:pt>
          <cx:pt idx="3362">140625</cx:pt>
          <cx:pt idx="3363">140639</cx:pt>
          <cx:pt idx="3364">140645</cx:pt>
          <cx:pt idx="3365">140655</cx:pt>
          <cx:pt idx="3366">140677</cx:pt>
          <cx:pt idx="3367">140793</cx:pt>
          <cx:pt idx="3368">141017</cx:pt>
          <cx:pt idx="3369">141023</cx:pt>
          <cx:pt idx="3370">141025</cx:pt>
          <cx:pt idx="3371">141050</cx:pt>
          <cx:pt idx="3372">141050</cx:pt>
          <cx:pt idx="3373">141069</cx:pt>
          <cx:pt idx="3374">141074</cx:pt>
          <cx:pt idx="3375">141124</cx:pt>
          <cx:pt idx="3376">141184</cx:pt>
          <cx:pt idx="3377">141216</cx:pt>
          <cx:pt idx="3378">141314</cx:pt>
          <cx:pt idx="3379">141332</cx:pt>
          <cx:pt idx="3380">141333</cx:pt>
          <cx:pt idx="3381">141341</cx:pt>
          <cx:pt idx="3382">141424</cx:pt>
          <cx:pt idx="3383">141424</cx:pt>
          <cx:pt idx="3384">141432</cx:pt>
          <cx:pt idx="3385">141453</cx:pt>
          <cx:pt idx="3386">141472</cx:pt>
          <cx:pt idx="3387">141510</cx:pt>
          <cx:pt idx="3388">141556</cx:pt>
          <cx:pt idx="3389">141583</cx:pt>
          <cx:pt idx="3390">141666</cx:pt>
          <cx:pt idx="3391">141668</cx:pt>
          <cx:pt idx="3392">141669</cx:pt>
          <cx:pt idx="3393">141701</cx:pt>
          <cx:pt idx="3394">141701</cx:pt>
          <cx:pt idx="3395">141701</cx:pt>
          <cx:pt idx="3396">141708</cx:pt>
          <cx:pt idx="3397">141708</cx:pt>
          <cx:pt idx="3398">141708</cx:pt>
          <cx:pt idx="3399">141708</cx:pt>
          <cx:pt idx="3400">141708</cx:pt>
          <cx:pt idx="3401">141708</cx:pt>
          <cx:pt idx="3402">141724</cx:pt>
          <cx:pt idx="3403">141725</cx:pt>
          <cx:pt idx="3404">141737</cx:pt>
          <cx:pt idx="3405">141738</cx:pt>
          <cx:pt idx="3406">141761</cx:pt>
          <cx:pt idx="3407">141800</cx:pt>
          <cx:pt idx="3408">141807</cx:pt>
          <cx:pt idx="3409">141807</cx:pt>
          <cx:pt idx="3410">141882</cx:pt>
          <cx:pt idx="3411">141915</cx:pt>
          <cx:pt idx="3412">141941</cx:pt>
          <cx:pt idx="3413">141956</cx:pt>
          <cx:pt idx="3414">141979</cx:pt>
          <cx:pt idx="3415">141980</cx:pt>
          <cx:pt idx="3416">142000</cx:pt>
          <cx:pt idx="3417">142000</cx:pt>
          <cx:pt idx="3418">142019</cx:pt>
          <cx:pt idx="3419">142037</cx:pt>
          <cx:pt idx="3420">142091</cx:pt>
          <cx:pt idx="3421">142097</cx:pt>
          <cx:pt idx="3422">142141</cx:pt>
          <cx:pt idx="3423">142141</cx:pt>
          <cx:pt idx="3424">142200</cx:pt>
          <cx:pt idx="3425">142208</cx:pt>
          <cx:pt idx="3426">142219</cx:pt>
          <cx:pt idx="3427">142307</cx:pt>
          <cx:pt idx="3428">142349</cx:pt>
          <cx:pt idx="3429">142435</cx:pt>
          <cx:pt idx="3430">142444</cx:pt>
          <cx:pt idx="3431">142526</cx:pt>
          <cx:pt idx="3432">142609</cx:pt>
          <cx:pt idx="3433">142616</cx:pt>
          <cx:pt idx="3434">142634</cx:pt>
          <cx:pt idx="3435">142650</cx:pt>
          <cx:pt idx="3436">142675</cx:pt>
          <cx:pt idx="3437">142842</cx:pt>
          <cx:pt idx="3438">142846</cx:pt>
          <cx:pt idx="3439">142846</cx:pt>
          <cx:pt idx="3440">142858</cx:pt>
          <cx:pt idx="3441">142893</cx:pt>
          <cx:pt idx="3442">142896</cx:pt>
          <cx:pt idx="3443">142954</cx:pt>
          <cx:pt idx="3444">142979</cx:pt>
          <cx:pt idx="3445">143093</cx:pt>
          <cx:pt idx="3446">143093</cx:pt>
          <cx:pt idx="3447">143177</cx:pt>
          <cx:pt idx="3448">143179</cx:pt>
          <cx:pt idx="3449">143294</cx:pt>
          <cx:pt idx="3450">143294</cx:pt>
          <cx:pt idx="3451">143311</cx:pt>
          <cx:pt idx="3452">143311</cx:pt>
          <cx:pt idx="3453">143329</cx:pt>
          <cx:pt idx="3454">143352</cx:pt>
          <cx:pt idx="3455">143452</cx:pt>
          <cx:pt idx="3456">143454</cx:pt>
          <cx:pt idx="3457">143587</cx:pt>
          <cx:pt idx="3458">143603</cx:pt>
          <cx:pt idx="3459">143612</cx:pt>
          <cx:pt idx="3460">143745</cx:pt>
          <cx:pt idx="3461">143775</cx:pt>
          <cx:pt idx="3462">143808</cx:pt>
          <cx:pt idx="3463">143856</cx:pt>
          <cx:pt idx="3464">143866</cx:pt>
          <cx:pt idx="3465">143882</cx:pt>
          <cx:pt idx="3466">143941</cx:pt>
          <cx:pt idx="3467">143962</cx:pt>
          <cx:pt idx="3468">144013</cx:pt>
          <cx:pt idx="3469">144138</cx:pt>
          <cx:pt idx="3470">144255</cx:pt>
          <cx:pt idx="3471">144285</cx:pt>
          <cx:pt idx="3472">144285</cx:pt>
          <cx:pt idx="3473">144357</cx:pt>
          <cx:pt idx="3474">144436</cx:pt>
          <cx:pt idx="3475">144469</cx:pt>
          <cx:pt idx="3476">144473</cx:pt>
          <cx:pt idx="3477">144541</cx:pt>
          <cx:pt idx="3478">144549</cx:pt>
          <cx:pt idx="3479">144586</cx:pt>
          <cx:pt idx="3480">144709</cx:pt>
          <cx:pt idx="3481">144778</cx:pt>
          <cx:pt idx="3482">144804</cx:pt>
          <cx:pt idx="3483">144930</cx:pt>
          <cx:pt idx="3484">144973</cx:pt>
          <cx:pt idx="3485">144987</cx:pt>
          <cx:pt idx="3486">144998</cx:pt>
          <cx:pt idx="3487">144998</cx:pt>
          <cx:pt idx="3488">145051</cx:pt>
          <cx:pt idx="3489">145093</cx:pt>
          <cx:pt idx="3490">145203</cx:pt>
          <cx:pt idx="3491">145291</cx:pt>
          <cx:pt idx="3492">145319</cx:pt>
          <cx:pt idx="3493">145327</cx:pt>
          <cx:pt idx="3494">145355</cx:pt>
          <cx:pt idx="3495">145368</cx:pt>
          <cx:pt idx="3496">145461</cx:pt>
          <cx:pt idx="3497">145522</cx:pt>
          <cx:pt idx="3498">145686</cx:pt>
          <cx:pt idx="3499">145686</cx:pt>
          <cx:pt idx="3500">145749</cx:pt>
          <cx:pt idx="3501">145752</cx:pt>
          <cx:pt idx="3502">145850</cx:pt>
          <cx:pt idx="3503">145933</cx:pt>
          <cx:pt idx="3504">146000</cx:pt>
          <cx:pt idx="3505">146033</cx:pt>
          <cx:pt idx="3506">146169</cx:pt>
          <cx:pt idx="3507">146216</cx:pt>
          <cx:pt idx="3508">146229</cx:pt>
          <cx:pt idx="3509">146302</cx:pt>
          <cx:pt idx="3510">146400</cx:pt>
          <cx:pt idx="3511">146402</cx:pt>
          <cx:pt idx="3512">146407</cx:pt>
          <cx:pt idx="3513">146458</cx:pt>
          <cx:pt idx="3514">146486</cx:pt>
          <cx:pt idx="3515">146522</cx:pt>
          <cx:pt idx="3516">146536</cx:pt>
          <cx:pt idx="3517">146556</cx:pt>
          <cx:pt idx="3518">146607</cx:pt>
          <cx:pt idx="3519">146666</cx:pt>
          <cx:pt idx="3520">146666</cx:pt>
          <cx:pt idx="3521">146667</cx:pt>
          <cx:pt idx="3522">146678</cx:pt>
          <cx:pt idx="3523">146793</cx:pt>
          <cx:pt idx="3524">146948</cx:pt>
          <cx:pt idx="3525">147050</cx:pt>
          <cx:pt idx="3526">147112</cx:pt>
          <cx:pt idx="3527">147155</cx:pt>
          <cx:pt idx="3528">147155</cx:pt>
          <cx:pt idx="3529">147176</cx:pt>
          <cx:pt idx="3530">147279</cx:pt>
          <cx:pt idx="3531">147291</cx:pt>
          <cx:pt idx="3532">147334</cx:pt>
          <cx:pt idx="3533">147403</cx:pt>
          <cx:pt idx="3534">147403</cx:pt>
          <cx:pt idx="3535">147435</cx:pt>
          <cx:pt idx="3536">147567</cx:pt>
          <cx:pt idx="3537">147696</cx:pt>
          <cx:pt idx="3538">147696</cx:pt>
          <cx:pt idx="3539">147744</cx:pt>
          <cx:pt idx="3540">147769</cx:pt>
          <cx:pt idx="3541">147839</cx:pt>
          <cx:pt idx="3542">147865</cx:pt>
          <cx:pt idx="3543">147957</cx:pt>
          <cx:pt idx="3544">147985</cx:pt>
          <cx:pt idx="3545">147986</cx:pt>
          <cx:pt idx="3546">148033</cx:pt>
          <cx:pt idx="3547">148116</cx:pt>
          <cx:pt idx="3548">148126</cx:pt>
          <cx:pt idx="3549">148220</cx:pt>
          <cx:pt idx="3550">148267</cx:pt>
          <cx:pt idx="3551">148339</cx:pt>
          <cx:pt idx="3552">148357</cx:pt>
          <cx:pt idx="3553">148419</cx:pt>
          <cx:pt idx="3554">148419</cx:pt>
          <cx:pt idx="3555">148438</cx:pt>
          <cx:pt idx="3556">148446</cx:pt>
          <cx:pt idx="3557">148457</cx:pt>
          <cx:pt idx="3558">148499</cx:pt>
          <cx:pt idx="3559">148626</cx:pt>
          <cx:pt idx="3560">148630</cx:pt>
          <cx:pt idx="3561">148644</cx:pt>
          <cx:pt idx="3562">148644</cx:pt>
          <cx:pt idx="3563">148690</cx:pt>
          <cx:pt idx="3564">148776</cx:pt>
          <cx:pt idx="3565">148777</cx:pt>
          <cx:pt idx="3566">148831</cx:pt>
          <cx:pt idx="3567">148897</cx:pt>
          <cx:pt idx="3568">148998</cx:pt>
          <cx:pt idx="3569">149000</cx:pt>
          <cx:pt idx="3570">149000</cx:pt>
          <cx:pt idx="3571">149212</cx:pt>
          <cx:pt idx="3572">149219</cx:pt>
          <cx:pt idx="3573">149287</cx:pt>
          <cx:pt idx="3574">149313</cx:pt>
          <cx:pt idx="3575">149336</cx:pt>
          <cx:pt idx="3576">149350</cx:pt>
          <cx:pt idx="3577">149453</cx:pt>
          <cx:pt idx="3578">149468</cx:pt>
          <cx:pt idx="3579">149484</cx:pt>
          <cx:pt idx="3580">149565</cx:pt>
          <cx:pt idx="3581">149572</cx:pt>
          <cx:pt idx="3582">149664</cx:pt>
          <cx:pt idx="3583">149722</cx:pt>
          <cx:pt idx="3584">149725</cx:pt>
          <cx:pt idx="3585">149784</cx:pt>
          <cx:pt idx="3586">149912</cx:pt>
          <cx:pt idx="3587">149917</cx:pt>
          <cx:pt idx="3588">149935</cx:pt>
          <cx:pt idx="3589">149987</cx:pt>
          <cx:pt idx="3590">149987</cx:pt>
          <cx:pt idx="3591">149992</cx:pt>
          <cx:pt idx="3592">149996</cx:pt>
          <cx:pt idx="3593">149998</cx:pt>
          <cx:pt idx="3594">149999</cx:pt>
          <cx:pt idx="3595">150000</cx:pt>
          <cx:pt idx="3596">150000</cx:pt>
          <cx:pt idx="3597">150000</cx:pt>
          <cx:pt idx="3598">150000</cx:pt>
          <cx:pt idx="3599">150000</cx:pt>
          <cx:pt idx="3600">150000</cx:pt>
          <cx:pt idx="3601">150000</cx:pt>
          <cx:pt idx="3602">150008</cx:pt>
          <cx:pt idx="3603">150046</cx:pt>
          <cx:pt idx="3604">150083</cx:pt>
          <cx:pt idx="3605">150083</cx:pt>
          <cx:pt idx="3606">150097</cx:pt>
          <cx:pt idx="3607">150102</cx:pt>
          <cx:pt idx="3608">150116</cx:pt>
          <cx:pt idx="3609">150151</cx:pt>
          <cx:pt idx="3610">150262</cx:pt>
          <cx:pt idx="3611">150333</cx:pt>
          <cx:pt idx="3612">150354</cx:pt>
          <cx:pt idx="3613">150368</cx:pt>
          <cx:pt idx="3614">150378</cx:pt>
          <cx:pt idx="3615">150430</cx:pt>
          <cx:pt idx="3616">150450</cx:pt>
          <cx:pt idx="3617">150454</cx:pt>
          <cx:pt idx="3618">150636</cx:pt>
          <cx:pt idx="3619">150636</cx:pt>
          <cx:pt idx="3620">150666</cx:pt>
          <cx:pt idx="3621">150760</cx:pt>
          <cx:pt idx="3622">150804</cx:pt>
          <cx:pt idx="3623">150804</cx:pt>
          <cx:pt idx="3624">150806</cx:pt>
          <cx:pt idx="3625">150833</cx:pt>
          <cx:pt idx="3626">150833</cx:pt>
          <cx:pt idx="3627">150833</cx:pt>
          <cx:pt idx="3628">150916</cx:pt>
          <cx:pt idx="3629">150935</cx:pt>
          <cx:pt idx="3630">150954</cx:pt>
          <cx:pt idx="3631">151000</cx:pt>
          <cx:pt idx="3632">151025</cx:pt>
          <cx:pt idx="3633">151025</cx:pt>
          <cx:pt idx="3634">151025</cx:pt>
          <cx:pt idx="3635">151092</cx:pt>
          <cx:pt idx="3636">151309</cx:pt>
          <cx:pt idx="3637">151309</cx:pt>
          <cx:pt idx="3638">151329</cx:pt>
          <cx:pt idx="3639">151341</cx:pt>
          <cx:pt idx="3640">151383</cx:pt>
          <cx:pt idx="3641">151431</cx:pt>
          <cx:pt idx="3642">151444</cx:pt>
          <cx:pt idx="3643">151490</cx:pt>
          <cx:pt idx="3644">151508</cx:pt>
          <cx:pt idx="3645">151542</cx:pt>
          <cx:pt idx="3646">151563</cx:pt>
          <cx:pt idx="3647">151579</cx:pt>
          <cx:pt idx="3648">151603</cx:pt>
          <cx:pt idx="3649">151641</cx:pt>
          <cx:pt idx="3650">151706</cx:pt>
          <cx:pt idx="3651">151727</cx:pt>
          <cx:pt idx="3652">151758</cx:pt>
          <cx:pt idx="3653">151826</cx:pt>
          <cx:pt idx="3654">151826</cx:pt>
          <cx:pt idx="3655">151850</cx:pt>
          <cx:pt idx="3656">151856</cx:pt>
          <cx:pt idx="3657">151865</cx:pt>
          <cx:pt idx="3658">151908</cx:pt>
          <cx:pt idx="3659">151941</cx:pt>
          <cx:pt idx="3660">151961</cx:pt>
          <cx:pt idx="3661">152063</cx:pt>
          <cx:pt idx="3662">152275</cx:pt>
          <cx:pt idx="3663">152341</cx:pt>
          <cx:pt idx="3664">152354</cx:pt>
          <cx:pt idx="3665">152370</cx:pt>
          <cx:pt idx="3666">152454</cx:pt>
          <cx:pt idx="3667">152479</cx:pt>
          <cx:pt idx="3668">152500</cx:pt>
          <cx:pt idx="3669">152534</cx:pt>
          <cx:pt idx="3670">152589</cx:pt>
          <cx:pt idx="3671">152616</cx:pt>
          <cx:pt idx="3672">152649</cx:pt>
          <cx:pt idx="3673">152658</cx:pt>
          <cx:pt idx="3674">152664</cx:pt>
          <cx:pt idx="3675">152740</cx:pt>
          <cx:pt idx="3676">152838</cx:pt>
          <cx:pt idx="3677">152999</cx:pt>
          <cx:pt idx="3678">153023</cx:pt>
          <cx:pt idx="3679">153054</cx:pt>
          <cx:pt idx="3680">153107</cx:pt>
          <cx:pt idx="3681">153120</cx:pt>
          <cx:pt idx="3682">153291</cx:pt>
          <cx:pt idx="3683">153306</cx:pt>
          <cx:pt idx="3684">153319</cx:pt>
          <cx:pt idx="3685">153325</cx:pt>
          <cx:pt idx="3686">153326</cx:pt>
          <cx:pt idx="3687">153326</cx:pt>
          <cx:pt idx="3688">153332</cx:pt>
          <cx:pt idx="3689">153336</cx:pt>
          <cx:pt idx="3690">153349</cx:pt>
          <cx:pt idx="3691">153355</cx:pt>
          <cx:pt idx="3692">153462</cx:pt>
          <cx:pt idx="3693">153475</cx:pt>
          <cx:pt idx="3694">153552</cx:pt>
          <cx:pt idx="3695">153616</cx:pt>
          <cx:pt idx="3696">153672</cx:pt>
          <cx:pt idx="3697">153814</cx:pt>
          <cx:pt idx="3698">153819</cx:pt>
          <cx:pt idx="3699">153846</cx:pt>
          <cx:pt idx="3700">153929</cx:pt>
          <cx:pt idx="3701">153982</cx:pt>
          <cx:pt idx="3702">153982</cx:pt>
          <cx:pt idx="3703">153987</cx:pt>
          <cx:pt idx="3704">154077</cx:pt>
          <cx:pt idx="3705">154101</cx:pt>
          <cx:pt idx="3706">154117</cx:pt>
          <cx:pt idx="3707">154234</cx:pt>
          <cx:pt idx="3708">154340</cx:pt>
          <cx:pt idx="3709">154342</cx:pt>
          <cx:pt idx="3710">154347</cx:pt>
          <cx:pt idx="3711">154435</cx:pt>
          <cx:pt idx="3712">154489</cx:pt>
          <cx:pt idx="3713">154494</cx:pt>
          <cx:pt idx="3714">154494</cx:pt>
          <cx:pt idx="3715">154620</cx:pt>
          <cx:pt idx="3716">154666</cx:pt>
          <cx:pt idx="3717">154695</cx:pt>
          <cx:pt idx="3718">154760</cx:pt>
          <cx:pt idx="3719">154791</cx:pt>
          <cx:pt idx="3720">154793</cx:pt>
          <cx:pt idx="3721">154873</cx:pt>
          <cx:pt idx="3722">154969</cx:pt>
          <cx:pt idx="3723">154984</cx:pt>
          <cx:pt idx="3724">155023</cx:pt>
          <cx:pt idx="3725">155068</cx:pt>
          <cx:pt idx="3726">155073</cx:pt>
          <cx:pt idx="3727">155105</cx:pt>
          <cx:pt idx="3728">155105</cx:pt>
          <cx:pt idx="3729">155138</cx:pt>
          <cx:pt idx="3730">155175</cx:pt>
          <cx:pt idx="3731">155176</cx:pt>
          <cx:pt idx="3732">155273</cx:pt>
          <cx:pt idx="3733">155304</cx:pt>
          <cx:pt idx="3734">155306</cx:pt>
          <cx:pt idx="3735">155325</cx:pt>
          <cx:pt idx="3736">155329</cx:pt>
          <cx:pt idx="3737">155411</cx:pt>
          <cx:pt idx="3738">155426</cx:pt>
          <cx:pt idx="3739">155428</cx:pt>
          <cx:pt idx="3740">155469</cx:pt>
          <cx:pt idx="3741">155499</cx:pt>
          <cx:pt idx="3742">155545</cx:pt>
          <cx:pt idx="3743">155575</cx:pt>
          <cx:pt idx="3744">155581</cx:pt>
          <cx:pt idx="3745">155600</cx:pt>
          <cx:pt idx="3746">155604</cx:pt>
          <cx:pt idx="3747">155718</cx:pt>
          <cx:pt idx="3748">155743</cx:pt>
          <cx:pt idx="3749">155802</cx:pt>
          <cx:pt idx="3750">155835</cx:pt>
          <cx:pt idx="3751">155850</cx:pt>
          <cx:pt idx="3752">156016</cx:pt>
          <cx:pt idx="3753">156075</cx:pt>
          <cx:pt idx="3754">156085</cx:pt>
          <cx:pt idx="3755">156112</cx:pt>
          <cx:pt idx="3756">156129</cx:pt>
          <cx:pt idx="3757">156291</cx:pt>
          <cx:pt idx="3758">156319</cx:pt>
          <cx:pt idx="3759">156340</cx:pt>
          <cx:pt idx="3760">156583</cx:pt>
          <cx:pt idx="3761">156647</cx:pt>
          <cx:pt idx="3762">156659</cx:pt>
          <cx:pt idx="3763">156670</cx:pt>
          <cx:pt idx="3764">156683</cx:pt>
          <cx:pt idx="3765">156688</cx:pt>
          <cx:pt idx="3766">156714</cx:pt>
          <cx:pt idx="3767">156714</cx:pt>
          <cx:pt idx="3768">156812</cx:pt>
          <cx:pt idx="3769">156982</cx:pt>
          <cx:pt idx="3770">157043</cx:pt>
          <cx:pt idx="3771">157073</cx:pt>
          <cx:pt idx="3772">157141</cx:pt>
          <cx:pt idx="3773">157199</cx:pt>
          <cx:pt idx="3774">157234</cx:pt>
          <cx:pt idx="3775">157251</cx:pt>
          <cx:pt idx="3776">157364</cx:pt>
          <cx:pt idx="3777">157420</cx:pt>
          <cx:pt idx="3778">157420</cx:pt>
          <cx:pt idx="3779">157420</cx:pt>
          <cx:pt idx="3780">157420</cx:pt>
          <cx:pt idx="3781">157420</cx:pt>
          <cx:pt idx="3782">157420</cx:pt>
          <cx:pt idx="3783">157420</cx:pt>
          <cx:pt idx="3784">157420</cx:pt>
          <cx:pt idx="3785">157420</cx:pt>
          <cx:pt idx="3786">157523</cx:pt>
          <cx:pt idx="3787">157530</cx:pt>
          <cx:pt idx="3788">157540</cx:pt>
          <cx:pt idx="3789">157574</cx:pt>
          <cx:pt idx="3790">157600</cx:pt>
          <cx:pt idx="3791">157616</cx:pt>
          <cx:pt idx="3792">157701</cx:pt>
          <cx:pt idx="3793">157705</cx:pt>
          <cx:pt idx="3794">157750</cx:pt>
          <cx:pt idx="3795">157923</cx:pt>
          <cx:pt idx="3796">157999</cx:pt>
          <cx:pt idx="3797">158000</cx:pt>
          <cx:pt idx="3798">158000</cx:pt>
          <cx:pt idx="3799">158003</cx:pt>
          <cx:pt idx="3800">158044</cx:pt>
          <cx:pt idx="3801">158281</cx:pt>
          <cx:pt idx="3802">158333</cx:pt>
          <cx:pt idx="3803">158350</cx:pt>
          <cx:pt idx="3804">158379</cx:pt>
          <cx:pt idx="3805">158441</cx:pt>
          <cx:pt idx="3806">158500</cx:pt>
          <cx:pt idx="3807">158610</cx:pt>
          <cx:pt idx="3808">158723</cx:pt>
          <cx:pt idx="3809">158957</cx:pt>
          <cx:pt idx="3810">158966</cx:pt>
          <cx:pt idx="3811">159000</cx:pt>
          <cx:pt idx="3812">159000</cx:pt>
          <cx:pt idx="3813">159000</cx:pt>
          <cx:pt idx="3814">159000</cx:pt>
          <cx:pt idx="3815">159000</cx:pt>
          <cx:pt idx="3816">159000</cx:pt>
          <cx:pt idx="3817">159000</cx:pt>
          <cx:pt idx="3818">159000</cx:pt>
          <cx:pt idx="3819">159000</cx:pt>
          <cx:pt idx="3820">159000</cx:pt>
          <cx:pt idx="3821">159000</cx:pt>
          <cx:pt idx="3822">159000</cx:pt>
          <cx:pt idx="3823">159000</cx:pt>
          <cx:pt idx="3824">159000</cx:pt>
          <cx:pt idx="3825">159000</cx:pt>
          <cx:pt idx="3826">159000</cx:pt>
          <cx:pt idx="3827">159000</cx:pt>
          <cx:pt idx="3828">159043</cx:pt>
          <cx:pt idx="3829">159066</cx:pt>
          <cx:pt idx="3830">159066</cx:pt>
          <cx:pt idx="3831">159066</cx:pt>
          <cx:pt idx="3832">159083</cx:pt>
          <cx:pt idx="3833">159083</cx:pt>
          <cx:pt idx="3834">159125</cx:pt>
          <cx:pt idx="3835">159200</cx:pt>
          <cx:pt idx="3836">159210</cx:pt>
          <cx:pt idx="3837">159210</cx:pt>
          <cx:pt idx="3838">159210</cx:pt>
          <cx:pt idx="3839">159250</cx:pt>
          <cx:pt idx="3840">159250</cx:pt>
          <cx:pt idx="3841">159250</cx:pt>
          <cx:pt idx="3842">159262</cx:pt>
          <cx:pt idx="3843">159273</cx:pt>
          <cx:pt idx="3844">159300</cx:pt>
          <cx:pt idx="3845">159306</cx:pt>
          <cx:pt idx="3846">159306</cx:pt>
          <cx:pt idx="3847">159333</cx:pt>
          <cx:pt idx="3848">159353</cx:pt>
          <cx:pt idx="3849">159411</cx:pt>
          <cx:pt idx="3850">159433</cx:pt>
          <cx:pt idx="3851">159448</cx:pt>
          <cx:pt idx="3852">159456</cx:pt>
          <cx:pt idx="3853">159472</cx:pt>
          <cx:pt idx="3854">159500</cx:pt>
          <cx:pt idx="3855">159554</cx:pt>
          <cx:pt idx="3856">159583</cx:pt>
          <cx:pt idx="3857">159583</cx:pt>
          <cx:pt idx="3858">159588</cx:pt>
          <cx:pt idx="3859">159616</cx:pt>
          <cx:pt idx="3860">159623</cx:pt>
          <cx:pt idx="3861">159625</cx:pt>
          <cx:pt idx="3862">159637</cx:pt>
          <cx:pt idx="3863">159695</cx:pt>
          <cx:pt idx="3864">159742</cx:pt>
          <cx:pt idx="3865">159756</cx:pt>
          <cx:pt idx="3866">159783</cx:pt>
          <cx:pt idx="3867">159800</cx:pt>
          <cx:pt idx="3868">159833</cx:pt>
          <cx:pt idx="3869">159833</cx:pt>
          <cx:pt idx="3870">159837</cx:pt>
          <cx:pt idx="3871">159939</cx:pt>
          <cx:pt idx="3872">159950</cx:pt>
          <cx:pt idx="3873">159960</cx:pt>
          <cx:pt idx="3874">159976</cx:pt>
          <cx:pt idx="3875">159991</cx:pt>
          <cx:pt idx="3876">159991</cx:pt>
          <cx:pt idx="3877">159991</cx:pt>
          <cx:pt idx="3878">160000</cx:pt>
          <cx:pt idx="3879">160000</cx:pt>
          <cx:pt idx="3880">160000</cx:pt>
          <cx:pt idx="3881">160000</cx:pt>
          <cx:pt idx="3882">160005</cx:pt>
          <cx:pt idx="3883">160075</cx:pt>
          <cx:pt idx="3884">160083</cx:pt>
          <cx:pt idx="3885">160105</cx:pt>
          <cx:pt idx="3886">160140</cx:pt>
          <cx:pt idx="3887">160212</cx:pt>
          <cx:pt idx="3888">160301</cx:pt>
          <cx:pt idx="3889">160309</cx:pt>
          <cx:pt idx="3890">160333</cx:pt>
          <cx:pt idx="3891">160345</cx:pt>
          <cx:pt idx="3892">160416</cx:pt>
          <cx:pt idx="3893">160433</cx:pt>
          <cx:pt idx="3894">160484</cx:pt>
          <cx:pt idx="3895">160498</cx:pt>
          <cx:pt idx="3896">160514</cx:pt>
          <cx:pt idx="3897">160588</cx:pt>
          <cx:pt idx="3898">160650</cx:pt>
          <cx:pt idx="3899">160666</cx:pt>
          <cx:pt idx="3900">160716</cx:pt>
          <cx:pt idx="3901">160748</cx:pt>
          <cx:pt idx="3902">160750</cx:pt>
          <cx:pt idx="3903">160771</cx:pt>
          <cx:pt idx="3904">160825</cx:pt>
          <cx:pt idx="3905">160856</cx:pt>
          <cx:pt idx="3906">160856</cx:pt>
          <cx:pt idx="3907">160889</cx:pt>
          <cx:pt idx="3908">160942</cx:pt>
          <cx:pt idx="3909">160970</cx:pt>
          <cx:pt idx="3910">160983</cx:pt>
          <cx:pt idx="3911">161036</cx:pt>
          <cx:pt idx="3912">161110</cx:pt>
          <cx:pt idx="3913">161133</cx:pt>
          <cx:pt idx="3914">161133</cx:pt>
          <cx:pt idx="3915">161146</cx:pt>
          <cx:pt idx="3916">161146</cx:pt>
          <cx:pt idx="3917">161149</cx:pt>
          <cx:pt idx="3918">161181</cx:pt>
          <cx:pt idx="3919">161223</cx:pt>
          <cx:pt idx="3920">161261</cx:pt>
          <cx:pt idx="3921">161266</cx:pt>
          <cx:pt idx="3922">161267</cx:pt>
          <cx:pt idx="3923">161292</cx:pt>
          <cx:pt idx="3924">161309</cx:pt>
          <cx:pt idx="3925">161383</cx:pt>
          <cx:pt idx="3926">161416</cx:pt>
          <cx:pt idx="3927">161491</cx:pt>
          <cx:pt idx="3928">161505</cx:pt>
          <cx:pt idx="3929">161548</cx:pt>
          <cx:pt idx="3930">161583</cx:pt>
          <cx:pt idx="3931">161583</cx:pt>
          <cx:pt idx="3932">161622</cx:pt>
          <cx:pt idx="3933">161641</cx:pt>
          <cx:pt idx="3934">161654</cx:pt>
          <cx:pt idx="3935">161657</cx:pt>
          <cx:pt idx="3936">161675</cx:pt>
          <cx:pt idx="3937">161675</cx:pt>
          <cx:pt idx="3938">161689</cx:pt>
          <cx:pt idx="3939">161752</cx:pt>
          <cx:pt idx="3940">161753</cx:pt>
          <cx:pt idx="3941">161759</cx:pt>
          <cx:pt idx="3942">161793</cx:pt>
          <cx:pt idx="3943">161807</cx:pt>
          <cx:pt idx="3944">161815</cx:pt>
          <cx:pt idx="3945">161833</cx:pt>
          <cx:pt idx="3946">161851</cx:pt>
          <cx:pt idx="3947">161889</cx:pt>
          <cx:pt idx="3948">161912</cx:pt>
          <cx:pt idx="3949">161916</cx:pt>
          <cx:pt idx="3950">161978</cx:pt>
          <cx:pt idx="3951">162012</cx:pt>
          <cx:pt idx="3952">162225</cx:pt>
          <cx:pt idx="3953">162225</cx:pt>
          <cx:pt idx="3954">162290</cx:pt>
          <cx:pt idx="3955">162333</cx:pt>
          <cx:pt idx="3956">162333</cx:pt>
          <cx:pt idx="3957">162387</cx:pt>
          <cx:pt idx="3958">162393</cx:pt>
          <cx:pt idx="3959">162450</cx:pt>
          <cx:pt idx="3960">162466</cx:pt>
          <cx:pt idx="3961">162498</cx:pt>
          <cx:pt idx="3962">162499</cx:pt>
          <cx:pt idx="3963">162500</cx:pt>
          <cx:pt idx="3964">162592</cx:pt>
          <cx:pt idx="3965">162662</cx:pt>
          <cx:pt idx="3966">162716</cx:pt>
          <cx:pt idx="3967">162757</cx:pt>
          <cx:pt idx="3968">162780</cx:pt>
          <cx:pt idx="3969">162806</cx:pt>
          <cx:pt idx="3970">162853</cx:pt>
          <cx:pt idx="3971">162920</cx:pt>
          <cx:pt idx="3972">162933</cx:pt>
          <cx:pt idx="3973">162945</cx:pt>
          <cx:pt idx="3974">162991</cx:pt>
          <cx:pt idx="3975">163013</cx:pt>
          <cx:pt idx="3976">163031</cx:pt>
          <cx:pt idx="3977">163036</cx:pt>
          <cx:pt idx="3978">163044</cx:pt>
          <cx:pt idx="3979">163050</cx:pt>
          <cx:pt idx="3980">163050</cx:pt>
          <cx:pt idx="3981">163050</cx:pt>
          <cx:pt idx="3982">163050</cx:pt>
          <cx:pt idx="3983">163050</cx:pt>
          <cx:pt idx="3984">163055</cx:pt>
          <cx:pt idx="3985">163212</cx:pt>
          <cx:pt idx="3986">163217</cx:pt>
          <cx:pt idx="3987">163322</cx:pt>
          <cx:pt idx="3988">163332</cx:pt>
          <cx:pt idx="3989">163332</cx:pt>
          <cx:pt idx="3990">163332</cx:pt>
          <cx:pt idx="3991">163333</cx:pt>
          <cx:pt idx="3992">163333</cx:pt>
          <cx:pt idx="3993">163391</cx:pt>
          <cx:pt idx="3994">163408</cx:pt>
          <cx:pt idx="3995">163435</cx:pt>
          <cx:pt idx="3996">163436</cx:pt>
          <cx:pt idx="3997">163466</cx:pt>
          <cx:pt idx="3998">163538</cx:pt>
          <cx:pt idx="3999">163577</cx:pt>
          <cx:pt idx="4000">163588</cx:pt>
          <cx:pt idx="4001">163625</cx:pt>
          <cx:pt idx="4002">163643</cx:pt>
          <cx:pt idx="4003">163673</cx:pt>
          <cx:pt idx="4004">163733</cx:pt>
          <cx:pt idx="4005">163746</cx:pt>
          <cx:pt idx="4006">163750</cx:pt>
          <cx:pt idx="4007">163770</cx:pt>
          <cx:pt idx="4008">163773</cx:pt>
          <cx:pt idx="4009">163795</cx:pt>
          <cx:pt idx="4010">163806</cx:pt>
          <cx:pt idx="4011">163839</cx:pt>
          <cx:pt idx="4012">163847</cx:pt>
          <cx:pt idx="4013">163949</cx:pt>
          <cx:pt idx="4014">164001</cx:pt>
          <cx:pt idx="4015">164049</cx:pt>
          <cx:pt idx="4016">164075</cx:pt>
          <cx:pt idx="4017">164176</cx:pt>
          <cx:pt idx="4018">164229</cx:pt>
          <cx:pt idx="4019">164258</cx:pt>
          <cx:pt idx="4020">164360</cx:pt>
          <cx:pt idx="4021">164395</cx:pt>
          <cx:pt idx="4022">164402</cx:pt>
          <cx:pt idx="4023">164405</cx:pt>
          <cx:pt idx="4024">164424</cx:pt>
          <cx:pt idx="4025">164428</cx:pt>
          <cx:pt idx="4026">164464</cx:pt>
          <cx:pt idx="4027">164476</cx:pt>
          <cx:pt idx="4028">164521</cx:pt>
          <cx:pt idx="4029">164606</cx:pt>
          <cx:pt idx="4030">164616</cx:pt>
          <cx:pt idx="4031">164618</cx:pt>
          <cx:pt idx="4032">164623</cx:pt>
          <cx:pt idx="4033">164666</cx:pt>
          <cx:pt idx="4034">164677</cx:pt>
          <cx:pt idx="4035">164709</cx:pt>
          <cx:pt idx="4036">164781</cx:pt>
          <cx:pt idx="4037">164883</cx:pt>
          <cx:pt idx="4038">164899</cx:pt>
          <cx:pt idx="4039">164966</cx:pt>
          <cx:pt idx="4040">164995</cx:pt>
          <cx:pt idx="4041">165000</cx:pt>
          <cx:pt idx="4042">165000</cx:pt>
          <cx:pt idx="4043">165000</cx:pt>
          <cx:pt idx="4044">165000</cx:pt>
          <cx:pt idx="4045">165002</cx:pt>
          <cx:pt idx="4046">165052</cx:pt>
          <cx:pt idx="4047">165125</cx:pt>
          <cx:pt idx="4048">165146</cx:pt>
          <cx:pt idx="4049">165233</cx:pt>
          <cx:pt idx="4050">165263</cx:pt>
          <cx:pt idx="4051">165283</cx:pt>
          <cx:pt idx="4052">165309</cx:pt>
          <cx:pt idx="4053">165421</cx:pt>
          <cx:pt idx="4054">165421</cx:pt>
          <cx:pt idx="4055">165537</cx:pt>
          <cx:pt idx="4056">165603</cx:pt>
          <cx:pt idx="4057">165606</cx:pt>
          <cx:pt idx="4058">165659</cx:pt>
          <cx:pt idx="4059">165694</cx:pt>
          <cx:pt idx="4060">165705</cx:pt>
          <cx:pt idx="4061">165751</cx:pt>
          <cx:pt idx="4062">165798</cx:pt>
          <cx:pt idx="4063">165833</cx:pt>
          <cx:pt idx="4064">165855</cx:pt>
          <cx:pt idx="4065">165888</cx:pt>
          <cx:pt idx="4066">165907</cx:pt>
          <cx:pt idx="4067">165916</cx:pt>
          <cx:pt idx="4068">165934</cx:pt>
          <cx:pt idx="4069">165981</cx:pt>
          <cx:pt idx="4070">165999</cx:pt>
          <cx:pt idx="4071">166018</cx:pt>
          <cx:pt idx="4072">166025</cx:pt>
          <cx:pt idx="4073">166026</cx:pt>
          <cx:pt idx="4074">166043</cx:pt>
          <cx:pt idx="4075">166164</cx:pt>
          <cx:pt idx="4076">166170</cx:pt>
          <cx:pt idx="4077">166190</cx:pt>
          <cx:pt idx="4078">166234</cx:pt>
          <cx:pt idx="4079">166288</cx:pt>
          <cx:pt idx="4080">166301</cx:pt>
          <cx:pt idx="4081">166314</cx:pt>
          <cx:pt idx="4082">166342</cx:pt>
          <cx:pt idx="4083">166342</cx:pt>
          <cx:pt idx="4084">166475</cx:pt>
          <cx:pt idx="4085">166609</cx:pt>
          <cx:pt idx="4086">166627</cx:pt>
          <cx:pt idx="4087">166647</cx:pt>
          <cx:pt idx="4088">166650</cx:pt>
          <cx:pt idx="4089">166664</cx:pt>
          <cx:pt idx="4090">166666</cx:pt>
          <cx:pt idx="4091">166672</cx:pt>
          <cx:pt idx="4092">166772</cx:pt>
          <cx:pt idx="4093">166777</cx:pt>
          <cx:pt idx="4094">166812</cx:pt>
          <cx:pt idx="4095">166914</cx:pt>
          <cx:pt idx="4096">166914</cx:pt>
          <cx:pt idx="4097">166979</cx:pt>
          <cx:pt idx="4098">167011</cx:pt>
          <cx:pt idx="4099">167022</cx:pt>
          <cx:pt idx="4100">167219</cx:pt>
          <cx:pt idx="4101">167260</cx:pt>
          <cx:pt idx="4102">167278</cx:pt>
          <cx:pt idx="4103">167438</cx:pt>
          <cx:pt idx="4104">167536</cx:pt>
          <cx:pt idx="4105">167557</cx:pt>
          <cx:pt idx="4106">167557</cx:pt>
          <cx:pt idx="4107">167566</cx:pt>
          <cx:pt idx="4108">167607</cx:pt>
          <cx:pt idx="4109">167612</cx:pt>
          <cx:pt idx="4110">167666</cx:pt>
          <cx:pt idx="4111">167666</cx:pt>
          <cx:pt idx="4112">167695</cx:pt>
          <cx:pt idx="4113">167697</cx:pt>
          <cx:pt idx="4114">167750</cx:pt>
          <cx:pt idx="4115">167766</cx:pt>
          <cx:pt idx="4116">167785</cx:pt>
          <cx:pt idx="4117">167822</cx:pt>
          <cx:pt idx="4118">167869</cx:pt>
          <cx:pt idx="4119">167939</cx:pt>
          <cx:pt idx="4120">167977</cx:pt>
          <cx:pt idx="4121">167990</cx:pt>
          <cx:pt idx="4122">167999</cx:pt>
          <cx:pt idx="4123">168104</cx:pt>
          <cx:pt idx="4124">168210</cx:pt>
          <cx:pt idx="4125">168242</cx:pt>
          <cx:pt idx="4126">168263</cx:pt>
          <cx:pt idx="4127">168367</cx:pt>
          <cx:pt idx="4128">168372</cx:pt>
          <cx:pt idx="4129">168412</cx:pt>
          <cx:pt idx="4130">168522</cx:pt>
          <cx:pt idx="4131">168542</cx:pt>
          <cx:pt idx="4132">168584</cx:pt>
          <cx:pt idx="4133">168666</cx:pt>
          <cx:pt idx="4134">168681</cx:pt>
          <cx:pt idx="4135">168759</cx:pt>
          <cx:pt idx="4136">168762</cx:pt>
          <cx:pt idx="4137">168819</cx:pt>
          <cx:pt idx="4138">168845</cx:pt>
          <cx:pt idx="4139">168859</cx:pt>
          <cx:pt idx="4140">168896</cx:pt>
          <cx:pt idx="4141">168913</cx:pt>
          <cx:pt idx="4142">168999</cx:pt>
          <cx:pt idx="4143">169000</cx:pt>
          <cx:pt idx="4144">169038</cx:pt>
          <cx:pt idx="4145">169046</cx:pt>
          <cx:pt idx="4146">169085</cx:pt>
          <cx:pt idx="4147">169096</cx:pt>
          <cx:pt idx="4148">169107</cx:pt>
          <cx:pt idx="4149">169341</cx:pt>
          <cx:pt idx="4150">169349</cx:pt>
          <cx:pt idx="4151">169416</cx:pt>
          <cx:pt idx="4152">169439</cx:pt>
          <cx:pt idx="4153">169442</cx:pt>
          <cx:pt idx="4154">169479</cx:pt>
          <cx:pt idx="4155">169483</cx:pt>
          <cx:pt idx="4156">169497</cx:pt>
          <cx:pt idx="4157">169646</cx:pt>
          <cx:pt idx="4158">169762</cx:pt>
          <cx:pt idx="4159">169900</cx:pt>
          <cx:pt idx="4160">169933</cx:pt>
          <cx:pt idx="4161">169933</cx:pt>
          <cx:pt idx="4162">169933</cx:pt>
          <cx:pt idx="4163">169966</cx:pt>
          <cx:pt idx="4164">169982</cx:pt>
          <cx:pt idx="4165">169999</cx:pt>
          <cx:pt idx="4166">170000</cx:pt>
          <cx:pt idx="4167">170003</cx:pt>
          <cx:pt idx="4168">170033</cx:pt>
          <cx:pt idx="4169">170034</cx:pt>
          <cx:pt idx="4170">170159</cx:pt>
          <cx:pt idx="4171">170302</cx:pt>
          <cx:pt idx="4172">170447</cx:pt>
          <cx:pt idx="4173">170451</cx:pt>
          <cx:pt idx="4174">170494</cx:pt>
          <cx:pt idx="4175">170673</cx:pt>
          <cx:pt idx="4176">170677</cx:pt>
          <cx:pt idx="4177">170810</cx:pt>
          <cx:pt idx="4178">171080</cx:pt>
          <cx:pt idx="4179">171087</cx:pt>
          <cx:pt idx="4180">171112</cx:pt>
          <cx:pt idx="4181">171223</cx:pt>
          <cx:pt idx="4182">171396</cx:pt>
          <cx:pt idx="4183">171424</cx:pt>
          <cx:pt idx="4184">171559</cx:pt>
          <cx:pt idx="4185">171604</cx:pt>
          <cx:pt idx="4186">171628</cx:pt>
          <cx:pt idx="4187">171668</cx:pt>
          <cx:pt idx="4188">171700</cx:pt>
          <cx:pt idx="4189">171711</cx:pt>
          <cx:pt idx="4190">171713</cx:pt>
          <cx:pt idx="4191">171872</cx:pt>
          <cx:pt idx="4192">171958</cx:pt>
          <cx:pt idx="4193">172035</cx:pt>
          <cx:pt idx="4194">172095</cx:pt>
          <cx:pt idx="4195">172101</cx:pt>
          <cx:pt idx="4196">172166</cx:pt>
          <cx:pt idx="4197">172189</cx:pt>
          <cx:pt idx="4198">172289</cx:pt>
          <cx:pt idx="4199">172363</cx:pt>
          <cx:pt idx="4200">172376</cx:pt>
          <cx:pt idx="4201">172401</cx:pt>
          <cx:pt idx="4202">172471</cx:pt>
          <cx:pt idx="4203">172521</cx:pt>
          <cx:pt idx="4204">172593</cx:pt>
          <cx:pt idx="4205">172636</cx:pt>
          <cx:pt idx="4206">172773</cx:pt>
          <cx:pt idx="4207">172800</cx:pt>
          <cx:pt idx="4208">172825</cx:pt>
          <cx:pt idx="4209">172966</cx:pt>
          <cx:pt idx="4210">173014</cx:pt>
          <cx:pt idx="4211">173103</cx:pt>
          <cx:pt idx="4212">173165</cx:pt>
          <cx:pt idx="4213">173189</cx:pt>
          <cx:pt idx="4214">173229</cx:pt>
          <cx:pt idx="4215">173247</cx:pt>
          <cx:pt idx="4216">173333</cx:pt>
          <cx:pt idx="4217">173343</cx:pt>
          <cx:pt idx="4218">173347</cx:pt>
          <cx:pt idx="4219">173348</cx:pt>
          <cx:pt idx="4220">173575</cx:pt>
          <cx:pt idx="4221">173581</cx:pt>
          <cx:pt idx="4222">173630</cx:pt>
          <cx:pt idx="4223">173738</cx:pt>
          <cx:pt idx="4224">173797</cx:pt>
          <cx:pt idx="4225">173799</cx:pt>
          <cx:pt idx="4226">173807</cx:pt>
          <cx:pt idx="4227">173965</cx:pt>
          <cx:pt idx="4228">173991</cx:pt>
          <cx:pt idx="4229">173997</cx:pt>
          <cx:pt idx="4230">174031</cx:pt>
          <cx:pt idx="4231">174067</cx:pt>
          <cx:pt idx="4232">174087</cx:pt>
          <cx:pt idx="4233">174123</cx:pt>
          <cx:pt idx="4234">174133</cx:pt>
          <cx:pt idx="4235">174281</cx:pt>
          <cx:pt idx="4236">174300</cx:pt>
          <cx:pt idx="4237">174326</cx:pt>
          <cx:pt idx="4238">174338</cx:pt>
          <cx:pt idx="4239">174362</cx:pt>
          <cx:pt idx="4240">174484</cx:pt>
          <cx:pt idx="4241">174646</cx:pt>
          <cx:pt idx="4242">174646</cx:pt>
          <cx:pt idx="4243">174794</cx:pt>
          <cx:pt idx="4244">174816</cx:pt>
          <cx:pt idx="4245">174859</cx:pt>
          <cx:pt idx="4246">174893</cx:pt>
          <cx:pt idx="4247">174897</cx:pt>
          <cx:pt idx="4248">174932</cx:pt>
          <cx:pt idx="4249">175000</cx:pt>
          <cx:pt idx="4250">175083</cx:pt>
          <cx:pt idx="4251">175136</cx:pt>
          <cx:pt idx="4252">175166</cx:pt>
          <cx:pt idx="4253">175218</cx:pt>
          <cx:pt idx="4254">175241</cx:pt>
          <cx:pt idx="4255">175255</cx:pt>
          <cx:pt idx="4256">175283</cx:pt>
          <cx:pt idx="4257">175309</cx:pt>
          <cx:pt idx="4258">175346</cx:pt>
          <cx:pt idx="4259">175523</cx:pt>
          <cx:pt idx="4260">175523</cx:pt>
          <cx:pt idx="4261">175523</cx:pt>
          <cx:pt idx="4262">175523</cx:pt>
          <cx:pt idx="4263">175523</cx:pt>
          <cx:pt idx="4264">175558</cx:pt>
          <cx:pt idx="4265">175577</cx:pt>
          <cx:pt idx="4266">175620</cx:pt>
          <cx:pt idx="4267">175623</cx:pt>
          <cx:pt idx="4268">175634</cx:pt>
          <cx:pt idx="4269">175679</cx:pt>
          <cx:pt idx="4270">175679</cx:pt>
          <cx:pt idx="4271">175866</cx:pt>
          <cx:pt idx="4272">175867</cx:pt>
          <cx:pt idx="4273">175951</cx:pt>
          <cx:pt idx="4274">175987</cx:pt>
          <cx:pt idx="4275">176046</cx:pt>
          <cx:pt idx="4276">176046</cx:pt>
          <cx:pt idx="4277">176063</cx:pt>
          <cx:pt idx="4278">176317</cx:pt>
          <cx:pt idx="4279">176340</cx:pt>
          <cx:pt idx="4280">176345</cx:pt>
          <cx:pt idx="4281">176351</cx:pt>
          <cx:pt idx="4282">176431</cx:pt>
          <cx:pt idx="4283">176431</cx:pt>
          <cx:pt idx="4284">176483</cx:pt>
          <cx:pt idx="4285">176510</cx:pt>
          <cx:pt idx="4286">176516</cx:pt>
          <cx:pt idx="4287">176530</cx:pt>
          <cx:pt idx="4288">176569</cx:pt>
          <cx:pt idx="4289">176598</cx:pt>
          <cx:pt idx="4290">176598</cx:pt>
          <cx:pt idx="4291">176623</cx:pt>
          <cx:pt idx="4292">176633</cx:pt>
          <cx:pt idx="4293">176647</cx:pt>
          <cx:pt idx="4294">176666</cx:pt>
          <cx:pt idx="4295">176672</cx:pt>
          <cx:pt idx="4296">176729</cx:pt>
          <cx:pt idx="4297">176750</cx:pt>
          <cx:pt idx="4298">176795</cx:pt>
          <cx:pt idx="4299">176835</cx:pt>
          <cx:pt idx="4300">176835</cx:pt>
          <cx:pt idx="4301">176835</cx:pt>
          <cx:pt idx="4302">176951</cx:pt>
          <cx:pt idx="4303">176964</cx:pt>
          <cx:pt idx="4304">176969</cx:pt>
          <cx:pt idx="4305">177125</cx:pt>
          <cx:pt idx="4306">177158</cx:pt>
          <cx:pt idx="4307">177198</cx:pt>
          <cx:pt idx="4308">177198</cx:pt>
          <cx:pt idx="4309">177223</cx:pt>
          <cx:pt idx="4310">177263</cx:pt>
          <cx:pt idx="4311">177333</cx:pt>
          <cx:pt idx="4312">177350</cx:pt>
          <cx:pt idx="4313">177382</cx:pt>
          <cx:pt idx="4314">177570</cx:pt>
          <cx:pt idx="4315">177570</cx:pt>
          <cx:pt idx="4316">177661</cx:pt>
          <cx:pt idx="4317">177909</cx:pt>
          <cx:pt idx="4318">177926</cx:pt>
          <cx:pt idx="4319">177938</cx:pt>
          <cx:pt idx="4320">177964</cx:pt>
          <cx:pt idx="4321">177989</cx:pt>
          <cx:pt idx="4322">177999</cx:pt>
          <cx:pt idx="4323">178058</cx:pt>
          <cx:pt idx="4324">178058</cx:pt>
          <cx:pt idx="4325">178058</cx:pt>
          <cx:pt idx="4326">178058</cx:pt>
          <cx:pt idx="4327">178067</cx:pt>
          <cx:pt idx="4328">178086</cx:pt>
          <cx:pt idx="4329">178143</cx:pt>
          <cx:pt idx="4330">178143</cx:pt>
          <cx:pt idx="4331">178184</cx:pt>
          <cx:pt idx="4332">178212</cx:pt>
          <cx:pt idx="4333">178244</cx:pt>
          <cx:pt idx="4334">178534</cx:pt>
          <cx:pt idx="4335">178538</cx:pt>
          <cx:pt idx="4336">178548</cx:pt>
          <cx:pt idx="4337">178626</cx:pt>
          <cx:pt idx="4338">178683</cx:pt>
          <cx:pt idx="4339">178750</cx:pt>
          <cx:pt idx="4340">178857</cx:pt>
          <cx:pt idx="4341">178972</cx:pt>
          <cx:pt idx="4342">179010</cx:pt>
          <cx:pt idx="4343">179038</cx:pt>
          <cx:pt idx="4344">179254</cx:pt>
          <cx:pt idx="4345">179337</cx:pt>
          <cx:pt idx="4346">179359</cx:pt>
          <cx:pt idx="4347">179456</cx:pt>
          <cx:pt idx="4348">179460</cx:pt>
          <cx:pt idx="4349">179492</cx:pt>
          <cx:pt idx="4350">179501</cx:pt>
          <cx:pt idx="4351">179569</cx:pt>
          <cx:pt idx="4352">179569</cx:pt>
          <cx:pt idx="4353">179665</cx:pt>
          <cx:pt idx="4354">179811</cx:pt>
          <cx:pt idx="4355">179819</cx:pt>
          <cx:pt idx="4356">179864</cx:pt>
          <cx:pt idx="4357">179882</cx:pt>
          <cx:pt idx="4358">179952</cx:pt>
          <cx:pt idx="4359">179983</cx:pt>
          <cx:pt idx="4360">180000</cx:pt>
          <cx:pt idx="4361">180000</cx:pt>
          <cx:pt idx="4362">180024</cx:pt>
          <cx:pt idx="4363">180133</cx:pt>
          <cx:pt idx="4364">180137</cx:pt>
          <cx:pt idx="4365">180200</cx:pt>
          <cx:pt idx="4366">180279</cx:pt>
          <cx:pt idx="4367">180331</cx:pt>
          <cx:pt idx="4368">180332</cx:pt>
          <cx:pt idx="4369">180500</cx:pt>
          <cx:pt idx="4370">180593</cx:pt>
          <cx:pt idx="4371">180683</cx:pt>
          <cx:pt idx="4372">180789</cx:pt>
          <cx:pt idx="4373">180792</cx:pt>
          <cx:pt idx="4374">180866</cx:pt>
          <cx:pt idx="4375">180971</cx:pt>
          <cx:pt idx="4376">181150</cx:pt>
          <cx:pt idx="4377">181186</cx:pt>
          <cx:pt idx="4378">181186</cx:pt>
          <cx:pt idx="4379">181240</cx:pt>
          <cx:pt idx="4380">181240</cx:pt>
          <cx:pt idx="4381">181258</cx:pt>
          <cx:pt idx="4382">181384</cx:pt>
          <cx:pt idx="4383">181397</cx:pt>
          <cx:pt idx="4384">181397</cx:pt>
          <cx:pt idx="4385">181432</cx:pt>
          <cx:pt idx="4386">181484</cx:pt>
          <cx:pt idx="4387">181794</cx:pt>
          <cx:pt idx="4388">181794</cx:pt>
          <cx:pt idx="4389">181800</cx:pt>
          <cx:pt idx="4390">181800</cx:pt>
          <cx:pt idx="4391">181850</cx:pt>
          <cx:pt idx="4392">181905</cx:pt>
          <cx:pt idx="4393">181956</cx:pt>
          <cx:pt idx="4394">181956</cx:pt>
          <cx:pt idx="4395">182157</cx:pt>
          <cx:pt idx="4396">182227</cx:pt>
          <cx:pt idx="4397">182418</cx:pt>
          <cx:pt idx="4398">182461</cx:pt>
          <cx:pt idx="4399">182489</cx:pt>
          <cx:pt idx="4400">182620</cx:pt>
          <cx:pt idx="4401">182639</cx:pt>
          <cx:pt idx="4402">182741</cx:pt>
          <cx:pt idx="4403">182772</cx:pt>
          <cx:pt idx="4404">182798</cx:pt>
          <cx:pt idx="4405">182826</cx:pt>
          <cx:pt idx="4406">182868</cx:pt>
          <cx:pt idx="4407">182875</cx:pt>
          <cx:pt idx="4408">182927</cx:pt>
          <cx:pt idx="4409">183007</cx:pt>
          <cx:pt idx="4410">183055</cx:pt>
          <cx:pt idx="4411">183233</cx:pt>
          <cx:pt idx="4412">183321</cx:pt>
          <cx:pt idx="4413">183323</cx:pt>
          <cx:pt idx="4414">183335</cx:pt>
          <cx:pt idx="4415">183349</cx:pt>
          <cx:pt idx="4416">183358</cx:pt>
          <cx:pt idx="4417">183402</cx:pt>
          <cx:pt idx="4418">183411</cx:pt>
          <cx:pt idx="4419">183539</cx:pt>
          <cx:pt idx="4420">183682</cx:pt>
          <cx:pt idx="4421">183854</cx:pt>
          <cx:pt idx="4422">183870</cx:pt>
          <cx:pt idx="4423">183875</cx:pt>
          <cx:pt idx="4424">184038</cx:pt>
          <cx:pt idx="4425">184051</cx:pt>
          <cx:pt idx="4426">184174</cx:pt>
          <cx:pt idx="4427">184183</cx:pt>
          <cx:pt idx="4428">184203</cx:pt>
          <cx:pt idx="4429">184205</cx:pt>
          <cx:pt idx="4430">184345</cx:pt>
          <cx:pt idx="4431">184413</cx:pt>
          <cx:pt idx="4432">184419</cx:pt>
          <cx:pt idx="4433">184501</cx:pt>
          <cx:pt idx="4434">184594</cx:pt>
          <cx:pt idx="4435">184601</cx:pt>
          <cx:pt idx="4436">184690</cx:pt>
          <cx:pt idx="4437">184866</cx:pt>
          <cx:pt idx="4438">184953</cx:pt>
          <cx:pt idx="4439">184975</cx:pt>
          <cx:pt idx="4440">184990</cx:pt>
          <cx:pt idx="4441">185118</cx:pt>
          <cx:pt idx="4442">185133</cx:pt>
          <cx:pt idx="4443">185265</cx:pt>
          <cx:pt idx="4444">185304</cx:pt>
          <cx:pt idx="4445">185383</cx:pt>
          <cx:pt idx="4446">185547</cx:pt>
          <cx:pt idx="4447">185551</cx:pt>
          <cx:pt idx="4448">185587</cx:pt>
          <cx:pt idx="4449">185608</cx:pt>
          <cx:pt idx="4450">185750</cx:pt>
          <cx:pt idx="4451">185878</cx:pt>
          <cx:pt idx="4452">185898</cx:pt>
          <cx:pt idx="4453">186149</cx:pt>
          <cx:pt idx="4454">186287</cx:pt>
          <cx:pt idx="4455">186365</cx:pt>
          <cx:pt idx="4456">186393</cx:pt>
          <cx:pt idx="4457">186393</cx:pt>
          <cx:pt idx="4458">186422</cx:pt>
          <cx:pt idx="4459">186541</cx:pt>
          <cx:pt idx="4460">186554</cx:pt>
          <cx:pt idx="4461">186669</cx:pt>
          <cx:pt idx="4462">186683</cx:pt>
          <cx:pt idx="4463">186684</cx:pt>
          <cx:pt idx="4464">186749</cx:pt>
          <cx:pt idx="4465">186749</cx:pt>
          <cx:pt idx="4466">186769</cx:pt>
          <cx:pt idx="4467">186822</cx:pt>
          <cx:pt idx="4468">186827</cx:pt>
          <cx:pt idx="4469">186989</cx:pt>
          <cx:pt idx="4470">187005</cx:pt>
          <cx:pt idx="4471">187133</cx:pt>
          <cx:pt idx="4472">187164</cx:pt>
          <cx:pt idx="4473">187173</cx:pt>
          <cx:pt idx="4474">187198</cx:pt>
          <cx:pt idx="4475">187216</cx:pt>
          <cx:pt idx="4476">187224</cx:pt>
          <cx:pt idx="4477">187388</cx:pt>
          <cx:pt idx="4478">187483</cx:pt>
          <cx:pt idx="4479">187524</cx:pt>
          <cx:pt idx="4480">187599</cx:pt>
          <cx:pt idx="4481">187635</cx:pt>
          <cx:pt idx="4482">187722</cx:pt>
          <cx:pt idx="4483">187743</cx:pt>
          <cx:pt idx="4484">187829</cx:pt>
          <cx:pt idx="4485">187895</cx:pt>
          <cx:pt idx="4486">188135</cx:pt>
          <cx:pt idx="4487">188228</cx:pt>
          <cx:pt idx="4488">188330</cx:pt>
          <cx:pt idx="4489">188330</cx:pt>
          <cx:pt idx="4490">188333</cx:pt>
          <cx:pt idx="4491">188333</cx:pt>
          <cx:pt idx="4492">188348</cx:pt>
          <cx:pt idx="4493">188427</cx:pt>
          <cx:pt idx="4494">188446</cx:pt>
          <cx:pt idx="4495">188503</cx:pt>
          <cx:pt idx="4496">188503</cx:pt>
          <cx:pt idx="4497">188649</cx:pt>
          <cx:pt idx="4498">188734</cx:pt>
          <cx:pt idx="4499">188842</cx:pt>
          <cx:pt idx="4500">188845</cx:pt>
          <cx:pt idx="4501">188890</cx:pt>
          <cx:pt idx="4502">188890</cx:pt>
          <cx:pt idx="4503">189112</cx:pt>
          <cx:pt idx="4504">189330</cx:pt>
          <cx:pt idx="4505">189454</cx:pt>
          <cx:pt idx="4506">189454</cx:pt>
          <cx:pt idx="4507">189650</cx:pt>
          <cx:pt idx="4508">189650</cx:pt>
          <cx:pt idx="4509">189832</cx:pt>
          <cx:pt idx="4510">189876</cx:pt>
          <cx:pt idx="4511">189944</cx:pt>
          <cx:pt idx="4512">190003</cx:pt>
          <cx:pt idx="4513">190020</cx:pt>
          <cx:pt idx="4514">190112</cx:pt>
          <cx:pt idx="4515">190374</cx:pt>
          <cx:pt idx="4516">190392</cx:pt>
          <cx:pt idx="4517">190412</cx:pt>
          <cx:pt idx="4518">190443</cx:pt>
          <cx:pt idx="4519">190588</cx:pt>
          <cx:pt idx="4520">190611</cx:pt>
          <cx:pt idx="4521">190883</cx:pt>
          <cx:pt idx="4522">190930</cx:pt>
          <cx:pt idx="4523">191035</cx:pt>
          <cx:pt idx="4524">191035</cx:pt>
          <cx:pt idx="4525">191307</cx:pt>
          <cx:pt idx="4526">191365</cx:pt>
          <cx:pt idx="4527">191386</cx:pt>
          <cx:pt idx="4528">191526</cx:pt>
          <cx:pt idx="4529">191722</cx:pt>
          <cx:pt idx="4530">191786</cx:pt>
          <cx:pt idx="4531">191835</cx:pt>
          <cx:pt idx="4532">191835</cx:pt>
          <cx:pt idx="4533">191865</cx:pt>
          <cx:pt idx="4534">191887</cx:pt>
          <cx:pt idx="4535">191890</cx:pt>
          <cx:pt idx="4536">192009</cx:pt>
          <cx:pt idx="4537">192009</cx:pt>
          <cx:pt idx="4538">192035</cx:pt>
          <cx:pt idx="4539">192193</cx:pt>
          <cx:pt idx="4540">192216</cx:pt>
          <cx:pt idx="4541">192481</cx:pt>
          <cx:pt idx="4542">192481</cx:pt>
          <cx:pt idx="4543">192553</cx:pt>
          <cx:pt idx="4544">192660</cx:pt>
          <cx:pt idx="4545">192676</cx:pt>
          <cx:pt idx="4546">192682</cx:pt>
          <cx:pt idx="4547">192958</cx:pt>
          <cx:pt idx="4548">193177</cx:pt>
          <cx:pt idx="4549">193198</cx:pt>
          <cx:pt idx="4550">193208</cx:pt>
          <cx:pt idx="4551">193293</cx:pt>
          <cx:pt idx="4552">193326</cx:pt>
          <cx:pt idx="4553">193332</cx:pt>
          <cx:pt idx="4554">193376</cx:pt>
          <cx:pt idx="4555">193500</cx:pt>
          <cx:pt idx="4556">193510</cx:pt>
          <cx:pt idx="4557">193566</cx:pt>
          <cx:pt idx="4558">193620</cx:pt>
          <cx:pt idx="4559">193637</cx:pt>
          <cx:pt idx="4560">193727</cx:pt>
          <cx:pt idx="4561">193782</cx:pt>
          <cx:pt idx="4562">193919</cx:pt>
          <cx:pt idx="4563">194006</cx:pt>
          <cx:pt idx="4564">194041</cx:pt>
          <cx:pt idx="4565">194224</cx:pt>
          <cx:pt idx="4566">194269</cx:pt>
          <cx:pt idx="4567">194280</cx:pt>
          <cx:pt idx="4568">194326</cx:pt>
          <cx:pt idx="4569">194396</cx:pt>
          <cx:pt idx="4570">194573</cx:pt>
          <cx:pt idx="4571">194677</cx:pt>
          <cx:pt idx="4572">194738</cx:pt>
          <cx:pt idx="4573">194850</cx:pt>
          <cx:pt idx="4574">194958</cx:pt>
          <cx:pt idx="4575">194984</cx:pt>
          <cx:pt idx="4576">194994</cx:pt>
          <cx:pt idx="4577">195066</cx:pt>
          <cx:pt idx="4578">195066</cx:pt>
          <cx:pt idx="4579">195085</cx:pt>
          <cx:pt idx="4580">195138</cx:pt>
          <cx:pt idx="4581">195216</cx:pt>
          <cx:pt idx="4582">195216</cx:pt>
          <cx:pt idx="4583">195276</cx:pt>
          <cx:pt idx="4584">195316</cx:pt>
          <cx:pt idx="4585">195471</cx:pt>
          <cx:pt idx="4586">195539</cx:pt>
          <cx:pt idx="4587">195539</cx:pt>
          <cx:pt idx="4588">195710</cx:pt>
          <cx:pt idx="4589">195800</cx:pt>
          <cx:pt idx="4590">195868</cx:pt>
          <cx:pt idx="4591">195901</cx:pt>
          <cx:pt idx="4592">195916</cx:pt>
          <cx:pt idx="4593">195965</cx:pt>
          <cx:pt idx="4594">196008</cx:pt>
          <cx:pt idx="4595">196350</cx:pt>
          <cx:pt idx="4596">196350</cx:pt>
          <cx:pt idx="4597">196385</cx:pt>
          <cx:pt idx="4598">196668</cx:pt>
          <cx:pt idx="4599">196700</cx:pt>
          <cx:pt idx="4600">196712</cx:pt>
          <cx:pt idx="4601">196740</cx:pt>
          <cx:pt idx="4602">196868</cx:pt>
          <cx:pt idx="4603">196910</cx:pt>
          <cx:pt idx="4604">196933</cx:pt>
          <cx:pt idx="4605">197006</cx:pt>
          <cx:pt idx="4606">197116</cx:pt>
          <cx:pt idx="4607">197203</cx:pt>
          <cx:pt idx="4608">197215</cx:pt>
          <cx:pt idx="4609">197243</cx:pt>
          <cx:pt idx="4610">197305</cx:pt>
          <cx:pt idx="4611">197465</cx:pt>
          <cx:pt idx="4612">197500</cx:pt>
          <cx:pt idx="4613">197538</cx:pt>
          <cx:pt idx="4614">197775</cx:pt>
          <cx:pt idx="4615">197799</cx:pt>
          <cx:pt idx="4616">197866</cx:pt>
          <cx:pt idx="4617">198031</cx:pt>
          <cx:pt idx="4618">198062</cx:pt>
          <cx:pt idx="4619">198302</cx:pt>
          <cx:pt idx="4620">198390</cx:pt>
          <cx:pt idx="4621">198450</cx:pt>
          <cx:pt idx="4622">198571</cx:pt>
          <cx:pt idx="4623">198605</cx:pt>
          <cx:pt idx="4624">198813</cx:pt>
          <cx:pt idx="4625">198816</cx:pt>
          <cx:pt idx="4626">198874</cx:pt>
          <cx:pt idx="4627">198898</cx:pt>
          <cx:pt idx="4628">198909</cx:pt>
          <cx:pt idx="4629">198999</cx:pt>
          <cx:pt idx="4630">199147</cx:pt>
          <cx:pt idx="4631">199212</cx:pt>
          <cx:pt idx="4632">199257</cx:pt>
          <cx:pt idx="4633">199458</cx:pt>
          <cx:pt idx="4634">199492</cx:pt>
          <cx:pt idx="4635">199581</cx:pt>
          <cx:pt idx="4636">199583</cx:pt>
          <cx:pt idx="4637">199583</cx:pt>
          <cx:pt idx="4638">199619</cx:pt>
          <cx:pt idx="4639">199642</cx:pt>
          <cx:pt idx="4640">199666</cx:pt>
          <cx:pt idx="4641">199896</cx:pt>
          <cx:pt idx="4642">199991</cx:pt>
          <cx:pt idx="4643">200000</cx:pt>
          <cx:pt idx="4644">200000</cx:pt>
          <cx:pt idx="4645">200000</cx:pt>
          <cx:pt idx="4646">200000</cx:pt>
          <cx:pt idx="4647">200000</cx:pt>
          <cx:pt idx="4648">200000</cx:pt>
          <cx:pt idx="4649">200000</cx:pt>
          <cx:pt idx="4650">200000</cx:pt>
          <cx:pt idx="4651">200000</cx:pt>
          <cx:pt idx="4652">200000</cx:pt>
          <cx:pt idx="4653">200000</cx:pt>
          <cx:pt idx="4654">200000</cx:pt>
          <cx:pt idx="4655">200000</cx:pt>
          <cx:pt idx="4656">200002</cx:pt>
          <cx:pt idx="4657">200125</cx:pt>
          <cx:pt idx="4658">200166</cx:pt>
          <cx:pt idx="4659">200199</cx:pt>
          <cx:pt idx="4660">200250</cx:pt>
          <cx:pt idx="4661">200292</cx:pt>
          <cx:pt idx="4662">200360</cx:pt>
          <cx:pt idx="4663">200366</cx:pt>
          <cx:pt idx="4664">200399</cx:pt>
          <cx:pt idx="4665">200420</cx:pt>
          <cx:pt idx="4666">200435</cx:pt>
          <cx:pt idx="4667">200459</cx:pt>
          <cx:pt idx="4668">200540</cx:pt>
          <cx:pt idx="4669">200661</cx:pt>
          <cx:pt idx="4670">200708</cx:pt>
          <cx:pt idx="4671">200774</cx:pt>
          <cx:pt idx="4672">200983</cx:pt>
          <cx:pt idx="4673">201363</cx:pt>
          <cx:pt idx="4674">201384</cx:pt>
          <cx:pt idx="4675">201570</cx:pt>
          <cx:pt idx="4676">201624</cx:pt>
          <cx:pt idx="4677">201660</cx:pt>
          <cx:pt idx="4678">201738</cx:pt>
          <cx:pt idx="4679">202019</cx:pt>
          <cx:pt idx="4680">202120</cx:pt>
          <cx:pt idx="4681">202165</cx:pt>
          <cx:pt idx="4682">202269</cx:pt>
          <cx:pt idx="4683">202284</cx:pt>
          <cx:pt idx="4684">202284</cx:pt>
          <cx:pt idx="4685">202298</cx:pt>
          <cx:pt idx="4686">202308</cx:pt>
          <cx:pt idx="4687">202337</cx:pt>
          <cx:pt idx="4688">202350</cx:pt>
          <cx:pt idx="4689">202381</cx:pt>
          <cx:pt idx="4690">202381</cx:pt>
          <cx:pt idx="4691">202696</cx:pt>
          <cx:pt idx="4692">202750</cx:pt>
          <cx:pt idx="4693">202754</cx:pt>
          <cx:pt idx="4694">202847</cx:pt>
          <cx:pt idx="4695">203170</cx:pt>
          <cx:pt idx="4696">203286</cx:pt>
          <cx:pt idx="4697">203324</cx:pt>
          <cx:pt idx="4698">203331</cx:pt>
          <cx:pt idx="4699">203333</cx:pt>
          <cx:pt idx="4700">203417</cx:pt>
          <cx:pt idx="4701">203455</cx:pt>
          <cx:pt idx="4702">203455</cx:pt>
          <cx:pt idx="4703">203673</cx:pt>
          <cx:pt idx="4704">203743</cx:pt>
          <cx:pt idx="4705">203985</cx:pt>
          <cx:pt idx="4706">204051</cx:pt>
          <cx:pt idx="4707">204114</cx:pt>
          <cx:pt idx="4708">204114</cx:pt>
          <cx:pt idx="4709">204117</cx:pt>
          <cx:pt idx="4710">204166</cx:pt>
          <cx:pt idx="4711">204190</cx:pt>
          <cx:pt idx="4712">204190</cx:pt>
          <cx:pt idx="4713">204190</cx:pt>
          <cx:pt idx="4714">204416</cx:pt>
          <cx:pt idx="4715">204523</cx:pt>
          <cx:pt idx="4716">204536</cx:pt>
          <cx:pt idx="4717">204675</cx:pt>
          <cx:pt idx="4718">204712</cx:pt>
          <cx:pt idx="4719">204849</cx:pt>
          <cx:pt idx="4720">205077</cx:pt>
          <cx:pt idx="4721">205097</cx:pt>
          <cx:pt idx="4722">205190</cx:pt>
          <cx:pt idx="4723">205269</cx:pt>
          <cx:pt idx="4724">205269</cx:pt>
          <cx:pt idx="4725">205434</cx:pt>
          <cx:pt idx="4726">205504</cx:pt>
          <cx:pt idx="4727">205681</cx:pt>
          <cx:pt idx="4728">205696</cx:pt>
          <cx:pt idx="4729">205714</cx:pt>
          <cx:pt idx="4730">205789</cx:pt>
          <cx:pt idx="4731">205797</cx:pt>
          <cx:pt idx="4732">205838</cx:pt>
          <cx:pt idx="4733">205905</cx:pt>
          <cx:pt idx="4734">205976</cx:pt>
          <cx:pt idx="4735">206014</cx:pt>
          <cx:pt idx="4736">206116</cx:pt>
          <cx:pt idx="4737">206187</cx:pt>
          <cx:pt idx="4738">206188</cx:pt>
          <cx:pt idx="4739">206203</cx:pt>
          <cx:pt idx="4740">206211</cx:pt>
          <cx:pt idx="4741">206214</cx:pt>
          <cx:pt idx="4742">206473</cx:pt>
          <cx:pt idx="4743">206497</cx:pt>
          <cx:pt idx="4744">206572</cx:pt>
          <cx:pt idx="4745">206610</cx:pt>
          <cx:pt idx="4746">206633</cx:pt>
          <cx:pt idx="4747">206740</cx:pt>
          <cx:pt idx="4748">206878</cx:pt>
          <cx:pt idx="4749">206971</cx:pt>
          <cx:pt idx="4750">206983</cx:pt>
          <cx:pt idx="4751">207124</cx:pt>
          <cx:pt idx="4752">207167</cx:pt>
          <cx:pt idx="4753">207209</cx:pt>
          <cx:pt idx="4754">207435</cx:pt>
          <cx:pt idx="4755">207484</cx:pt>
          <cx:pt idx="4756">207487</cx:pt>
          <cx:pt idx="4757">207487</cx:pt>
          <cx:pt idx="4758">207516</cx:pt>
          <cx:pt idx="4759">207536</cx:pt>
          <cx:pt idx="4760">207564</cx:pt>
          <cx:pt idx="4761">207594</cx:pt>
          <cx:pt idx="4762">207597</cx:pt>
          <cx:pt idx="4763">207624</cx:pt>
          <cx:pt idx="4764">207688</cx:pt>
          <cx:pt idx="4765">207776</cx:pt>
          <cx:pt idx="4766">207776</cx:pt>
          <cx:pt idx="4767">207841</cx:pt>
          <cx:pt idx="4768">207944</cx:pt>
          <cx:pt idx="4769">208096</cx:pt>
          <cx:pt idx="4770">208131</cx:pt>
          <cx:pt idx="4771">208174</cx:pt>
          <cx:pt idx="4772">208179</cx:pt>
          <cx:pt idx="4773">208246</cx:pt>
          <cx:pt idx="4774">208373</cx:pt>
          <cx:pt idx="4775">208438</cx:pt>
          <cx:pt idx="4776">208461</cx:pt>
          <cx:pt idx="4777">208654</cx:pt>
          <cx:pt idx="4778">208654</cx:pt>
          <cx:pt idx="4779">208654</cx:pt>
          <cx:pt idx="4780">208760</cx:pt>
          <cx:pt idx="4781">208817</cx:pt>
          <cx:pt idx="4782">208824</cx:pt>
          <cx:pt idx="4783">208873</cx:pt>
          <cx:pt idx="4784">208980</cx:pt>
          <cx:pt idx="4785">209102</cx:pt>
          <cx:pt idx="4786">209103</cx:pt>
          <cx:pt idx="4787">209221</cx:pt>
          <cx:pt idx="4788">209298</cx:pt>
          <cx:pt idx="4789">209467</cx:pt>
          <cx:pt idx="4790">209467</cx:pt>
          <cx:pt idx="4791">209708</cx:pt>
          <cx:pt idx="4792">210036</cx:pt>
          <cx:pt idx="4793">210036</cx:pt>
          <cx:pt idx="4794">210066</cx:pt>
          <cx:pt idx="4795">210114</cx:pt>
          <cx:pt idx="4796">210611</cx:pt>
          <cx:pt idx="4797">210611</cx:pt>
          <cx:pt idx="4798">210721</cx:pt>
          <cx:pt idx="4799">210775</cx:pt>
          <cx:pt idx="4800">210865</cx:pt>
          <cx:pt idx="4801">210885</cx:pt>
          <cx:pt idx="4802">210969</cx:pt>
          <cx:pt idx="4803">210980</cx:pt>
          <cx:pt idx="4804">211014</cx:pt>
          <cx:pt idx="4805">211024</cx:pt>
          <cx:pt idx="4806">211034</cx:pt>
          <cx:pt idx="4807">211047</cx:pt>
          <cx:pt idx="4808">211143</cx:pt>
          <cx:pt idx="4809">211183</cx:pt>
          <cx:pt idx="4810">211223</cx:pt>
          <cx:pt idx="4811">211250</cx:pt>
          <cx:pt idx="4812">211319</cx:pt>
          <cx:pt idx="4813">211378</cx:pt>
          <cx:pt idx="4814">211378</cx:pt>
          <cx:pt idx="4815">211429</cx:pt>
          <cx:pt idx="4816">211511</cx:pt>
          <cx:pt idx="4817">211658</cx:pt>
          <cx:pt idx="4818">211658</cx:pt>
          <cx:pt idx="4819">211658</cx:pt>
          <cx:pt idx="4820">211766</cx:pt>
          <cx:pt idx="4821">211986</cx:pt>
          <cx:pt idx="4822">211986</cx:pt>
          <cx:pt idx="4823">211986</cx:pt>
          <cx:pt idx="4824">212036</cx:pt>
          <cx:pt idx="4825">212191</cx:pt>
          <cx:pt idx="4826">212191</cx:pt>
          <cx:pt idx="4827">212191</cx:pt>
          <cx:pt idx="4828">212191</cx:pt>
          <cx:pt idx="4829">212191</cx:pt>
          <cx:pt idx="4830">212191</cx:pt>
          <cx:pt idx="4831">212191</cx:pt>
          <cx:pt idx="4832">212191</cx:pt>
          <cx:pt idx="4833">212191</cx:pt>
          <cx:pt idx="4834">212191</cx:pt>
          <cx:pt idx="4835">212191</cx:pt>
          <cx:pt idx="4836">212191</cx:pt>
          <cx:pt idx="4837">212200</cx:pt>
          <cx:pt idx="4838">212234</cx:pt>
          <cx:pt idx="4839">212433</cx:pt>
          <cx:pt idx="4840">212561</cx:pt>
          <cx:pt idx="4841">212660</cx:pt>
          <cx:pt idx="4842">212857</cx:pt>
          <cx:pt idx="4843">212867</cx:pt>
          <cx:pt idx="4844">212902</cx:pt>
          <cx:pt idx="4845">212969</cx:pt>
          <cx:pt idx="4846">213234</cx:pt>
          <cx:pt idx="4847">213285</cx:pt>
          <cx:pt idx="4848">213322</cx:pt>
          <cx:pt idx="4849">213349</cx:pt>
          <cx:pt idx="4850">213422</cx:pt>
          <cx:pt idx="4851">213440</cx:pt>
          <cx:pt idx="4852">213464</cx:pt>
          <cx:pt idx="4853">213475</cx:pt>
          <cx:pt idx="4854">213878</cx:pt>
          <cx:pt idx="4855">213896</cx:pt>
          <cx:pt idx="4856">213999</cx:pt>
          <cx:pt idx="4857">214003</cx:pt>
          <cx:pt idx="4858">214033</cx:pt>
          <cx:pt idx="4859">214055</cx:pt>
          <cx:pt idx="4860">214293</cx:pt>
          <cx:pt idx="4861">214467</cx:pt>
          <cx:pt idx="4862">214635</cx:pt>
          <cx:pt idx="4863">214741</cx:pt>
          <cx:pt idx="4864">214741</cx:pt>
          <cx:pt idx="4865">215066</cx:pt>
          <cx:pt idx="4866">215382</cx:pt>
          <cx:pt idx="4867">215382</cx:pt>
          <cx:pt idx="4868">215445</cx:pt>
          <cx:pt idx="4869">215497</cx:pt>
          <cx:pt idx="4870">215515</cx:pt>
          <cx:pt idx="4871">215556</cx:pt>
          <cx:pt idx="4872">215558</cx:pt>
          <cx:pt idx="4873">215618</cx:pt>
          <cx:pt idx="4874">215647</cx:pt>
          <cx:pt idx="4875">215671</cx:pt>
          <cx:pt idx="4876">215700</cx:pt>
          <cx:pt idx="4877">215729</cx:pt>
          <cx:pt idx="4878">216000</cx:pt>
          <cx:pt idx="4879">216045</cx:pt>
          <cx:pt idx="4880">216050</cx:pt>
          <cx:pt idx="4881">216342</cx:pt>
          <cx:pt idx="4882">216381</cx:pt>
          <cx:pt idx="4883">216381</cx:pt>
          <cx:pt idx="4884">216393</cx:pt>
          <cx:pt idx="4885">216474</cx:pt>
          <cx:pt idx="4886">216967</cx:pt>
          <cx:pt idx="4887">217150</cx:pt>
          <cx:pt idx="4888">217304</cx:pt>
          <cx:pt idx="4889">217368</cx:pt>
          <cx:pt idx="4890">217428</cx:pt>
          <cx:pt idx="4891">217428</cx:pt>
          <cx:pt idx="4892">217539</cx:pt>
          <cx:pt idx="4893">217616</cx:pt>
          <cx:pt idx="4894">217639</cx:pt>
          <cx:pt idx="4895">217656</cx:pt>
          <cx:pt idx="4896">217671</cx:pt>
          <cx:pt idx="4897">217696</cx:pt>
          <cx:pt idx="4898">217780</cx:pt>
          <cx:pt idx="4899">217845</cx:pt>
          <cx:pt idx="4900">217845</cx:pt>
          <cx:pt idx="4901">217939</cx:pt>
          <cx:pt idx="4902">217939</cx:pt>
          <cx:pt idx="4903">217995</cx:pt>
          <cx:pt idx="4904">218016</cx:pt>
          <cx:pt idx="4905">218506</cx:pt>
          <cx:pt idx="4906">218546</cx:pt>
          <cx:pt idx="4907">218739</cx:pt>
          <cx:pt idx="4908">218888</cx:pt>
          <cx:pt idx="4909">218888</cx:pt>
          <cx:pt idx="4910">219000</cx:pt>
          <cx:pt idx="4911">219000</cx:pt>
          <cx:pt idx="4912">219116</cx:pt>
          <cx:pt idx="4913">219229</cx:pt>
          <cx:pt idx="4914">219366</cx:pt>
          <cx:pt idx="4915">219645</cx:pt>
          <cx:pt idx="4916">219645</cx:pt>
          <cx:pt idx="4917">219675</cx:pt>
          <cx:pt idx="4918">219714</cx:pt>
          <cx:pt idx="4919">219763</cx:pt>
          <cx:pt idx="4920">219770</cx:pt>
          <cx:pt idx="4921">219777</cx:pt>
          <cx:pt idx="4922">219911</cx:pt>
          <cx:pt idx="4923">219932</cx:pt>
          <cx:pt idx="4924">219977</cx:pt>
          <cx:pt idx="4925">220149</cx:pt>
          <cx:pt idx="4926">220263</cx:pt>
          <cx:pt idx="4927">220277</cx:pt>
          <cx:pt idx="4928">220475</cx:pt>
          <cx:pt idx="4929">220599</cx:pt>
          <cx:pt idx="4930">220668</cx:pt>
          <cx:pt idx="4931">220772</cx:pt>
          <cx:pt idx="4932">221270</cx:pt>
          <cx:pt idx="4933">221346</cx:pt>
          <cx:pt idx="4934">221384</cx:pt>
          <cx:pt idx="4935">221441</cx:pt>
          <cx:pt idx="4936">221463</cx:pt>
          <cx:pt idx="4937">221785</cx:pt>
          <cx:pt idx="4938">221792</cx:pt>
          <cx:pt idx="4939">221838</cx:pt>
          <cx:pt idx="4940">222021</cx:pt>
          <cx:pt idx="4941">222028</cx:pt>
          <cx:pt idx="4942">222204</cx:pt>
          <cx:pt idx="4943">222509</cx:pt>
          <cx:pt idx="4944">222509</cx:pt>
          <cx:pt idx="4945">222525</cx:pt>
          <cx:pt idx="4946">222663</cx:pt>
          <cx:pt idx="4947">222677</cx:pt>
          <cx:pt idx="4948">222718</cx:pt>
          <cx:pt idx="4949">222744</cx:pt>
          <cx:pt idx="4950">222910</cx:pt>
          <cx:pt idx="4951">222940</cx:pt>
          <cx:pt idx="4952">222996</cx:pt>
          <cx:pt idx="4953">223383</cx:pt>
          <cx:pt idx="4954">223547</cx:pt>
          <cx:pt idx="4955">223691</cx:pt>
          <cx:pt idx="4956">223767</cx:pt>
          <cx:pt idx="4957">223943</cx:pt>
          <cx:pt idx="4958">223971</cx:pt>
          <cx:pt idx="4959">223979</cx:pt>
          <cx:pt idx="4960">223981</cx:pt>
          <cx:pt idx="4961">224131</cx:pt>
          <cx:pt idx="4962">224154</cx:pt>
          <cx:pt idx="4963">224193</cx:pt>
          <cx:pt idx="4964">224201</cx:pt>
          <cx:pt idx="4965">224218</cx:pt>
          <cx:pt idx="4966">224392</cx:pt>
          <cx:pt idx="4967">224883</cx:pt>
          <cx:pt idx="4968">224994</cx:pt>
          <cx:pt idx="4969">225033</cx:pt>
          <cx:pt idx="4970">225100</cx:pt>
          <cx:pt idx="4971">225119</cx:pt>
          <cx:pt idx="4972">225249</cx:pt>
          <cx:pt idx="4973">225374</cx:pt>
          <cx:pt idx="4974">225585</cx:pt>
          <cx:pt idx="4975">225666</cx:pt>
          <cx:pt idx="4976">225720</cx:pt>
          <cx:pt idx="4977">225978</cx:pt>
          <cx:pt idx="4978">225992</cx:pt>
          <cx:pt idx="4979">225998</cx:pt>
          <cx:pt idx="4980">226135</cx:pt>
          <cx:pt idx="4981">226466</cx:pt>
          <cx:pt idx="4982">226528</cx:pt>
          <cx:pt idx="4983">226641</cx:pt>
          <cx:pt idx="4984">226662</cx:pt>
          <cx:pt idx="4985">226879</cx:pt>
          <cx:pt idx="4986">226911</cx:pt>
          <cx:pt idx="4987">226915</cx:pt>
          <cx:pt idx="4988">227102</cx:pt>
          <cx:pt idx="4989">227132</cx:pt>
          <cx:pt idx="4990">227365</cx:pt>
          <cx:pt idx="4991">227868</cx:pt>
          <cx:pt idx="4992">228033</cx:pt>
          <cx:pt idx="4993">228041</cx:pt>
          <cx:pt idx="4994">228200</cx:pt>
          <cx:pt idx="4995">228250</cx:pt>
          <cx:pt idx="4996">228378</cx:pt>
          <cx:pt idx="4997">228439</cx:pt>
          <cx:pt idx="4998">228491</cx:pt>
          <cx:pt idx="4999">228491</cx:pt>
          <cx:pt idx="5000">228681</cx:pt>
          <cx:pt idx="5001">228838</cx:pt>
          <cx:pt idx="5002">228926</cx:pt>
          <cx:pt idx="5003">228958</cx:pt>
          <cx:pt idx="5004">229243</cx:pt>
          <cx:pt idx="5005">229272</cx:pt>
          <cx:pt idx="5006">229431</cx:pt>
          <cx:pt idx="5007">229506</cx:pt>
          <cx:pt idx="5008">229851</cx:pt>
          <cx:pt idx="5009">230254</cx:pt>
          <cx:pt idx="5010">230385</cx:pt>
          <cx:pt idx="5011">230625</cx:pt>
          <cx:pt idx="5012">230666</cx:pt>
          <cx:pt idx="5013">230840</cx:pt>
          <cx:pt idx="5014">230840</cx:pt>
          <cx:pt idx="5015">230897</cx:pt>
          <cx:pt idx="5016">230908</cx:pt>
          <cx:pt idx="5017">230964</cx:pt>
          <cx:pt idx="5018">231066</cx:pt>
          <cx:pt idx="5019">231331</cx:pt>
          <cx:pt idx="5020">231331</cx:pt>
          <cx:pt idx="5021">231622</cx:pt>
          <cx:pt idx="5022">231794</cx:pt>
          <cx:pt idx="5023">231820</cx:pt>
          <cx:pt idx="5024">231944</cx:pt>
          <cx:pt idx="5025">232150</cx:pt>
          <cx:pt idx="5026">232289</cx:pt>
          <cx:pt idx="5027">232444</cx:pt>
          <cx:pt idx="5028">232483</cx:pt>
          <cx:pt idx="5029">232527</cx:pt>
          <cx:pt idx="5030">232527</cx:pt>
          <cx:pt idx="5031">232746</cx:pt>
          <cx:pt idx="5032">233133</cx:pt>
          <cx:pt idx="5033">233133</cx:pt>
          <cx:pt idx="5034">233188</cx:pt>
          <cx:pt idx="5035">233188</cx:pt>
          <cx:pt idx="5036">233338</cx:pt>
          <cx:pt idx="5037">233600</cx:pt>
          <cx:pt idx="5038">233605</cx:pt>
          <cx:pt idx="5039">233962</cx:pt>
          <cx:pt idx="5040">233962</cx:pt>
          <cx:pt idx="5041">234166</cx:pt>
          <cx:pt idx="5042">234456</cx:pt>
          <cx:pt idx="5043">234456</cx:pt>
          <cx:pt idx="5044">234514</cx:pt>
          <cx:pt idx="5045">234514</cx:pt>
          <cx:pt idx="5046">234526</cx:pt>
          <cx:pt idx="5047">234750</cx:pt>
          <cx:pt idx="5048">234756</cx:pt>
          <cx:pt idx="5049">234833</cx:pt>
          <cx:pt idx="5050">234958</cx:pt>
          <cx:pt idx="5051">235631</cx:pt>
          <cx:pt idx="5052">235718</cx:pt>
          <cx:pt idx="5053">235856</cx:pt>
          <cx:pt idx="5054">235934</cx:pt>
          <cx:pt idx="5055">236086</cx:pt>
          <cx:pt idx="5056">236242</cx:pt>
          <cx:pt idx="5057">236355</cx:pt>
          <cx:pt idx="5058">236387</cx:pt>
          <cx:pt idx="5059">236492</cx:pt>
          <cx:pt idx="5060">236492</cx:pt>
          <cx:pt idx="5061">236492</cx:pt>
          <cx:pt idx="5062">236492</cx:pt>
          <cx:pt idx="5063">236492</cx:pt>
          <cx:pt idx="5064">236492</cx:pt>
          <cx:pt idx="5065">236632</cx:pt>
          <cx:pt idx="5066">236659</cx:pt>
          <cx:pt idx="5067">236682</cx:pt>
          <cx:pt idx="5068">236820</cx:pt>
          <cx:pt idx="5069">236832</cx:pt>
          <cx:pt idx="5070">236832</cx:pt>
          <cx:pt idx="5071">237019</cx:pt>
          <cx:pt idx="5072">237128</cx:pt>
          <cx:pt idx="5073">237132</cx:pt>
          <cx:pt idx="5074">237186</cx:pt>
          <cx:pt idx="5075">237385</cx:pt>
          <cx:pt idx="5076">237413</cx:pt>
          <cx:pt idx="5077">237677</cx:pt>
          <cx:pt idx="5078">237689</cx:pt>
          <cx:pt idx="5079">237799</cx:pt>
          <cx:pt idx="5080">237799</cx:pt>
          <cx:pt idx="5081">237948</cx:pt>
          <cx:pt idx="5082">238333</cx:pt>
          <cx:pt idx="5083">238506</cx:pt>
          <cx:pt idx="5084">238513</cx:pt>
          <cx:pt idx="5085">238558</cx:pt>
          <cx:pt idx="5086">238566</cx:pt>
          <cx:pt idx="5087">238636</cx:pt>
          <cx:pt idx="5088">238663</cx:pt>
          <cx:pt idx="5089">238667</cx:pt>
          <cx:pt idx="5090">238782</cx:pt>
          <cx:pt idx="5091">238814</cx:pt>
          <cx:pt idx="5092">239127</cx:pt>
          <cx:pt idx="5093">239236</cx:pt>
          <cx:pt idx="5094">239244</cx:pt>
          <cx:pt idx="5095">239453</cx:pt>
          <cx:pt idx="5096">239453</cx:pt>
          <cx:pt idx="5097">239528</cx:pt>
          <cx:pt idx="5098">239596</cx:pt>
          <cx:pt idx="5099">239602</cx:pt>
          <cx:pt idx="5100">239602</cx:pt>
          <cx:pt idx="5101">239743</cx:pt>
          <cx:pt idx="5102">239817</cx:pt>
          <cx:pt idx="5103">239972</cx:pt>
          <cx:pt idx="5104">240216</cx:pt>
          <cx:pt idx="5105">240227</cx:pt>
          <cx:pt idx="5106">240263</cx:pt>
          <cx:pt idx="5107">240263</cx:pt>
          <cx:pt idx="5108">240384</cx:pt>
          <cx:pt idx="5109">240625</cx:pt>
          <cx:pt idx="5110">240643</cx:pt>
          <cx:pt idx="5111">240674</cx:pt>
          <cx:pt idx="5112">240794</cx:pt>
          <cx:pt idx="5113">240804</cx:pt>
          <cx:pt idx="5114">241040</cx:pt>
          <cx:pt idx="5115">241110</cx:pt>
          <cx:pt idx="5116">241345</cx:pt>
          <cx:pt idx="5117">241447</cx:pt>
          <cx:pt idx="5118">241718</cx:pt>
          <cx:pt idx="5119">241733</cx:pt>
          <cx:pt idx="5120">241895</cx:pt>
          <cx:pt idx="5121">242033</cx:pt>
          <cx:pt idx="5122">242263</cx:pt>
          <cx:pt idx="5123">242423</cx:pt>
          <cx:pt idx="5124">242513</cx:pt>
          <cx:pt idx="5125">242614</cx:pt>
          <cx:pt idx="5126">242692</cx:pt>
          <cx:pt idx="5127">242846</cx:pt>
          <cx:pt idx="5128">242846</cx:pt>
          <cx:pt idx="5129">242999</cx:pt>
          <cx:pt idx="5130">243034</cx:pt>
          <cx:pt idx="5131">243179</cx:pt>
          <cx:pt idx="5132">243516</cx:pt>
          <cx:pt idx="5133">243744</cx:pt>
          <cx:pt idx="5134">243852</cx:pt>
          <cx:pt idx="5135">243852</cx:pt>
          <cx:pt idx="5136">243866</cx:pt>
          <cx:pt idx="5137">243940</cx:pt>
          <cx:pt idx="5138">243940</cx:pt>
          <cx:pt idx="5139">244023</cx:pt>
          <cx:pt idx="5140">244078</cx:pt>
          <cx:pt idx="5141">244096</cx:pt>
          <cx:pt idx="5142">244245</cx:pt>
          <cx:pt idx="5143">244496</cx:pt>
          <cx:pt idx="5144">244532</cx:pt>
          <cx:pt idx="5145">244668</cx:pt>
          <cx:pt idx="5146">244791</cx:pt>
          <cx:pt idx="5147">245542</cx:pt>
          <cx:pt idx="5148">245616</cx:pt>
          <cx:pt idx="5149">245628</cx:pt>
          <cx:pt idx="5150">245817</cx:pt>
          <cx:pt idx="5151">245831</cx:pt>
          <cx:pt idx="5152">245847</cx:pt>
          <cx:pt idx="5153">246190</cx:pt>
          <cx:pt idx="5154">246190</cx:pt>
          <cx:pt idx="5155">246314</cx:pt>
          <cx:pt idx="5156">246365</cx:pt>
          <cx:pt idx="5157">246365</cx:pt>
          <cx:pt idx="5158">246416</cx:pt>
          <cx:pt idx="5159">246457</cx:pt>
          <cx:pt idx="5160">246503</cx:pt>
          <cx:pt idx="5161">246666</cx:pt>
          <cx:pt idx="5162">246792</cx:pt>
          <cx:pt idx="5163">246813</cx:pt>
          <cx:pt idx="5164">247687</cx:pt>
          <cx:pt idx="5165">247831</cx:pt>
          <cx:pt idx="5166">248137</cx:pt>
          <cx:pt idx="5167">248137</cx:pt>
          <cx:pt idx="5168">248245</cx:pt>
          <cx:pt idx="5169">248281</cx:pt>
          <cx:pt idx="5170">248407</cx:pt>
          <cx:pt idx="5171">248616</cx:pt>
          <cx:pt idx="5172">248616</cx:pt>
          <cx:pt idx="5173">248616</cx:pt>
          <cx:pt idx="5174">249420</cx:pt>
          <cx:pt idx="5175">249614</cx:pt>
          <cx:pt idx="5176">249860</cx:pt>
          <cx:pt idx="5177">250000</cx:pt>
          <cx:pt idx="5178">250003</cx:pt>
          <cx:pt idx="5179">250066</cx:pt>
          <cx:pt idx="5180">250198</cx:pt>
          <cx:pt idx="5181">250566</cx:pt>
          <cx:pt idx="5182">250655</cx:pt>
          <cx:pt idx="5183">250788</cx:pt>
          <cx:pt idx="5184">250900</cx:pt>
          <cx:pt idx="5185">251048</cx:pt>
          <cx:pt idx="5186">251493</cx:pt>
          <cx:pt idx="5187">251493</cx:pt>
          <cx:pt idx="5188">251511</cx:pt>
          <cx:pt idx="5189">251852</cx:pt>
          <cx:pt idx="5190">252357</cx:pt>
          <cx:pt idx="5191">252428</cx:pt>
          <cx:pt idx="5192">252500</cx:pt>
          <cx:pt idx="5193">252507</cx:pt>
          <cx:pt idx="5194">252733</cx:pt>
          <cx:pt idx="5195">252788</cx:pt>
          <cx:pt idx="5196">252788</cx:pt>
          <cx:pt idx="5197">252913</cx:pt>
          <cx:pt idx="5198">253580</cx:pt>
          <cx:pt idx="5199">253602</cx:pt>
          <cx:pt idx="5200">253887</cx:pt>
          <cx:pt idx="5201">253946</cx:pt>
          <cx:pt idx="5202">253949</cx:pt>
          <cx:pt idx="5203">254003</cx:pt>
          <cx:pt idx="5204">254341</cx:pt>
          <cx:pt idx="5205">254341</cx:pt>
          <cx:pt idx="5206">254344</cx:pt>
          <cx:pt idx="5207">254599</cx:pt>
          <cx:pt idx="5208">254718</cx:pt>
          <cx:pt idx="5209">255555</cx:pt>
          <cx:pt idx="5210">255641</cx:pt>
          <cx:pt idx="5211">256170</cx:pt>
          <cx:pt idx="5212">256170</cx:pt>
          <cx:pt idx="5213">256430</cx:pt>
          <cx:pt idx="5214">256439</cx:pt>
          <cx:pt idx="5215">256500</cx:pt>
          <cx:pt idx="5216">256563</cx:pt>
          <cx:pt idx="5217">256723</cx:pt>
          <cx:pt idx="5218">256857</cx:pt>
          <cx:pt idx="5219">257003</cx:pt>
          <cx:pt idx="5220">257057</cx:pt>
          <cx:pt idx="5221">257170</cx:pt>
          <cx:pt idx="5222">257235</cx:pt>
          <cx:pt idx="5223">257235</cx:pt>
          <cx:pt idx="5224">257334</cx:pt>
          <cx:pt idx="5225">257625</cx:pt>
          <cx:pt idx="5226">258080</cx:pt>
          <cx:pt idx="5227">258284</cx:pt>
          <cx:pt idx="5228">258940</cx:pt>
          <cx:pt idx="5229">259660</cx:pt>
          <cx:pt idx="5230">259799</cx:pt>
          <cx:pt idx="5231">259833</cx:pt>
          <cx:pt idx="5232">259999</cx:pt>
          <cx:pt idx="5233">259999</cx:pt>
          <cx:pt idx="5234">260007</cx:pt>
          <cx:pt idx="5235">260012</cx:pt>
          <cx:pt idx="5236">260161</cx:pt>
          <cx:pt idx="5237">261124</cx:pt>
          <cx:pt idx="5238">261124</cx:pt>
          <cx:pt idx="5239">261124</cx:pt>
          <cx:pt idx="5240">261163</cx:pt>
          <cx:pt idx="5241">261163</cx:pt>
          <cx:pt idx="5242">261309</cx:pt>
          <cx:pt idx="5243">261685</cx:pt>
          <cx:pt idx="5244">261685</cx:pt>
          <cx:pt idx="5245">261703</cx:pt>
          <cx:pt idx="5246">262134</cx:pt>
          <cx:pt idx="5247">262298</cx:pt>
          <cx:pt idx="5248">262298</cx:pt>
          <cx:pt idx="5249">262516</cx:pt>
          <cx:pt idx="5250">262688</cx:pt>
          <cx:pt idx="5251">262921</cx:pt>
          <cx:pt idx="5252">262972</cx:pt>
          <cx:pt idx="5253">263048</cx:pt>
          <cx:pt idx="5254">263184</cx:pt>
          <cx:pt idx="5255">263184</cx:pt>
          <cx:pt idx="5256">263253</cx:pt>
          <cx:pt idx="5257">263311</cx:pt>
          <cx:pt idx="5258">263529</cx:pt>
          <cx:pt idx="5259">263529</cx:pt>
          <cx:pt idx="5260">263757</cx:pt>
          <cx:pt idx="5261">264139</cx:pt>
          <cx:pt idx="5262">264680</cx:pt>
          <cx:pt idx="5263">265398</cx:pt>
          <cx:pt idx="5264">265511</cx:pt>
          <cx:pt idx="5265">265511</cx:pt>
          <cx:pt idx="5266">265539</cx:pt>
          <cx:pt idx="5267">266017</cx:pt>
          <cx:pt idx="5268">266017</cx:pt>
          <cx:pt idx="5269">266616</cx:pt>
          <cx:pt idx="5270">266616</cx:pt>
          <cx:pt idx="5271">266664</cx:pt>
          <cx:pt idx="5272">267350</cx:pt>
          <cx:pt idx="5273">267481</cx:pt>
          <cx:pt idx="5274">267516</cx:pt>
          <cx:pt idx="5275">267872</cx:pt>
          <cx:pt idx="5276">267923</cx:pt>
          <cx:pt idx="5277">267935</cx:pt>
          <cx:pt idx="5278">268357</cx:pt>
          <cx:pt idx="5279">268405</cx:pt>
          <cx:pt idx="5280">268405</cx:pt>
          <cx:pt idx="5281">269378</cx:pt>
          <cx:pt idx="5282">269378</cx:pt>
          <cx:pt idx="5283">270000</cx:pt>
          <cx:pt idx="5284">270279</cx:pt>
          <cx:pt idx="5285">270570</cx:pt>
          <cx:pt idx="5286">270698</cx:pt>
          <cx:pt idx="5287">271074</cx:pt>
          <cx:pt idx="5288">271152</cx:pt>
          <cx:pt idx="5289">271152</cx:pt>
          <cx:pt idx="5290">271228</cx:pt>
          <cx:pt idx="5291">271337</cx:pt>
          <cx:pt idx="5292">271383</cx:pt>
          <cx:pt idx="5293">271438</cx:pt>
          <cx:pt idx="5294">271438</cx:pt>
          <cx:pt idx="5295">271460</cx:pt>
          <cx:pt idx="5296">271657</cx:pt>
          <cx:pt idx="5297">272085</cx:pt>
          <cx:pt idx="5298">272245</cx:pt>
          <cx:pt idx="5299">272356</cx:pt>
          <cx:pt idx="5300">272356</cx:pt>
          <cx:pt idx="5301">272590</cx:pt>
          <cx:pt idx="5302">272709</cx:pt>
          <cx:pt idx="5303">273050</cx:pt>
          <cx:pt idx="5304">273187</cx:pt>
          <cx:pt idx="5305">273441</cx:pt>
          <cx:pt idx="5306">273559</cx:pt>
          <cx:pt idx="5307">273737</cx:pt>
          <cx:pt idx="5308">273796</cx:pt>
          <cx:pt idx="5309">274020</cx:pt>
          <cx:pt idx="5310">274020</cx:pt>
          <cx:pt idx="5311">274049</cx:pt>
          <cx:pt idx="5312">274126</cx:pt>
          <cx:pt idx="5313">274126</cx:pt>
          <cx:pt idx="5314">274220</cx:pt>
          <cx:pt idx="5315">274797</cx:pt>
          <cx:pt idx="5316">275183</cx:pt>
          <cx:pt idx="5317">275183</cx:pt>
          <cx:pt idx="5318">275367</cx:pt>
          <cx:pt idx="5319">275431</cx:pt>
          <cx:pt idx="5320">275941</cx:pt>
          <cx:pt idx="5321">276538</cx:pt>
          <cx:pt idx="5322">276946</cx:pt>
          <cx:pt idx="5323">277095</cx:pt>
          <cx:pt idx="5324">277095</cx:pt>
          <cx:pt idx="5325">277535</cx:pt>
          <cx:pt idx="5326">277582</cx:pt>
          <cx:pt idx="5327">277653</cx:pt>
          <cx:pt idx="5328">278059</cx:pt>
          <cx:pt idx="5329">278234</cx:pt>
          <cx:pt idx="5330">278234</cx:pt>
          <cx:pt idx="5331">278269</cx:pt>
          <cx:pt idx="5332">278483</cx:pt>
          <cx:pt idx="5333">278585</cx:pt>
          <cx:pt idx="5334">279440</cx:pt>
          <cx:pt idx="5335">279695</cx:pt>
          <cx:pt idx="5336">279723</cx:pt>
          <cx:pt idx="5337">279983</cx:pt>
          <cx:pt idx="5338">280011</cx:pt>
          <cx:pt idx="5339">280054</cx:pt>
          <cx:pt idx="5340">280266</cx:pt>
          <cx:pt idx="5341">280266</cx:pt>
          <cx:pt idx="5342">280583</cx:pt>
          <cx:pt idx="5343">281008</cx:pt>
          <cx:pt idx="5344">281608</cx:pt>
          <cx:pt idx="5345">281710</cx:pt>
          <cx:pt idx="5346">282305</cx:pt>
          <cx:pt idx="5347">282305</cx:pt>
          <cx:pt idx="5348">282305</cx:pt>
          <cx:pt idx="5349">282305</cx:pt>
          <cx:pt idx="5350">282305</cx:pt>
          <cx:pt idx="5351">282305</cx:pt>
          <cx:pt idx="5352">282555</cx:pt>
          <cx:pt idx="5353">282586</cx:pt>
          <cx:pt idx="5354">282760</cx:pt>
          <cx:pt idx="5355">282778</cx:pt>
          <cx:pt idx="5356">282795</cx:pt>
          <cx:pt idx="5357">282865</cx:pt>
          <cx:pt idx="5358">282991</cx:pt>
          <cx:pt idx="5359">283384</cx:pt>
          <cx:pt idx="5360">284085</cx:pt>
          <cx:pt idx="5361">284332</cx:pt>
          <cx:pt idx="5362">284370</cx:pt>
          <cx:pt idx="5363">285037</cx:pt>
          <cx:pt idx="5364">285373</cx:pt>
          <cx:pt idx="5365">285492</cx:pt>
          <cx:pt idx="5366">285757</cx:pt>
          <cx:pt idx="5367">285778</cx:pt>
          <cx:pt idx="5368">285967</cx:pt>
          <cx:pt idx="5369">286096</cx:pt>
          <cx:pt idx="5370">286275</cx:pt>
          <cx:pt idx="5371">286389</cx:pt>
          <cx:pt idx="5372">286635</cx:pt>
          <cx:pt idx="5373">286635</cx:pt>
          <cx:pt idx="5374">286635</cx:pt>
          <cx:pt idx="5375">287066</cx:pt>
          <cx:pt idx="5376">287760</cx:pt>
          <cx:pt idx="5377">287935</cx:pt>
          <cx:pt idx="5378">288141</cx:pt>
          <cx:pt idx="5379">288141</cx:pt>
          <cx:pt idx="5380">288141</cx:pt>
          <cx:pt idx="5381">288211</cx:pt>
          <cx:pt idx="5382">288623</cx:pt>
          <cx:pt idx="5383">288623</cx:pt>
          <cx:pt idx="5384">288623</cx:pt>
          <cx:pt idx="5385">288653</cx:pt>
          <cx:pt idx="5386">288693</cx:pt>
          <cx:pt idx="5387">288957</cx:pt>
          <cx:pt idx="5388">288957</cx:pt>
          <cx:pt idx="5389">289113</cx:pt>
          <cx:pt idx="5390">289123</cx:pt>
          <cx:pt idx="5391">289785</cx:pt>
          <cx:pt idx="5392">289816</cx:pt>
          <cx:pt idx="5393">289816</cx:pt>
          <cx:pt idx="5394">290000</cx:pt>
          <cx:pt idx="5395">290672</cx:pt>
          <cx:pt idx="5396">290965</cx:pt>
          <cx:pt idx="5397">291383</cx:pt>
          <cx:pt idx="5398">291516</cx:pt>
          <cx:pt idx="5399">291768</cx:pt>
          <cx:pt idx="5400">291782</cx:pt>
          <cx:pt idx="5401">291865</cx:pt>
          <cx:pt idx="5402">292000</cx:pt>
          <cx:pt idx="5403">292262</cx:pt>
          <cx:pt idx="5404">292534</cx:pt>
          <cx:pt idx="5405">292809</cx:pt>
          <cx:pt idx="5406">293902</cx:pt>
          <cx:pt idx="5407">293902</cx:pt>
          <cx:pt idx="5408">294603</cx:pt>
          <cx:pt idx="5409">295193</cx:pt>
          <cx:pt idx="5410">296894</cx:pt>
          <cx:pt idx="5411">297754</cx:pt>
          <cx:pt idx="5412">297760</cx:pt>
          <cx:pt idx="5413">298031</cx:pt>
          <cx:pt idx="5414">298113</cx:pt>
          <cx:pt idx="5415">298548</cx:pt>
          <cx:pt idx="5416">298740</cx:pt>
          <cx:pt idx="5417">299173</cx:pt>
          <cx:pt idx="5418">299173</cx:pt>
          <cx:pt idx="5419">299173</cx:pt>
          <cx:pt idx="5420">299173</cx:pt>
          <cx:pt idx="5421">299173</cx:pt>
          <cx:pt idx="5422">299173</cx:pt>
          <cx:pt idx="5423">299478</cx:pt>
          <cx:pt idx="5424">299625</cx:pt>
          <cx:pt idx="5425">299783</cx:pt>
          <cx:pt idx="5426">299984</cx:pt>
          <cx:pt idx="5427">299984</cx:pt>
          <cx:pt idx="5428">299996</cx:pt>
          <cx:pt idx="5429">300006</cx:pt>
          <cx:pt idx="5430">300006</cx:pt>
          <cx:pt idx="5431">300093</cx:pt>
          <cx:pt idx="5432">300093</cx:pt>
          <cx:pt idx="5433">300132</cx:pt>
          <cx:pt idx="5434">300132</cx:pt>
          <cx:pt idx="5435">300234</cx:pt>
          <cx:pt idx="5436">300325</cx:pt>
          <cx:pt idx="5437">300462</cx:pt>
          <cx:pt idx="5438">300594</cx:pt>
          <cx:pt idx="5439">300876</cx:pt>
          <cx:pt idx="5440">300876</cx:pt>
          <cx:pt idx="5441">301303</cx:pt>
          <cx:pt idx="5442">302229</cx:pt>
          <cx:pt idx="5443">302535</cx:pt>
          <cx:pt idx="5444">302582</cx:pt>
          <cx:pt idx="5445">302688</cx:pt>
          <cx:pt idx="5446">302859</cx:pt>
          <cx:pt idx="5447">302859</cx:pt>
          <cx:pt idx="5448">303166</cx:pt>
          <cx:pt idx="5449">303202</cx:pt>
          <cx:pt idx="5450">303318</cx:pt>
          <cx:pt idx="5451">304339</cx:pt>
          <cx:pt idx="5452">304505</cx:pt>
          <cx:pt idx="5453">304599</cx:pt>
          <cx:pt idx="5454">304684</cx:pt>
          <cx:pt idx="5455">304869</cx:pt>
          <cx:pt idx="5456">304958</cx:pt>
          <cx:pt idx="5457">305400</cx:pt>
          <cx:pt idx="5458">305400</cx:pt>
          <cx:pt idx="5459">305702</cx:pt>
          <cx:pt idx="5460">305948</cx:pt>
          <cx:pt idx="5461">306399</cx:pt>
          <cx:pt idx="5462">306732</cx:pt>
          <cx:pt idx="5463">306930</cx:pt>
          <cx:pt idx="5464">306963</cx:pt>
          <cx:pt idx="5465">306963</cx:pt>
          <cx:pt idx="5466">307053</cx:pt>
          <cx:pt idx="5467">307227</cx:pt>
          <cx:pt idx="5468">307514</cx:pt>
          <cx:pt idx="5469">307647</cx:pt>
          <cx:pt idx="5470">307674</cx:pt>
          <cx:pt idx="5471">308017</cx:pt>
          <cx:pt idx="5472">308154</cx:pt>
          <cx:pt idx="5473">308203</cx:pt>
          <cx:pt idx="5474">308357</cx:pt>
          <cx:pt idx="5475">308357</cx:pt>
          <cx:pt idx="5476">308718</cx:pt>
          <cx:pt idx="5477">309041</cx:pt>
          <cx:pt idx="5478">309041</cx:pt>
          <cx:pt idx="5479">309235</cx:pt>
          <cx:pt idx="5480">309913</cx:pt>
          <cx:pt idx="5481">310090</cx:pt>
          <cx:pt idx="5482">310293</cx:pt>
          <cx:pt idx="5483">310324</cx:pt>
          <cx:pt idx="5484">310407</cx:pt>
          <cx:pt idx="5485">310446</cx:pt>
          <cx:pt idx="5486">310873</cx:pt>
          <cx:pt idx="5487">311110</cx:pt>
          <cx:pt idx="5488">311110</cx:pt>
          <cx:pt idx="5489">311278</cx:pt>
          <cx:pt idx="5490">311682</cx:pt>
          <cx:pt idx="5491">312329</cx:pt>
          <cx:pt idx="5492">312329</cx:pt>
          <cx:pt idx="5493">312839</cx:pt>
          <cx:pt idx="5494">312839</cx:pt>
          <cx:pt idx="5495">313028</cx:pt>
          <cx:pt idx="5496">313034</cx:pt>
          <cx:pt idx="5497">313142</cx:pt>
          <cx:pt idx="5498">313142</cx:pt>
          <cx:pt idx="5499">313563</cx:pt>
          <cx:pt idx="5500">313886</cx:pt>
          <cx:pt idx="5501">313903</cx:pt>
          <cx:pt idx="5502">313955</cx:pt>
          <cx:pt idx="5503">314322</cx:pt>
          <cx:pt idx="5504">314555</cx:pt>
          <cx:pt idx="5505">314555</cx:pt>
          <cx:pt idx="5506">314628</cx:pt>
          <cx:pt idx="5507">314671</cx:pt>
          <cx:pt idx="5508">314864</cx:pt>
          <cx:pt idx="5509">314864</cx:pt>
          <cx:pt idx="5510">315157</cx:pt>
          <cx:pt idx="5511">315157</cx:pt>
          <cx:pt idx="5512">315230</cx:pt>
          <cx:pt idx="5513">315338</cx:pt>
          <cx:pt idx="5514">315674</cx:pt>
          <cx:pt idx="5515">315833</cx:pt>
          <cx:pt idx="5516">315833</cx:pt>
          <cx:pt idx="5517">315859</cx:pt>
          <cx:pt idx="5518">315956</cx:pt>
          <cx:pt idx="5519">316855</cx:pt>
          <cx:pt idx="5520">317004</cx:pt>
          <cx:pt idx="5521">317236</cx:pt>
          <cx:pt idx="5522">317286</cx:pt>
          <cx:pt idx="5523">317286</cx:pt>
          <cx:pt idx="5524">317487</cx:pt>
          <cx:pt idx="5525">317991</cx:pt>
          <cx:pt idx="5526">318227</cx:pt>
          <cx:pt idx="5527">318413</cx:pt>
          <cx:pt idx="5528">318481</cx:pt>
          <cx:pt idx="5529">318790</cx:pt>
          <cx:pt idx="5530">319420</cx:pt>
          <cx:pt idx="5531">319420</cx:pt>
          <cx:pt idx="5532">319485</cx:pt>
          <cx:pt idx="5533">319706</cx:pt>
          <cx:pt idx="5534">319956</cx:pt>
          <cx:pt idx="5535">320209</cx:pt>
          <cx:pt idx="5536">320232</cx:pt>
          <cx:pt idx="5537">320664</cx:pt>
          <cx:pt idx="5538">320844</cx:pt>
          <cx:pt idx="5539">320925</cx:pt>
          <cx:pt idx="5540">321420</cx:pt>
          <cx:pt idx="5541">321527</cx:pt>
          <cx:pt idx="5542">321560</cx:pt>
          <cx:pt idx="5543">321946</cx:pt>
          <cx:pt idx="5544">322091</cx:pt>
          <cx:pt idx="5545">322126</cx:pt>
          <cx:pt idx="5546">322609</cx:pt>
          <cx:pt idx="5547">322722</cx:pt>
          <cx:pt idx="5548">322863</cx:pt>
          <cx:pt idx="5549">324597</cx:pt>
          <cx:pt idx="5550">324767</cx:pt>
          <cx:pt idx="5551">326407</cx:pt>
          <cx:pt idx="5552">326491</cx:pt>
          <cx:pt idx="5553">326491</cx:pt>
          <cx:pt idx="5554">326809</cx:pt>
          <cx:pt idx="5555">328035</cx:pt>
          <cx:pt idx="5556">328666</cx:pt>
          <cx:pt idx="5557">328666</cx:pt>
          <cx:pt idx="5558">328801</cx:pt>
          <cx:pt idx="5559">329084</cx:pt>
          <cx:pt idx="5560">329474</cx:pt>
          <cx:pt idx="5561">329695</cx:pt>
          <cx:pt idx="5562">329815</cx:pt>
          <cx:pt idx="5563">329815</cx:pt>
          <cx:pt idx="5564">330002</cx:pt>
          <cx:pt idx="5565">330277</cx:pt>
          <cx:pt idx="5566">330406</cx:pt>
          <cx:pt idx="5567">330406</cx:pt>
          <cx:pt idx="5568">330587</cx:pt>
          <cx:pt idx="5569">330587</cx:pt>
          <cx:pt idx="5570">331525</cx:pt>
          <cx:pt idx="5571">332046</cx:pt>
          <cx:pt idx="5572">332954</cx:pt>
          <cx:pt idx="5573">333117</cx:pt>
          <cx:pt idx="5574">333155</cx:pt>
          <cx:pt idx="5575">333472</cx:pt>
          <cx:pt idx="5576">333472</cx:pt>
          <cx:pt idx="5577">335013</cx:pt>
          <cx:pt idx="5578">335074</cx:pt>
          <cx:pt idx="5579">335166</cx:pt>
          <cx:pt idx="5580">335166</cx:pt>
          <cx:pt idx="5581">335184</cx:pt>
          <cx:pt idx="5582">335427</cx:pt>
          <cx:pt idx="5583">335680</cx:pt>
          <cx:pt idx="5584">335981</cx:pt>
          <cx:pt idx="5585">336437</cx:pt>
          <cx:pt idx="5586">336437</cx:pt>
          <cx:pt idx="5587">337187</cx:pt>
          <cx:pt idx="5588">337187</cx:pt>
          <cx:pt idx="5589">337858</cx:pt>
          <cx:pt idx="5590">337868</cx:pt>
          <cx:pt idx="5591">338178</cx:pt>
          <cx:pt idx="5592">338993</cx:pt>
          <cx:pt idx="5593">339789</cx:pt>
          <cx:pt idx="5594">339816</cx:pt>
          <cx:pt idx="5595">340030</cx:pt>
          <cx:pt idx="5596">340030</cx:pt>
          <cx:pt idx="5597">340049</cx:pt>
          <cx:pt idx="5598">340125</cx:pt>
          <cx:pt idx="5599">340125</cx:pt>
          <cx:pt idx="5600">340466</cx:pt>
          <cx:pt idx="5601">340607</cx:pt>
          <cx:pt idx="5602">340638</cx:pt>
          <cx:pt idx="5603">341550</cx:pt>
          <cx:pt idx="5604">341550</cx:pt>
          <cx:pt idx="5605">342149</cx:pt>
          <cx:pt idx="5606">342149</cx:pt>
          <cx:pt idx="5607">342161</cx:pt>
          <cx:pt idx="5608">342161</cx:pt>
          <cx:pt idx="5609">343033</cx:pt>
          <cx:pt idx="5610">343287</cx:pt>
          <cx:pt idx="5611">343287</cx:pt>
          <cx:pt idx="5612">343550</cx:pt>
          <cx:pt idx="5613">343673</cx:pt>
          <cx:pt idx="5614">343903</cx:pt>
          <cx:pt idx="5615">344300</cx:pt>
          <cx:pt idx="5616">344464</cx:pt>
          <cx:pt idx="5617">344464</cx:pt>
          <cx:pt idx="5618">344782</cx:pt>
          <cx:pt idx="5619">345300</cx:pt>
          <cx:pt idx="5620">345843</cx:pt>
          <cx:pt idx="5621">347616</cx:pt>
          <cx:pt idx="5622">347805</cx:pt>
          <cx:pt idx="5623">347805</cx:pt>
          <cx:pt idx="5624">347938</cx:pt>
          <cx:pt idx="5625">347963</cx:pt>
          <cx:pt idx="5626">348288</cx:pt>
          <cx:pt idx="5627">348307</cx:pt>
          <cx:pt idx="5628">348307</cx:pt>
          <cx:pt idx="5629">348898</cx:pt>
          <cx:pt idx="5630">349132</cx:pt>
          <cx:pt idx="5631">349132</cx:pt>
          <cx:pt idx="5632">349314</cx:pt>
          <cx:pt idx="5633">349663</cx:pt>
          <cx:pt idx="5634">350272</cx:pt>
          <cx:pt idx="5635">350877</cx:pt>
          <cx:pt idx="5636">351116</cx:pt>
          <cx:pt idx="5637">351116</cx:pt>
          <cx:pt idx="5638">352722</cx:pt>
          <cx:pt idx="5639">352722</cx:pt>
          <cx:pt idx="5640">353113</cx:pt>
          <cx:pt idx="5641">353767</cx:pt>
          <cx:pt idx="5642">353767</cx:pt>
          <cx:pt idx="5643">354141</cx:pt>
          <cx:pt idx="5644">354141</cx:pt>
          <cx:pt idx="5645">354141</cx:pt>
          <cx:pt idx="5646">354277</cx:pt>
          <cx:pt idx="5647">354760</cx:pt>
          <cx:pt idx="5648">354760</cx:pt>
          <cx:pt idx="5649">355112</cx:pt>
          <cx:pt idx="5650">355112</cx:pt>
          <cx:pt idx="5651">355620</cx:pt>
          <cx:pt idx="5652">355620</cx:pt>
          <cx:pt idx="5653">355775</cx:pt>
          <cx:pt idx="5654">356058</cx:pt>
          <cx:pt idx="5655">356181</cx:pt>
          <cx:pt idx="5656">356181</cx:pt>
          <cx:pt idx="5657">356716</cx:pt>
          <cx:pt idx="5658">356716</cx:pt>
          <cx:pt idx="5659">357277</cx:pt>
          <cx:pt idx="5660">357277</cx:pt>
          <cx:pt idx="5661">357478</cx:pt>
          <cx:pt idx="5662">358429</cx:pt>
          <cx:pt idx="5663">359534</cx:pt>
          <cx:pt idx="5664">360179</cx:pt>
          <cx:pt idx="5665">360828</cx:pt>
          <cx:pt idx="5666">360828</cx:pt>
          <cx:pt idx="5667">361129</cx:pt>
          <cx:pt idx="5668">361129</cx:pt>
          <cx:pt idx="5669">361239</cx:pt>
          <cx:pt idx="5670">363599</cx:pt>
          <cx:pt idx="5671">363960</cx:pt>
          <cx:pt idx="5672">363960</cx:pt>
          <cx:pt idx="5673">364337</cx:pt>
          <cx:pt idx="5674">364346</cx:pt>
          <cx:pt idx="5675">365866</cx:pt>
          <cx:pt idx="5676">366367</cx:pt>
          <cx:pt idx="5677">366367</cx:pt>
          <cx:pt idx="5678">367062</cx:pt>
          <cx:pt idx="5679">367585</cx:pt>
          <cx:pt idx="5680">368464</cx:pt>
          <cx:pt idx="5681">368761</cx:pt>
          <cx:pt idx="5682">368816</cx:pt>
          <cx:pt idx="5683">369157</cx:pt>
          <cx:pt idx="5684">370745</cx:pt>
          <cx:pt idx="5685">370745</cx:pt>
          <cx:pt idx="5686">372603</cx:pt>
          <cx:pt idx="5687">373434</cx:pt>
          <cx:pt idx="5688">373927</cx:pt>
          <cx:pt idx="5689">376215</cx:pt>
          <cx:pt idx="5690">376790</cx:pt>
          <cx:pt idx="5691">376894</cx:pt>
          <cx:pt idx="5692">378894</cx:pt>
          <cx:pt idx="5693">378894</cx:pt>
          <cx:pt idx="5694">379036</cx:pt>
          <cx:pt idx="5695">379306</cx:pt>
          <cx:pt idx="5696">379306</cx:pt>
          <cx:pt idx="5697">379660</cx:pt>
          <cx:pt idx="5698">380192</cx:pt>
          <cx:pt idx="5699">380586</cx:pt>
          <cx:pt idx="5700">381006</cx:pt>
          <cx:pt idx="5701">381123</cx:pt>
          <cx:pt idx="5702">381123</cx:pt>
          <cx:pt idx="5703">382970</cx:pt>
          <cx:pt idx="5704">383242</cx:pt>
          <cx:pt idx="5705">384097</cx:pt>
          <cx:pt idx="5706">384282</cx:pt>
          <cx:pt idx="5707">384282</cx:pt>
          <cx:pt idx="5708">384677</cx:pt>
          <cx:pt idx="5709">385329</cx:pt>
          <cx:pt idx="5710">386189</cx:pt>
          <cx:pt idx="5711">387742</cx:pt>
          <cx:pt idx="5712">388064</cx:pt>
          <cx:pt idx="5713">388064</cx:pt>
          <cx:pt idx="5714">388234</cx:pt>
          <cx:pt idx="5715">389442</cx:pt>
          <cx:pt idx="5716">389442</cx:pt>
          <cx:pt idx="5717">389451</cx:pt>
          <cx:pt idx="5718">389693</cx:pt>
          <cx:pt idx="5719">389693</cx:pt>
          <cx:pt idx="5720">390688</cx:pt>
          <cx:pt idx="5721">391396</cx:pt>
          <cx:pt idx="5722">391396</cx:pt>
          <cx:pt idx="5723">391991</cx:pt>
          <cx:pt idx="5724">392497</cx:pt>
          <cx:pt idx="5725">393421</cx:pt>
          <cx:pt idx="5726">393683</cx:pt>
          <cx:pt idx="5727">394971</cx:pt>
          <cx:pt idx="5728">396695</cx:pt>
          <cx:pt idx="5729">396695</cx:pt>
          <cx:pt idx="5730">397148</cx:pt>
          <cx:pt idx="5731">397587</cx:pt>
          <cx:pt idx="5732">397587</cx:pt>
          <cx:pt idx="5733">398969</cx:pt>
          <cx:pt idx="5734">398969</cx:pt>
          <cx:pt idx="5735">399038</cx:pt>
          <cx:pt idx="5736">399945</cx:pt>
          <cx:pt idx="5737">399978</cx:pt>
          <cx:pt idx="5738">399978</cx:pt>
          <cx:pt idx="5739">400458</cx:pt>
          <cx:pt idx="5740">400706</cx:pt>
          <cx:pt idx="5741">401298</cx:pt>
          <cx:pt idx="5742">401298</cx:pt>
          <cx:pt idx="5743">401737</cx:pt>
          <cx:pt idx="5744">402121</cx:pt>
          <cx:pt idx="5745">402758</cx:pt>
          <cx:pt idx="5746">403168</cx:pt>
          <cx:pt idx="5747">403262</cx:pt>
          <cx:pt idx="5748">403668</cx:pt>
          <cx:pt idx="5749">403711</cx:pt>
          <cx:pt idx="5750">403711</cx:pt>
          <cx:pt idx="5751">404199</cx:pt>
          <cx:pt idx="5752">404670</cx:pt>
          <cx:pt idx="5753">405465</cx:pt>
          <cx:pt idx="5754">405465</cx:pt>
          <cx:pt idx="5755">408596</cx:pt>
          <cx:pt idx="5756">408892</cx:pt>
          <cx:pt idx="5757">409541</cx:pt>
          <cx:pt idx="5758">410200</cx:pt>
          <cx:pt idx="5759">410200</cx:pt>
          <cx:pt idx="5760">410200</cx:pt>
          <cx:pt idx="5761">411245</cx:pt>
          <cx:pt idx="5762">412163</cx:pt>
          <cx:pt idx="5763">412166</cx:pt>
          <cx:pt idx="5764">413601</cx:pt>
          <cx:pt idx="5765">413700</cx:pt>
          <cx:pt idx="5766">414027</cx:pt>
          <cx:pt idx="5767">414546</cx:pt>
          <cx:pt idx="5768">414788</cx:pt>
          <cx:pt idx="5769">414886</cx:pt>
          <cx:pt idx="5770">416720</cx:pt>
          <cx:pt idx="5771">416720</cx:pt>
          <cx:pt idx="5772">417516</cx:pt>
          <cx:pt idx="5773">417671</cx:pt>
          <cx:pt idx="5774">417671</cx:pt>
          <cx:pt idx="5775">418433</cx:pt>
          <cx:pt idx="5776">418922</cx:pt>
          <cx:pt idx="5777">419428</cx:pt>
          <cx:pt idx="5778">420166</cx:pt>
          <cx:pt idx="5779">420469</cx:pt>
          <cx:pt idx="5780">420469</cx:pt>
          <cx:pt idx="5781">420603</cx:pt>
          <cx:pt idx="5782">420603</cx:pt>
          <cx:pt idx="5783">421010</cx:pt>
          <cx:pt idx="5784">421010</cx:pt>
          <cx:pt idx="5785">421528</cx:pt>
          <cx:pt idx="5786">422146</cx:pt>
          <cx:pt idx="5787">424697</cx:pt>
          <cx:pt idx="5788">424697</cx:pt>
          <cx:pt idx="5789">425309</cx:pt>
          <cx:pt idx="5790">426740</cx:pt>
          <cx:pt idx="5791">431807</cx:pt>
          <cx:pt idx="5792">432874</cx:pt>
          <cx:pt idx="5793">433056</cx:pt>
          <cx:pt idx="5794">433410</cx:pt>
          <cx:pt idx="5795">433783</cx:pt>
          <cx:pt idx="5796">433783</cx:pt>
          <cx:pt idx="5797">434010</cx:pt>
          <cx:pt idx="5798">438506</cx:pt>
          <cx:pt idx="5799">439207</cx:pt>
          <cx:pt idx="5800">439207</cx:pt>
          <cx:pt idx="5801">439941</cx:pt>
          <cx:pt idx="5802">440213</cx:pt>
          <cx:pt idx="5803">443622</cx:pt>
          <cx:pt idx="5804">443622</cx:pt>
          <cx:pt idx="5805">444383</cx:pt>
          <cx:pt idx="5806">444383</cx:pt>
          <cx:pt idx="5807">445347</cx:pt>
          <cx:pt idx="5808">445347</cx:pt>
          <cx:pt idx="5809">445407</cx:pt>
          <cx:pt idx="5810">446250</cx:pt>
          <cx:pt idx="5811">447792</cx:pt>
          <cx:pt idx="5812">447881</cx:pt>
          <cx:pt idx="5813">447881</cx:pt>
          <cx:pt idx="5814">448098</cx:pt>
          <cx:pt idx="5815">452999</cx:pt>
          <cx:pt idx="5816">452999</cx:pt>
          <cx:pt idx="5817">452999</cx:pt>
          <cx:pt idx="5818">452999</cx:pt>
          <cx:pt idx="5819">453217</cx:pt>
          <cx:pt idx="5820">453217</cx:pt>
          <cx:pt idx="5821">454062</cx:pt>
          <cx:pt idx="5822">454062</cx:pt>
          <cx:pt idx="5823">457352</cx:pt>
          <cx:pt idx="5824">459333</cx:pt>
          <cx:pt idx="5825">459333</cx:pt>
          <cx:pt idx="5826">460302</cx:pt>
          <cx:pt idx="5827">461857</cx:pt>
          <cx:pt idx="5828">461857</cx:pt>
          <cx:pt idx="5829">462122</cx:pt>
          <cx:pt idx="5830">462122</cx:pt>
          <cx:pt idx="5831">466955</cx:pt>
          <cx:pt idx="5832">466955</cx:pt>
          <cx:pt idx="5833">469076</cx:pt>
          <cx:pt idx="5834">469076</cx:pt>
          <cx:pt idx="5835">470160</cx:pt>
          <cx:pt idx="5836">470917</cx:pt>
          <cx:pt idx="5837">470917</cx:pt>
          <cx:pt idx="5838">471863</cx:pt>
          <cx:pt idx="5839">473119</cx:pt>
          <cx:pt idx="5840">474515</cx:pt>
          <cx:pt idx="5841">474515</cx:pt>
          <cx:pt idx="5842">475645</cx:pt>
          <cx:pt idx="5843">475645</cx:pt>
          <cx:pt idx="5844">477069</cx:pt>
          <cx:pt idx="5845">478962</cx:pt>
          <cx:pt idx="5846">481339</cx:pt>
          <cx:pt idx="5847">481339</cx:pt>
          <cx:pt idx="5848">482743</cx:pt>
          <cx:pt idx="5849">482743</cx:pt>
          <cx:pt idx="5850">485142</cx:pt>
          <cx:pt idx="5851">485142</cx:pt>
          <cx:pt idx="5852">487641</cx:pt>
          <cx:pt idx="5853">489445</cx:pt>
          <cx:pt idx="5854">491207</cx:pt>
          <cx:pt idx="5855">492409</cx:pt>
          <cx:pt idx="5856">493546</cx:pt>
          <cx:pt idx="5857">496840</cx:pt>
          <cx:pt idx="5858">499245</cx:pt>
          <cx:pt idx="5859">503973</cx:pt>
          <cx:pt idx="5860">503973</cx:pt>
          <cx:pt idx="5861">506465</cx:pt>
          <cx:pt idx="5862">506465</cx:pt>
          <cx:pt idx="5863">507188</cx:pt>
          <cx:pt idx="5864">511484</cx:pt>
          <cx:pt idx="5865">512664</cx:pt>
          <cx:pt idx="5866">512664</cx:pt>
          <cx:pt idx="5867">517302</cx:pt>
          <cx:pt idx="5868">518416</cx:pt>
          <cx:pt idx="5869">522257</cx:pt>
          <cx:pt idx="5870">527999</cx:pt>
          <cx:pt idx="5871">527999</cx:pt>
          <cx:pt idx="5872">529062</cx:pt>
          <cx:pt idx="5873">529103</cx:pt>
          <cx:pt idx="5874">529538</cx:pt>
          <cx:pt idx="5875">529538</cx:pt>
          <cx:pt idx="5876">532626</cx:pt>
          <cx:pt idx="5877">532626</cx:pt>
          <cx:pt idx="5878">535088</cx:pt>
          <cx:pt idx="5879">539066</cx:pt>
          <cx:pt idx="5880">540781</cx:pt>
          <cx:pt idx="5881">542436</cx:pt>
          <cx:pt idx="5882">544979</cx:pt>
          <cx:pt idx="5883">545891</cx:pt>
          <cx:pt idx="5884">560778</cx:pt>
          <cx:pt idx="5885">569147</cx:pt>
          <cx:pt idx="5886">569147</cx:pt>
          <cx:pt idx="5887">570732</cx:pt>
          <cx:pt idx="5888">570732</cx:pt>
          <cx:pt idx="5889">573653</cx:pt>
          <cx:pt idx="5890">573653</cx:pt>
          <cx:pt idx="5891">574953</cx:pt>
          <cx:pt idx="5892">580758</cx:pt>
          <cx:pt idx="5893">581943</cx:pt>
          <cx:pt idx="5894">581943</cx:pt>
          <cx:pt idx="5895">581943</cx:pt>
          <cx:pt idx="5896">583185</cx:pt>
          <cx:pt idx="5897">583185</cx:pt>
          <cx:pt idx="5898">584217</cx:pt>
          <cx:pt idx="5899">590257</cx:pt>
          <cx:pt idx="5900">590257</cx:pt>
          <cx:pt idx="5901">596210</cx:pt>
          <cx:pt idx="5902">605871</cx:pt>
          <cx:pt idx="5903">608652</cx:pt>
          <cx:pt idx="5904">610828</cx:pt>
          <cx:pt idx="5905">610828</cx:pt>
          <cx:pt idx="5906">610828</cx:pt>
          <cx:pt idx="5907">610828</cx:pt>
          <cx:pt idx="5908">617244</cx:pt>
          <cx:pt idx="5909">618682</cx:pt>
          <cx:pt idx="5910">618682</cx:pt>
          <cx:pt idx="5911">619276</cx:pt>
          <cx:pt idx="5912">619276</cx:pt>
          <cx:pt idx="5913">619283</cx:pt>
          <cx:pt idx="5914">619283</cx:pt>
          <cx:pt idx="5915">636427</cx:pt>
          <cx:pt idx="5916">636427</cx:pt>
          <cx:pt idx="5917">639101</cx:pt>
          <cx:pt idx="5918">639499</cx:pt>
          <cx:pt idx="5919">639499</cx:pt>
          <cx:pt idx="5920">643741</cx:pt>
          <cx:pt idx="5921">647783</cx:pt>
          <cx:pt idx="5922">649929</cx:pt>
          <cx:pt idx="5923">655735</cx:pt>
          <cx:pt idx="5924">656098</cx:pt>
          <cx:pt idx="5925">656098</cx:pt>
          <cx:pt idx="5926">656098</cx:pt>
          <cx:pt idx="5927">656098</cx:pt>
          <cx:pt idx="5928">657874</cx:pt>
          <cx:pt idx="5929">678494</cx:pt>
          <cx:pt idx="5930">678494</cx:pt>
          <cx:pt idx="5931">680397</cx:pt>
          <cx:pt idx="5932">680669</cx:pt>
          <cx:pt idx="5933">680669</cx:pt>
          <cx:pt idx="5934">694926</cx:pt>
          <cx:pt idx="5935">699096</cx:pt>
          <cx:pt idx="5936">699096</cx:pt>
          <cx:pt idx="5937">706581</cx:pt>
          <cx:pt idx="5938">719623</cx:pt>
          <cx:pt idx="5939">732666</cx:pt>
          <cx:pt idx="5940">732666</cx:pt>
          <cx:pt idx="5941">764213</cx:pt>
          <cx:pt idx="5942">766337</cx:pt>
          <cx:pt idx="5943">769449</cx:pt>
          <cx:pt idx="5944">769449</cx:pt>
          <cx:pt idx="5945">776282</cx:pt>
          <cx:pt idx="5946">804005</cx:pt>
          <cx:pt idx="5947">865497</cx:pt>
          <cx:pt idx="5948">887879</cx:pt>
          <cx:pt idx="5949">887879</cx:pt>
          <cx:pt idx="5950">941716</cx:pt>
          <cx:pt idx="5951">941716</cx:pt>
          <cx:pt idx="5952">1096214</cx:pt>
          <cx:pt idx="5953">1234169</cx:pt>
          <cx:pt idx="5954">1234169</cx:pt>
          <cx:pt idx="5955">1617278</cx:pt>
          <cx:pt idx="5956">1617278</cx:pt>
        </cx:lvl>
      </cx:numDim>
    </cx:data>
  </cx:chartData>
  <cx:chart>
    <cx:plotArea>
      <cx:plotAreaRegion>
        <cx:series layoutId="clusteredColumn" uniqueId="{ABF5ADF3-D2CA-416E-80B9-DD1CBDFFFCEC}">
          <cx:tx>
            <cx:txData>
              <cx:f>'[Input_Test RCM_2803.xlsx]Sheet1'!$B$1</cx:f>
              <cx:v>giá trị đơn hàng</cx:v>
            </cx:txData>
          </cx:tx>
          <cx:spPr>
            <a:solidFill>
              <a:srgbClr val="4472C4"/>
            </a:solidFill>
          </cx:spPr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'[Input_Test RCM_2803.xlsx]Sheet1'!$B$2:$B$5959</cx:f>
        <cx:lvl ptCount="5958" formatCode="General">
          <cx:pt idx="0">50005</cx:pt>
          <cx:pt idx="1">50017</cx:pt>
          <cx:pt idx="2">50023</cx:pt>
          <cx:pt idx="3">50049</cx:pt>
          <cx:pt idx="4">50333</cx:pt>
          <cx:pt idx="5">50333</cx:pt>
          <cx:pt idx="6">50368</cx:pt>
          <cx:pt idx="7">50534</cx:pt>
          <cx:pt idx="8">50571</cx:pt>
          <cx:pt idx="9">50572</cx:pt>
          <cx:pt idx="10">50608</cx:pt>
          <cx:pt idx="11">50665</cx:pt>
          <cx:pt idx="12">50692</cx:pt>
          <cx:pt idx="13">50765</cx:pt>
          <cx:pt idx="14">50788</cx:pt>
          <cx:pt idx="15">50800</cx:pt>
          <cx:pt idx="16">50845</cx:pt>
          <cx:pt idx="17">50927</cx:pt>
          <cx:pt idx="18">50927</cx:pt>
          <cx:pt idx="19">50944</cx:pt>
          <cx:pt idx="20">51166</cx:pt>
          <cx:pt idx="21">51166</cx:pt>
          <cx:pt idx="22">51331</cx:pt>
          <cx:pt idx="23">51428</cx:pt>
          <cx:pt idx="24">51428</cx:pt>
          <cx:pt idx="25">51428</cx:pt>
          <cx:pt idx="26">51428</cx:pt>
          <cx:pt idx="27">51428</cx:pt>
          <cx:pt idx="28">51429</cx:pt>
          <cx:pt idx="29">51429</cx:pt>
          <cx:pt idx="30">51429</cx:pt>
          <cx:pt idx="31">51429</cx:pt>
          <cx:pt idx="32">51429</cx:pt>
          <cx:pt idx="33">51429</cx:pt>
          <cx:pt idx="34">51429</cx:pt>
          <cx:pt idx="35">51429</cx:pt>
          <cx:pt idx="36">51429</cx:pt>
          <cx:pt idx="37">51429</cx:pt>
          <cx:pt idx="38">51429</cx:pt>
          <cx:pt idx="39">51429</cx:pt>
          <cx:pt idx="40">51429</cx:pt>
          <cx:pt idx="41">51429</cx:pt>
          <cx:pt idx="42">51429</cx:pt>
          <cx:pt idx="43">51450</cx:pt>
          <cx:pt idx="44">51567</cx:pt>
          <cx:pt idx="45">51576</cx:pt>
          <cx:pt idx="46">51627</cx:pt>
          <cx:pt idx="47">51716</cx:pt>
          <cx:pt idx="48">51794</cx:pt>
          <cx:pt idx="49">51855</cx:pt>
          <cx:pt idx="50">52043</cx:pt>
          <cx:pt idx="51">52079</cx:pt>
          <cx:pt idx="52">52133</cx:pt>
          <cx:pt idx="53">52301</cx:pt>
          <cx:pt idx="54">52325</cx:pt>
          <cx:pt idx="55">52340</cx:pt>
          <cx:pt idx="56">52400</cx:pt>
          <cx:pt idx="57">52421</cx:pt>
          <cx:pt idx="58">52500</cx:pt>
          <cx:pt idx="59">52500</cx:pt>
          <cx:pt idx="60">52658</cx:pt>
          <cx:pt idx="61">52773</cx:pt>
          <cx:pt idx="62">52773</cx:pt>
          <cx:pt idx="63">52775</cx:pt>
          <cx:pt idx="64">52807</cx:pt>
          <cx:pt idx="65">52913</cx:pt>
          <cx:pt idx="66">52977</cx:pt>
          <cx:pt idx="67">53000</cx:pt>
          <cx:pt idx="68">53041</cx:pt>
          <cx:pt idx="69">53163</cx:pt>
          <cx:pt idx="70">53191</cx:pt>
          <cx:pt idx="71">53193</cx:pt>
          <cx:pt idx="72">53325</cx:pt>
          <cx:pt idx="73">53325</cx:pt>
          <cx:pt idx="74">53325</cx:pt>
          <cx:pt idx="75">53327</cx:pt>
          <cx:pt idx="76">53329</cx:pt>
          <cx:pt idx="77">53332</cx:pt>
          <cx:pt idx="78">53333</cx:pt>
          <cx:pt idx="79">53333</cx:pt>
          <cx:pt idx="80">53339</cx:pt>
          <cx:pt idx="81">53412</cx:pt>
          <cx:pt idx="82">53421</cx:pt>
          <cx:pt idx="83">53630</cx:pt>
          <cx:pt idx="84">53688</cx:pt>
          <cx:pt idx="85">53734</cx:pt>
          <cx:pt idx="86">53746</cx:pt>
          <cx:pt idx="87">53750</cx:pt>
          <cx:pt idx="88">53788</cx:pt>
          <cx:pt idx="89">53832</cx:pt>
          <cx:pt idx="90">53892</cx:pt>
          <cx:pt idx="91">53988</cx:pt>
          <cx:pt idx="92">53995</cx:pt>
          <cx:pt idx="93">54027</cx:pt>
          <cx:pt idx="94">54050</cx:pt>
          <cx:pt idx="95">54095</cx:pt>
          <cx:pt idx="96">54150</cx:pt>
          <cx:pt idx="97">54186</cx:pt>
          <cx:pt idx="98">54194</cx:pt>
          <cx:pt idx="99">54233</cx:pt>
          <cx:pt idx="100">54246</cx:pt>
          <cx:pt idx="101">54293</cx:pt>
          <cx:pt idx="102">54333</cx:pt>
          <cx:pt idx="103">54392</cx:pt>
          <cx:pt idx="104">54672</cx:pt>
          <cx:pt idx="105">54733</cx:pt>
          <cx:pt idx="106">54747</cx:pt>
          <cx:pt idx="107">54890</cx:pt>
          <cx:pt idx="108">54988</cx:pt>
          <cx:pt idx="109">55020</cx:pt>
          <cx:pt idx="110">55041</cx:pt>
          <cx:pt idx="111">55163</cx:pt>
          <cx:pt idx="112">55191</cx:pt>
          <cx:pt idx="113">55228</cx:pt>
          <cx:pt idx="114">55228</cx:pt>
          <cx:pt idx="115">55275</cx:pt>
          <cx:pt idx="116">55541</cx:pt>
          <cx:pt idx="117">55695</cx:pt>
          <cx:pt idx="118">55829</cx:pt>
          <cx:pt idx="119">55895</cx:pt>
          <cx:pt idx="120">55935</cx:pt>
          <cx:pt idx="121">56233</cx:pt>
          <cx:pt idx="122">56233</cx:pt>
          <cx:pt idx="123">56244</cx:pt>
          <cx:pt idx="124">56315</cx:pt>
          <cx:pt idx="125">56332</cx:pt>
          <cx:pt idx="126">56416</cx:pt>
          <cx:pt idx="127">56446</cx:pt>
          <cx:pt idx="128">56549</cx:pt>
          <cx:pt idx="129">56650</cx:pt>
          <cx:pt idx="130">56655</cx:pt>
          <cx:pt idx="131">56660</cx:pt>
          <cx:pt idx="132">56661</cx:pt>
          <cx:pt idx="133">56666</cx:pt>
          <cx:pt idx="134">56667</cx:pt>
          <cx:pt idx="135">56682</cx:pt>
          <cx:pt idx="136">56688</cx:pt>
          <cx:pt idx="137">56753</cx:pt>
          <cx:pt idx="138">56793</cx:pt>
          <cx:pt idx="139">56793</cx:pt>
          <cx:pt idx="140">56793</cx:pt>
          <cx:pt idx="141">56793</cx:pt>
          <cx:pt idx="142">56793</cx:pt>
          <cx:pt idx="143">56793</cx:pt>
          <cx:pt idx="144">56901</cx:pt>
          <cx:pt idx="145">57095</cx:pt>
          <cx:pt idx="146">57143</cx:pt>
          <cx:pt idx="147">57200</cx:pt>
          <cx:pt idx="148">57308</cx:pt>
          <cx:pt idx="149">57364</cx:pt>
          <cx:pt idx="150">57434</cx:pt>
          <cx:pt idx="151">57681</cx:pt>
          <cx:pt idx="152">57681</cx:pt>
          <cx:pt idx="153">57833</cx:pt>
          <cx:pt idx="154">57921</cx:pt>
          <cx:pt idx="155">57983</cx:pt>
          <cx:pt idx="156">58020</cx:pt>
          <cx:pt idx="157">58025</cx:pt>
          <cx:pt idx="158">58088</cx:pt>
          <cx:pt idx="159">58150</cx:pt>
          <cx:pt idx="160">58230</cx:pt>
          <cx:pt idx="161">58247</cx:pt>
          <cx:pt idx="162">58298</cx:pt>
          <cx:pt idx="163">58333</cx:pt>
          <cx:pt idx="164">58373</cx:pt>
          <cx:pt idx="165">58374</cx:pt>
          <cx:pt idx="166">58563</cx:pt>
          <cx:pt idx="167">58607</cx:pt>
          <cx:pt idx="168">58751</cx:pt>
          <cx:pt idx="169">58939</cx:pt>
          <cx:pt idx="170">59077</cx:pt>
          <cx:pt idx="171">59205</cx:pt>
          <cx:pt idx="172">59243</cx:pt>
          <cx:pt idx="173">59274</cx:pt>
          <cx:pt idx="174">59289</cx:pt>
          <cx:pt idx="175">59306</cx:pt>
          <cx:pt idx="176">59403</cx:pt>
          <cx:pt idx="177">59554</cx:pt>
          <cx:pt idx="178">59654</cx:pt>
          <cx:pt idx="179">59697</cx:pt>
          <cx:pt idx="180">59702</cx:pt>
          <cx:pt idx="181">59753</cx:pt>
          <cx:pt idx="182">59759</cx:pt>
          <cx:pt idx="183">59800</cx:pt>
          <cx:pt idx="184">59962</cx:pt>
          <cx:pt idx="185">59992</cx:pt>
          <cx:pt idx="186">60000</cx:pt>
          <cx:pt idx="187">60000</cx:pt>
          <cx:pt idx="188">60000</cx:pt>
          <cx:pt idx="189">60000</cx:pt>
          <cx:pt idx="190">60000</cx:pt>
          <cx:pt idx="191">60000</cx:pt>
          <cx:pt idx="192">60000</cx:pt>
          <cx:pt idx="193">60000</cx:pt>
          <cx:pt idx="194">60000</cx:pt>
          <cx:pt idx="195">60000</cx:pt>
          <cx:pt idx="196">60000</cx:pt>
          <cx:pt idx="197">60000</cx:pt>
          <cx:pt idx="198">60000</cx:pt>
          <cx:pt idx="199">60000</cx:pt>
          <cx:pt idx="200">60000</cx:pt>
          <cx:pt idx="201">60000</cx:pt>
          <cx:pt idx="202">60000</cx:pt>
          <cx:pt idx="203">60000</cx:pt>
          <cx:pt idx="204">60000</cx:pt>
          <cx:pt idx="205">60000</cx:pt>
          <cx:pt idx="206">60000</cx:pt>
          <cx:pt idx="207">60000</cx:pt>
          <cx:pt idx="208">60000</cx:pt>
          <cx:pt idx="209">60000</cx:pt>
          <cx:pt idx="210">60000</cx:pt>
          <cx:pt idx="211">60000</cx:pt>
          <cx:pt idx="212">60000</cx:pt>
          <cx:pt idx="213">60000</cx:pt>
          <cx:pt idx="214">60000</cx:pt>
          <cx:pt idx="215">60000</cx:pt>
          <cx:pt idx="216">60000</cx:pt>
          <cx:pt idx="217">60000</cx:pt>
          <cx:pt idx="218">60000</cx:pt>
          <cx:pt idx="219">60000</cx:pt>
          <cx:pt idx="220">60000</cx:pt>
          <cx:pt idx="221">60000</cx:pt>
          <cx:pt idx="222">60000</cx:pt>
          <cx:pt idx="223">60000</cx:pt>
          <cx:pt idx="224">60000</cx:pt>
          <cx:pt idx="225">60000</cx:pt>
          <cx:pt idx="226">60000</cx:pt>
          <cx:pt idx="227">60000</cx:pt>
          <cx:pt idx="228">60000</cx:pt>
          <cx:pt idx="229">60000</cx:pt>
          <cx:pt idx="230">60000</cx:pt>
          <cx:pt idx="231">60000</cx:pt>
          <cx:pt idx="232">60000</cx:pt>
          <cx:pt idx="233">60000</cx:pt>
          <cx:pt idx="234">60000</cx:pt>
          <cx:pt idx="235">60000</cx:pt>
          <cx:pt idx="236">60000</cx:pt>
          <cx:pt idx="237">60000</cx:pt>
          <cx:pt idx="238">60000</cx:pt>
          <cx:pt idx="239">60000</cx:pt>
          <cx:pt idx="240">60000</cx:pt>
          <cx:pt idx="241">60000</cx:pt>
          <cx:pt idx="242">60000</cx:pt>
          <cx:pt idx="243">60000</cx:pt>
          <cx:pt idx="244">60004</cx:pt>
          <cx:pt idx="245">60015</cx:pt>
          <cx:pt idx="246">60019</cx:pt>
          <cx:pt idx="247">60025</cx:pt>
          <cx:pt idx="248">60066</cx:pt>
          <cx:pt idx="249">60075</cx:pt>
          <cx:pt idx="250">60075</cx:pt>
          <cx:pt idx="251">60099</cx:pt>
          <cx:pt idx="252">60214</cx:pt>
          <cx:pt idx="253">60232</cx:pt>
          <cx:pt idx="254">60250</cx:pt>
          <cx:pt idx="255">60310</cx:pt>
          <cx:pt idx="256">60319</cx:pt>
          <cx:pt idx="257">60326</cx:pt>
          <cx:pt idx="258">60333</cx:pt>
          <cx:pt idx="259">60333</cx:pt>
          <cx:pt idx="260">60543</cx:pt>
          <cx:pt idx="261">60548</cx:pt>
          <cx:pt idx="262">60568</cx:pt>
          <cx:pt idx="263">60569</cx:pt>
          <cx:pt idx="264">60630</cx:pt>
          <cx:pt idx="265">60766</cx:pt>
          <cx:pt idx="266">60833</cx:pt>
          <cx:pt idx="267">60883</cx:pt>
          <cx:pt idx="268">61013</cx:pt>
          <cx:pt idx="269">61013</cx:pt>
          <cx:pt idx="270">61142</cx:pt>
          <cx:pt idx="271">61166</cx:pt>
          <cx:pt idx="272">61166</cx:pt>
          <cx:pt idx="273">61178</cx:pt>
          <cx:pt idx="274">61352</cx:pt>
          <cx:pt idx="275">61352</cx:pt>
          <cx:pt idx="276">61364</cx:pt>
          <cx:pt idx="277">61382</cx:pt>
          <cx:pt idx="278">61416</cx:pt>
          <cx:pt idx="279">61425</cx:pt>
          <cx:pt idx="280">61474</cx:pt>
          <cx:pt idx="281">61502</cx:pt>
          <cx:pt idx="282">61512</cx:pt>
          <cx:pt idx="283">61524</cx:pt>
          <cx:pt idx="284">61583</cx:pt>
          <cx:pt idx="285">61607</cx:pt>
          <cx:pt idx="286">61658</cx:pt>
          <cx:pt idx="287">61666</cx:pt>
          <cx:pt idx="288">61666</cx:pt>
          <cx:pt idx="289">61669</cx:pt>
          <cx:pt idx="290">61683</cx:pt>
          <cx:pt idx="291">61741</cx:pt>
          <cx:pt idx="292">61743</cx:pt>
          <cx:pt idx="293">61746</cx:pt>
          <cx:pt idx="294">61884</cx:pt>
          <cx:pt idx="295">61908</cx:pt>
          <cx:pt idx="296">62000</cx:pt>
          <cx:pt idx="297">62028</cx:pt>
          <cx:pt idx="298">62059</cx:pt>
          <cx:pt idx="299">62066</cx:pt>
          <cx:pt idx="300">62081</cx:pt>
          <cx:pt idx="301">62100</cx:pt>
          <cx:pt idx="302">62118</cx:pt>
          <cx:pt idx="303">62283</cx:pt>
          <cx:pt idx="304">62333</cx:pt>
          <cx:pt idx="305">62333</cx:pt>
          <cx:pt idx="306">62400</cx:pt>
          <cx:pt idx="307">62400</cx:pt>
          <cx:pt idx="308">62406</cx:pt>
          <cx:pt idx="309">62500</cx:pt>
          <cx:pt idx="310">62500</cx:pt>
          <cx:pt idx="311">62572</cx:pt>
          <cx:pt idx="312">62614</cx:pt>
          <cx:pt idx="313">62637</cx:pt>
          <cx:pt idx="314">62741</cx:pt>
          <cx:pt idx="315">62849</cx:pt>
          <cx:pt idx="316">62983</cx:pt>
          <cx:pt idx="317">62983</cx:pt>
          <cx:pt idx="318">63175</cx:pt>
          <cx:pt idx="319">63253</cx:pt>
          <cx:pt idx="320">63291</cx:pt>
          <cx:pt idx="321">63316</cx:pt>
          <cx:pt idx="322">63321</cx:pt>
          <cx:pt idx="323">63324</cx:pt>
          <cx:pt idx="324">63325</cx:pt>
          <cx:pt idx="325">63331</cx:pt>
          <cx:pt idx="326">63332</cx:pt>
          <cx:pt idx="327">63333</cx:pt>
          <cx:pt idx="328">63333</cx:pt>
          <cx:pt idx="329">63333</cx:pt>
          <cx:pt idx="330">63343</cx:pt>
          <cx:pt idx="331">63349</cx:pt>
          <cx:pt idx="332">63350</cx:pt>
          <cx:pt idx="333">63357</cx:pt>
          <cx:pt idx="334">63371</cx:pt>
          <cx:pt idx="335">63382</cx:pt>
          <cx:pt idx="336">63397</cx:pt>
          <cx:pt idx="337">63413</cx:pt>
          <cx:pt idx="338">63417</cx:pt>
          <cx:pt idx="339">63423</cx:pt>
          <cx:pt idx="340">63462</cx:pt>
          <cx:pt idx="341">63699</cx:pt>
          <cx:pt idx="342">63724</cx:pt>
          <cx:pt idx="343">63773</cx:pt>
          <cx:pt idx="344">63839</cx:pt>
          <cx:pt idx="345">63889</cx:pt>
          <cx:pt idx="346">63995</cx:pt>
          <cx:pt idx="347">63996</cx:pt>
          <cx:pt idx="348">64000</cx:pt>
          <cx:pt idx="349">64110</cx:pt>
          <cx:pt idx="350">64141</cx:pt>
          <cx:pt idx="351">64355</cx:pt>
          <cx:pt idx="352">64364</cx:pt>
          <cx:pt idx="353">64399</cx:pt>
          <cx:pt idx="354">64450</cx:pt>
          <cx:pt idx="355">64500</cx:pt>
          <cx:pt idx="356">64632</cx:pt>
          <cx:pt idx="357">64677</cx:pt>
          <cx:pt idx="358">64716</cx:pt>
          <cx:pt idx="359">64846</cx:pt>
          <cx:pt idx="360">64881</cx:pt>
          <cx:pt idx="361">64929</cx:pt>
          <cx:pt idx="362">64939</cx:pt>
          <cx:pt idx="363">64967</cx:pt>
          <cx:pt idx="364">64989</cx:pt>
          <cx:pt idx="365">64989</cx:pt>
          <cx:pt idx="366">65000</cx:pt>
          <cx:pt idx="367">65171</cx:pt>
          <cx:pt idx="368">65202</cx:pt>
          <cx:pt idx="369">65226</cx:pt>
          <cx:pt idx="370">65234</cx:pt>
          <cx:pt idx="371">65350</cx:pt>
          <cx:pt idx="372">65430</cx:pt>
          <cx:pt idx="373">65496</cx:pt>
          <cx:pt idx="374">65569</cx:pt>
          <cx:pt idx="375">65585</cx:pt>
          <cx:pt idx="376">65618</cx:pt>
          <cx:pt idx="377">65719</cx:pt>
          <cx:pt idx="378">65769</cx:pt>
          <cx:pt idx="379">65826</cx:pt>
          <cx:pt idx="380">65831</cx:pt>
          <cx:pt idx="381">65833</cx:pt>
          <cx:pt idx="382">65850</cx:pt>
          <cx:pt idx="383">65850</cx:pt>
          <cx:pt idx="384">65871</cx:pt>
          <cx:pt idx="385">65891</cx:pt>
          <cx:pt idx="386">65892</cx:pt>
          <cx:pt idx="387">65907</cx:pt>
          <cx:pt idx="388">65957</cx:pt>
          <cx:pt idx="389">66023</cx:pt>
          <cx:pt idx="390">66176</cx:pt>
          <cx:pt idx="391">66275</cx:pt>
          <cx:pt idx="392">66383</cx:pt>
          <cx:pt idx="393">66435</cx:pt>
          <cx:pt idx="394">66444</cx:pt>
          <cx:pt idx="395">66458</cx:pt>
          <cx:pt idx="396">66474</cx:pt>
          <cx:pt idx="397">66616</cx:pt>
          <cx:pt idx="398">66644</cx:pt>
          <cx:pt idx="399">66649</cx:pt>
          <cx:pt idx="400">66653</cx:pt>
          <cx:pt idx="401">66664</cx:pt>
          <cx:pt idx="402">66665</cx:pt>
          <cx:pt idx="403">66665</cx:pt>
          <cx:pt idx="404">66665</cx:pt>
          <cx:pt idx="405">66666</cx:pt>
          <cx:pt idx="406">66666</cx:pt>
          <cx:pt idx="407">66666</cx:pt>
          <cx:pt idx="408">66666</cx:pt>
          <cx:pt idx="409">66669</cx:pt>
          <cx:pt idx="410">66673</cx:pt>
          <cx:pt idx="411">66674</cx:pt>
          <cx:pt idx="412">66675</cx:pt>
          <cx:pt idx="413">66688</cx:pt>
          <cx:pt idx="414">66721</cx:pt>
          <cx:pt idx="415">66721</cx:pt>
          <cx:pt idx="416">66741</cx:pt>
          <cx:pt idx="417">66741</cx:pt>
          <cx:pt idx="418">66834</cx:pt>
          <cx:pt idx="419">66866</cx:pt>
          <cx:pt idx="420">66914</cx:pt>
          <cx:pt idx="421">66964</cx:pt>
          <cx:pt idx="422">66966</cx:pt>
          <cx:pt idx="423">66990</cx:pt>
          <cx:pt idx="424">66990</cx:pt>
          <cx:pt idx="425">67015</cx:pt>
          <cx:pt idx="426">67015</cx:pt>
          <cx:pt idx="427">67015</cx:pt>
          <cx:pt idx="428">67059</cx:pt>
          <cx:pt idx="429">67087</cx:pt>
          <cx:pt idx="430">67104</cx:pt>
          <cx:pt idx="431">67148</cx:pt>
          <cx:pt idx="432">67149</cx:pt>
          <cx:pt idx="433">67190</cx:pt>
          <cx:pt idx="434">67248</cx:pt>
          <cx:pt idx="435">67266</cx:pt>
          <cx:pt idx="436">67307</cx:pt>
          <cx:pt idx="437">67391</cx:pt>
          <cx:pt idx="438">67500</cx:pt>
          <cx:pt idx="439">67500</cx:pt>
          <cx:pt idx="440">67500</cx:pt>
          <cx:pt idx="441">67500</cx:pt>
          <cx:pt idx="442">67500</cx:pt>
          <cx:pt idx="443">67500</cx:pt>
          <cx:pt idx="444">67500</cx:pt>
          <cx:pt idx="445">67500</cx:pt>
          <cx:pt idx="446">67500</cx:pt>
          <cx:pt idx="447">67500</cx:pt>
          <cx:pt idx="448">67500</cx:pt>
          <cx:pt idx="449">67500</cx:pt>
          <cx:pt idx="450">67500</cx:pt>
          <cx:pt idx="451">67500</cx:pt>
          <cx:pt idx="452">67500</cx:pt>
          <cx:pt idx="453">67500</cx:pt>
          <cx:pt idx="454">67500</cx:pt>
          <cx:pt idx="455">67500</cx:pt>
          <cx:pt idx="456">67516</cx:pt>
          <cx:pt idx="457">67516</cx:pt>
          <cx:pt idx="458">67599</cx:pt>
          <cx:pt idx="459">67700</cx:pt>
          <cx:pt idx="460">67742</cx:pt>
          <cx:pt idx="461">67744</cx:pt>
          <cx:pt idx="462">67747</cx:pt>
          <cx:pt idx="463">67747</cx:pt>
          <cx:pt idx="464">67834</cx:pt>
          <cx:pt idx="465">67877</cx:pt>
          <cx:pt idx="466">67936</cx:pt>
          <cx:pt idx="467">67970</cx:pt>
          <cx:pt idx="468">67974</cx:pt>
          <cx:pt idx="469">68000</cx:pt>
          <cx:pt idx="470">68025</cx:pt>
          <cx:pt idx="471">68025</cx:pt>
          <cx:pt idx="472">68025</cx:pt>
          <cx:pt idx="473">68166</cx:pt>
          <cx:pt idx="474">68237</cx:pt>
          <cx:pt idx="475">68270</cx:pt>
          <cx:pt idx="476">68272</cx:pt>
          <cx:pt idx="477">68314</cx:pt>
          <cx:pt idx="478">68316</cx:pt>
          <cx:pt idx="479">68338</cx:pt>
          <cx:pt idx="480">68351</cx:pt>
          <cx:pt idx="481">68371</cx:pt>
          <cx:pt idx="482">68378</cx:pt>
          <cx:pt idx="483">68466</cx:pt>
          <cx:pt idx="484">68466</cx:pt>
          <cx:pt idx="485">68468</cx:pt>
          <cx:pt idx="486">68479</cx:pt>
          <cx:pt idx="487">68573</cx:pt>
          <cx:pt idx="488">68671</cx:pt>
          <cx:pt idx="489">68796</cx:pt>
          <cx:pt idx="490">68989</cx:pt>
          <cx:pt idx="491">69001</cx:pt>
          <cx:pt idx="492">69132</cx:pt>
          <cx:pt idx="493">69138</cx:pt>
          <cx:pt idx="494">69155</cx:pt>
          <cx:pt idx="495">69174</cx:pt>
          <cx:pt idx="496">69217</cx:pt>
          <cx:pt idx="497">69316</cx:pt>
          <cx:pt idx="498">69347</cx:pt>
          <cx:pt idx="499">69383</cx:pt>
          <cx:pt idx="500">69404</cx:pt>
          <cx:pt idx="501">69408</cx:pt>
          <cx:pt idx="502">69503</cx:pt>
          <cx:pt idx="503">69552</cx:pt>
          <cx:pt idx="504">69604</cx:pt>
          <cx:pt idx="505">69604</cx:pt>
          <cx:pt idx="506">69667</cx:pt>
          <cx:pt idx="507">69712</cx:pt>
          <cx:pt idx="508">69784</cx:pt>
          <cx:pt idx="509">69787</cx:pt>
          <cx:pt idx="510">69800</cx:pt>
          <cx:pt idx="511">69882</cx:pt>
          <cx:pt idx="512">69893</cx:pt>
          <cx:pt idx="513">69896</cx:pt>
          <cx:pt idx="514">69925</cx:pt>
          <cx:pt idx="515">69955</cx:pt>
          <cx:pt idx="516">69972</cx:pt>
          <cx:pt idx="517">69982</cx:pt>
          <cx:pt idx="518">69987</cx:pt>
          <cx:pt idx="519">69989</cx:pt>
          <cx:pt idx="520">70000</cx:pt>
          <cx:pt idx="521">70000</cx:pt>
          <cx:pt idx="522">70000</cx:pt>
          <cx:pt idx="523">70000</cx:pt>
          <cx:pt idx="524">70000</cx:pt>
          <cx:pt idx="525">70000</cx:pt>
          <cx:pt idx="526">70000</cx:pt>
          <cx:pt idx="527">70000</cx:pt>
          <cx:pt idx="528">70000</cx:pt>
          <cx:pt idx="529">70000</cx:pt>
          <cx:pt idx="530">70000</cx:pt>
          <cx:pt idx="531">70000</cx:pt>
          <cx:pt idx="532">70000</cx:pt>
          <cx:pt idx="533">70000</cx:pt>
          <cx:pt idx="534">70000</cx:pt>
          <cx:pt idx="535">70000</cx:pt>
          <cx:pt idx="536">70000</cx:pt>
          <cx:pt idx="537">70000</cx:pt>
          <cx:pt idx="538">70000</cx:pt>
          <cx:pt idx="539">70000</cx:pt>
          <cx:pt idx="540">70000</cx:pt>
          <cx:pt idx="541">70000</cx:pt>
          <cx:pt idx="542">70000</cx:pt>
          <cx:pt idx="543">70000</cx:pt>
          <cx:pt idx="544">70000</cx:pt>
          <cx:pt idx="545">70000</cx:pt>
          <cx:pt idx="546">70000</cx:pt>
          <cx:pt idx="547">70000</cx:pt>
          <cx:pt idx="548">70000</cx:pt>
          <cx:pt idx="549">70000</cx:pt>
          <cx:pt idx="550">70002</cx:pt>
          <cx:pt idx="551">70002</cx:pt>
          <cx:pt idx="552">70003</cx:pt>
          <cx:pt idx="553">70012</cx:pt>
          <cx:pt idx="554">70013</cx:pt>
          <cx:pt idx="555">70129</cx:pt>
          <cx:pt idx="556">70229</cx:pt>
          <cx:pt idx="557">70262</cx:pt>
          <cx:pt idx="558">70294</cx:pt>
          <cx:pt idx="559">70294</cx:pt>
          <cx:pt idx="560">70303</cx:pt>
          <cx:pt idx="561">70353</cx:pt>
          <cx:pt idx="562">70353</cx:pt>
          <cx:pt idx="563">70358</cx:pt>
          <cx:pt idx="564">70403</cx:pt>
          <cx:pt idx="565">70432</cx:pt>
          <cx:pt idx="566">70501</cx:pt>
          <cx:pt idx="567">70523</cx:pt>
          <cx:pt idx="568">70561</cx:pt>
          <cx:pt idx="569">70566</cx:pt>
          <cx:pt idx="570">70657</cx:pt>
          <cx:pt idx="571">70668</cx:pt>
          <cx:pt idx="572">70677</cx:pt>
          <cx:pt idx="573">70719</cx:pt>
          <cx:pt idx="574">70722</cx:pt>
          <cx:pt idx="575">70724</cx:pt>
          <cx:pt idx="576">70729</cx:pt>
          <cx:pt idx="577">70833</cx:pt>
          <cx:pt idx="578">70916</cx:pt>
          <cx:pt idx="579">71039</cx:pt>
          <cx:pt idx="580">71104</cx:pt>
          <cx:pt idx="581">71118</cx:pt>
          <cx:pt idx="582">71235</cx:pt>
          <cx:pt idx="583">71346</cx:pt>
          <cx:pt idx="584">71374</cx:pt>
          <cx:pt idx="585">71400</cx:pt>
          <cx:pt idx="586">71508</cx:pt>
          <cx:pt idx="587">71570</cx:pt>
          <cx:pt idx="588">71585</cx:pt>
          <cx:pt idx="589">71595</cx:pt>
          <cx:pt idx="590">71597</cx:pt>
          <cx:pt idx="591">71597</cx:pt>
          <cx:pt idx="592">71637</cx:pt>
          <cx:pt idx="593">71666</cx:pt>
          <cx:pt idx="594">71671</cx:pt>
          <cx:pt idx="595">71675</cx:pt>
          <cx:pt idx="596">71681</cx:pt>
          <cx:pt idx="597">71705</cx:pt>
          <cx:pt idx="598">71718</cx:pt>
          <cx:pt idx="599">71732</cx:pt>
          <cx:pt idx="600">71766</cx:pt>
          <cx:pt idx="601">71800</cx:pt>
          <cx:pt idx="602">71830</cx:pt>
          <cx:pt idx="603">71953</cx:pt>
          <cx:pt idx="604">71967</cx:pt>
          <cx:pt idx="605">72176</cx:pt>
          <cx:pt idx="606">72298</cx:pt>
          <cx:pt idx="607">72298</cx:pt>
          <cx:pt idx="608">72298</cx:pt>
          <cx:pt idx="609">72341</cx:pt>
          <cx:pt idx="610">72361</cx:pt>
          <cx:pt idx="611">72365</cx:pt>
          <cx:pt idx="612">72389</cx:pt>
          <cx:pt idx="613">72395</cx:pt>
          <cx:pt idx="614">72500</cx:pt>
          <cx:pt idx="615">72500</cx:pt>
          <cx:pt idx="616">72521</cx:pt>
          <cx:pt idx="617">72525</cx:pt>
          <cx:pt idx="618">72599</cx:pt>
          <cx:pt idx="619">72667</cx:pt>
          <cx:pt idx="620">72669</cx:pt>
          <cx:pt idx="621">72689</cx:pt>
          <cx:pt idx="622">72725</cx:pt>
          <cx:pt idx="623">72729</cx:pt>
          <cx:pt idx="624">72738</cx:pt>
          <cx:pt idx="625">72742</cx:pt>
          <cx:pt idx="626">72789</cx:pt>
          <cx:pt idx="627">72792</cx:pt>
          <cx:pt idx="628">72825</cx:pt>
          <cx:pt idx="629">72877</cx:pt>
          <cx:pt idx="630">72989</cx:pt>
          <cx:pt idx="631">73008</cx:pt>
          <cx:pt idx="632">73142</cx:pt>
          <cx:pt idx="633">73273</cx:pt>
          <cx:pt idx="634">73278</cx:pt>
          <cx:pt idx="635">73309</cx:pt>
          <cx:pt idx="636">73332</cx:pt>
          <cx:pt idx="637">73333</cx:pt>
          <cx:pt idx="638">73341</cx:pt>
          <cx:pt idx="639">73375</cx:pt>
          <cx:pt idx="640">73391</cx:pt>
          <cx:pt idx="641">73421</cx:pt>
          <cx:pt idx="642">73421</cx:pt>
          <cx:pt idx="643">73422</cx:pt>
          <cx:pt idx="644">73503</cx:pt>
          <cx:pt idx="645">73531</cx:pt>
          <cx:pt idx="646">73536</cx:pt>
          <cx:pt idx="647">73640</cx:pt>
          <cx:pt idx="648">73640</cx:pt>
          <cx:pt idx="649">73683</cx:pt>
          <cx:pt idx="650">73691</cx:pt>
          <cx:pt idx="651">73694</cx:pt>
          <cx:pt idx="652">73730</cx:pt>
          <cx:pt idx="653">73737</cx:pt>
          <cx:pt idx="654">73758</cx:pt>
          <cx:pt idx="655">73758</cx:pt>
          <cx:pt idx="656">73846</cx:pt>
          <cx:pt idx="657">73846</cx:pt>
          <cx:pt idx="658">73914</cx:pt>
          <cx:pt idx="659">73945</cx:pt>
          <cx:pt idx="660">73980</cx:pt>
          <cx:pt idx="661">73989</cx:pt>
          <cx:pt idx="662">74000</cx:pt>
          <cx:pt idx="663">74070</cx:pt>
          <cx:pt idx="664">74199</cx:pt>
          <cx:pt idx="665">74218</cx:pt>
          <cx:pt idx="666">74218</cx:pt>
          <cx:pt idx="667">74219</cx:pt>
          <cx:pt idx="668">74307</cx:pt>
          <cx:pt idx="669">74441</cx:pt>
          <cx:pt idx="670">74471</cx:pt>
          <cx:pt idx="671">74493</cx:pt>
          <cx:pt idx="672">74505</cx:pt>
          <cx:pt idx="673">74518</cx:pt>
          <cx:pt idx="674">74588</cx:pt>
          <cx:pt idx="675">74694</cx:pt>
          <cx:pt idx="676">74772</cx:pt>
          <cx:pt idx="677">74801</cx:pt>
          <cx:pt idx="678">74801</cx:pt>
          <cx:pt idx="679">74866</cx:pt>
          <cx:pt idx="680">74907</cx:pt>
          <cx:pt idx="681">74947</cx:pt>
          <cx:pt idx="682">74969</cx:pt>
          <cx:pt idx="683">74998</cx:pt>
          <cx:pt idx="684">74999</cx:pt>
          <cx:pt idx="685">74999</cx:pt>
          <cx:pt idx="686">75000</cx:pt>
          <cx:pt idx="687">75037</cx:pt>
          <cx:pt idx="688">75119</cx:pt>
          <cx:pt idx="689">75155</cx:pt>
          <cx:pt idx="690">75184</cx:pt>
          <cx:pt idx="691">75187</cx:pt>
          <cx:pt idx="692">75204</cx:pt>
          <cx:pt idx="693">75242</cx:pt>
          <cx:pt idx="694">75245</cx:pt>
          <cx:pt idx="695">75246</cx:pt>
          <cx:pt idx="696">75280</cx:pt>
          <cx:pt idx="697">75312</cx:pt>
          <cx:pt idx="698">75358</cx:pt>
          <cx:pt idx="699">75496</cx:pt>
          <cx:pt idx="700">75680</cx:pt>
          <cx:pt idx="701">75685</cx:pt>
          <cx:pt idx="702">75714</cx:pt>
          <cx:pt idx="703">75741</cx:pt>
          <cx:pt idx="704">75847</cx:pt>
          <cx:pt idx="705">75895</cx:pt>
          <cx:pt idx="706">76000</cx:pt>
          <cx:pt idx="707">76005</cx:pt>
          <cx:pt idx="708">76008</cx:pt>
          <cx:pt idx="709">76057</cx:pt>
          <cx:pt idx="710">76108</cx:pt>
          <cx:pt idx="711">76192</cx:pt>
          <cx:pt idx="712">76192</cx:pt>
          <cx:pt idx="713">76192</cx:pt>
          <cx:pt idx="714">76262</cx:pt>
          <cx:pt idx="715">76353</cx:pt>
          <cx:pt idx="716">76380</cx:pt>
          <cx:pt idx="717">76381</cx:pt>
          <cx:pt idx="718">76381</cx:pt>
          <cx:pt idx="719">76429</cx:pt>
          <cx:pt idx="720">76610</cx:pt>
          <cx:pt idx="721">76637</cx:pt>
          <cx:pt idx="722">76649</cx:pt>
          <cx:pt idx="723">76666</cx:pt>
          <cx:pt idx="724">76666</cx:pt>
          <cx:pt idx="725">76666</cx:pt>
          <cx:pt idx="726">76666</cx:pt>
          <cx:pt idx="727">76676</cx:pt>
          <cx:pt idx="728">76752</cx:pt>
          <cx:pt idx="729">76804</cx:pt>
          <cx:pt idx="730">76827</cx:pt>
          <cx:pt idx="731">76890</cx:pt>
          <cx:pt idx="732">76954</cx:pt>
          <cx:pt idx="733">76977</cx:pt>
          <cx:pt idx="734">76977</cx:pt>
          <cx:pt idx="735">76977</cx:pt>
          <cx:pt idx="736">76977</cx:pt>
          <cx:pt idx="737">77044</cx:pt>
          <cx:pt idx="738">77054</cx:pt>
          <cx:pt idx="739">77074</cx:pt>
          <cx:pt idx="740">77075</cx:pt>
          <cx:pt idx="741">77075</cx:pt>
          <cx:pt idx="742">77077</cx:pt>
          <cx:pt idx="743">77078</cx:pt>
          <cx:pt idx="744">77133</cx:pt>
          <cx:pt idx="745">77143</cx:pt>
          <cx:pt idx="746">77143</cx:pt>
          <cx:pt idx="747">77143</cx:pt>
          <cx:pt idx="748">77143</cx:pt>
          <cx:pt idx="749">77143</cx:pt>
          <cx:pt idx="750">77150</cx:pt>
          <cx:pt idx="751">77181</cx:pt>
          <cx:pt idx="752">77187</cx:pt>
          <cx:pt idx="753">77259</cx:pt>
          <cx:pt idx="754">77387</cx:pt>
          <cx:pt idx="755">77388</cx:pt>
          <cx:pt idx="756">77431</cx:pt>
          <cx:pt idx="757">77445</cx:pt>
          <cx:pt idx="758">77581</cx:pt>
          <cx:pt idx="759">77588</cx:pt>
          <cx:pt idx="760">77775</cx:pt>
          <cx:pt idx="761">77941</cx:pt>
          <cx:pt idx="762">77941</cx:pt>
          <cx:pt idx="763">78083</cx:pt>
          <cx:pt idx="764">78086</cx:pt>
          <cx:pt idx="765">78111</cx:pt>
          <cx:pt idx="766">78310</cx:pt>
          <cx:pt idx="767">78345</cx:pt>
          <cx:pt idx="768">78352</cx:pt>
          <cx:pt idx="769">78513</cx:pt>
          <cx:pt idx="770">78527</cx:pt>
          <cx:pt idx="771">78596</cx:pt>
          <cx:pt idx="772">78612</cx:pt>
          <cx:pt idx="773">78667</cx:pt>
          <cx:pt idx="774">78691</cx:pt>
          <cx:pt idx="775">78876</cx:pt>
          <cx:pt idx="776">78911</cx:pt>
          <cx:pt idx="777">78980</cx:pt>
          <cx:pt idx="778">78998</cx:pt>
          <cx:pt idx="779">78999</cx:pt>
          <cx:pt idx="780">79050</cx:pt>
          <cx:pt idx="781">79054</cx:pt>
          <cx:pt idx="782">79056</cx:pt>
          <cx:pt idx="783">79139</cx:pt>
          <cx:pt idx="784">79152</cx:pt>
          <cx:pt idx="785">79170</cx:pt>
          <cx:pt idx="786">79207</cx:pt>
          <cx:pt idx="787">79269</cx:pt>
          <cx:pt idx="788">79275</cx:pt>
          <cx:pt idx="789">79343</cx:pt>
          <cx:pt idx="790">79348</cx:pt>
          <cx:pt idx="791">79373</cx:pt>
          <cx:pt idx="792">79402</cx:pt>
          <cx:pt idx="793">79419</cx:pt>
          <cx:pt idx="794">79450</cx:pt>
          <cx:pt idx="795">79458</cx:pt>
          <cx:pt idx="796">79524</cx:pt>
          <cx:pt idx="797">79598</cx:pt>
          <cx:pt idx="798">79633</cx:pt>
          <cx:pt idx="799">79657</cx:pt>
          <cx:pt idx="800">79692</cx:pt>
          <cx:pt idx="801">79775</cx:pt>
          <cx:pt idx="802">79825</cx:pt>
          <cx:pt idx="803">79833</cx:pt>
          <cx:pt idx="804">79923</cx:pt>
          <cx:pt idx="805">79978</cx:pt>
          <cx:pt idx="806">79979</cx:pt>
          <cx:pt idx="807">79987</cx:pt>
          <cx:pt idx="808">79987</cx:pt>
          <cx:pt idx="809">79989</cx:pt>
          <cx:pt idx="810">79998</cx:pt>
          <cx:pt idx="811">80000</cx:pt>
          <cx:pt idx="812">80000</cx:pt>
          <cx:pt idx="813">80000</cx:pt>
          <cx:pt idx="814">80000</cx:pt>
          <cx:pt idx="815">80000</cx:pt>
          <cx:pt idx="816">80000</cx:pt>
          <cx:pt idx="817">80000</cx:pt>
          <cx:pt idx="818">80000</cx:pt>
          <cx:pt idx="819">80000</cx:pt>
          <cx:pt idx="820">80000</cx:pt>
          <cx:pt idx="821">80000</cx:pt>
          <cx:pt idx="822">80001</cx:pt>
          <cx:pt idx="823">80005</cx:pt>
          <cx:pt idx="824">80009</cx:pt>
          <cx:pt idx="825">80012</cx:pt>
          <cx:pt idx="826">80022</cx:pt>
          <cx:pt idx="827">80025</cx:pt>
          <cx:pt idx="828">80050</cx:pt>
          <cx:pt idx="829">80061</cx:pt>
          <cx:pt idx="830">80069</cx:pt>
          <cx:pt idx="831">80069</cx:pt>
          <cx:pt idx="832">80091</cx:pt>
          <cx:pt idx="833">80125</cx:pt>
          <cx:pt idx="834">80184</cx:pt>
          <cx:pt idx="835">80257</cx:pt>
          <cx:pt idx="836">80279</cx:pt>
          <cx:pt idx="837">80449</cx:pt>
          <cx:pt idx="838">80481</cx:pt>
          <cx:pt idx="839">80502</cx:pt>
          <cx:pt idx="840">80600</cx:pt>
          <cx:pt idx="841">80616</cx:pt>
          <cx:pt idx="842">80650</cx:pt>
          <cx:pt idx="843">80650</cx:pt>
          <cx:pt idx="844">80650</cx:pt>
          <cx:pt idx="845">80650</cx:pt>
          <cx:pt idx="846">80650</cx:pt>
          <cx:pt idx="847">80650</cx:pt>
          <cx:pt idx="848">80658</cx:pt>
          <cx:pt idx="849">80658</cx:pt>
          <cx:pt idx="850">80666</cx:pt>
          <cx:pt idx="851">80670</cx:pt>
          <cx:pt idx="852">80676</cx:pt>
          <cx:pt idx="853">80730</cx:pt>
          <cx:pt idx="854">80805</cx:pt>
          <cx:pt idx="855">80851</cx:pt>
          <cx:pt idx="856">80856</cx:pt>
          <cx:pt idx="857">80908</cx:pt>
          <cx:pt idx="858">80937</cx:pt>
          <cx:pt idx="859">80939</cx:pt>
          <cx:pt idx="860">81000</cx:pt>
          <cx:pt idx="861">81025</cx:pt>
          <cx:pt idx="862">81050</cx:pt>
          <cx:pt idx="863">81073</cx:pt>
          <cx:pt idx="864">81162</cx:pt>
          <cx:pt idx="865">81173</cx:pt>
          <cx:pt idx="866">81176</cx:pt>
          <cx:pt idx="867">81176</cx:pt>
          <cx:pt idx="868">81226</cx:pt>
          <cx:pt idx="869">81256</cx:pt>
          <cx:pt idx="870">81258</cx:pt>
          <cx:pt idx="871">81260</cx:pt>
          <cx:pt idx="872">81343</cx:pt>
          <cx:pt idx="873">81344</cx:pt>
          <cx:pt idx="874">81371</cx:pt>
          <cx:pt idx="875">81379</cx:pt>
          <cx:pt idx="876">81395</cx:pt>
          <cx:pt idx="877">81508</cx:pt>
          <cx:pt idx="878">81525</cx:pt>
          <cx:pt idx="879">81534</cx:pt>
          <cx:pt idx="880">81541</cx:pt>
          <cx:pt idx="881">81732</cx:pt>
          <cx:pt idx="882">81750</cx:pt>
          <cx:pt idx="883">81816</cx:pt>
          <cx:pt idx="884">81868</cx:pt>
          <cx:pt idx="885">81875</cx:pt>
          <cx:pt idx="886">81931</cx:pt>
          <cx:pt idx="887">81933</cx:pt>
          <cx:pt idx="888">81933</cx:pt>
          <cx:pt idx="889">81951</cx:pt>
          <cx:pt idx="890">81976</cx:pt>
          <cx:pt idx="891">82056</cx:pt>
          <cx:pt idx="892">82065</cx:pt>
          <cx:pt idx="893">82198</cx:pt>
          <cx:pt idx="894">82252</cx:pt>
          <cx:pt idx="895">82284</cx:pt>
          <cx:pt idx="896">82301</cx:pt>
          <cx:pt idx="897">82301</cx:pt>
          <cx:pt idx="898">82309</cx:pt>
          <cx:pt idx="899">82460</cx:pt>
          <cx:pt idx="900">82551</cx:pt>
          <cx:pt idx="901">82551</cx:pt>
          <cx:pt idx="902">82642</cx:pt>
          <cx:pt idx="903">82642</cx:pt>
          <cx:pt idx="904">82652</cx:pt>
          <cx:pt idx="905">82709</cx:pt>
          <cx:pt idx="906">82718</cx:pt>
          <cx:pt idx="907">82748</cx:pt>
          <cx:pt idx="908">82765</cx:pt>
          <cx:pt idx="909">82797</cx:pt>
          <cx:pt idx="910">82841</cx:pt>
          <cx:pt idx="911">82919</cx:pt>
          <cx:pt idx="912">82971</cx:pt>
          <cx:pt idx="913">82973</cx:pt>
          <cx:pt idx="914">82973</cx:pt>
          <cx:pt idx="915">82987</cx:pt>
          <cx:pt idx="916">83008</cx:pt>
          <cx:pt idx="917">83158</cx:pt>
          <cx:pt idx="918">83209</cx:pt>
          <cx:pt idx="919">83217</cx:pt>
          <cx:pt idx="920">83238</cx:pt>
          <cx:pt idx="921">83273</cx:pt>
          <cx:pt idx="922">83279</cx:pt>
          <cx:pt idx="923">83281</cx:pt>
          <cx:pt idx="924">83281</cx:pt>
          <cx:pt idx="925">83287</cx:pt>
          <cx:pt idx="926">83301</cx:pt>
          <cx:pt idx="927">83316</cx:pt>
          <cx:pt idx="928">83325</cx:pt>
          <cx:pt idx="929">83330</cx:pt>
          <cx:pt idx="930">83332</cx:pt>
          <cx:pt idx="931">83333</cx:pt>
          <cx:pt idx="932">83333</cx:pt>
          <cx:pt idx="933">83333</cx:pt>
          <cx:pt idx="934">83333</cx:pt>
          <cx:pt idx="935">83333</cx:pt>
          <cx:pt idx="936">83333</cx:pt>
          <cx:pt idx="937">83333</cx:pt>
          <cx:pt idx="938">83342</cx:pt>
          <cx:pt idx="939">83399</cx:pt>
          <cx:pt idx="940">83454</cx:pt>
          <cx:pt idx="941">83457</cx:pt>
          <cx:pt idx="942">83457</cx:pt>
          <cx:pt idx="943">83548</cx:pt>
          <cx:pt idx="944">83601</cx:pt>
          <cx:pt idx="945">83621</cx:pt>
          <cx:pt idx="946">83623</cx:pt>
          <cx:pt idx="947">83648</cx:pt>
          <cx:pt idx="948">83661</cx:pt>
          <cx:pt idx="949">83685</cx:pt>
          <cx:pt idx="950">83743</cx:pt>
          <cx:pt idx="951">83766</cx:pt>
          <cx:pt idx="952">83835</cx:pt>
          <cx:pt idx="953">83845</cx:pt>
          <cx:pt idx="954">83845</cx:pt>
          <cx:pt idx="955">83845</cx:pt>
          <cx:pt idx="956">83845</cx:pt>
          <cx:pt idx="957">83845</cx:pt>
          <cx:pt idx="958">83845</cx:pt>
          <cx:pt idx="959">83854</cx:pt>
          <cx:pt idx="960">83882</cx:pt>
          <cx:pt idx="961">83923</cx:pt>
          <cx:pt idx="962">83961</cx:pt>
          <cx:pt idx="963">83967</cx:pt>
          <cx:pt idx="964">83974</cx:pt>
          <cx:pt idx="965">83990</cx:pt>
          <cx:pt idx="966">83993</cx:pt>
          <cx:pt idx="967">84030</cx:pt>
          <cx:pt idx="968">84155</cx:pt>
          <cx:pt idx="969">84166</cx:pt>
          <cx:pt idx="970">84224</cx:pt>
          <cx:pt idx="971">84246</cx:pt>
          <cx:pt idx="972">84249</cx:pt>
          <cx:pt idx="973">84259</cx:pt>
          <cx:pt idx="974">84268</cx:pt>
          <cx:pt idx="975">84333</cx:pt>
          <cx:pt idx="976">84364</cx:pt>
          <cx:pt idx="977">84381</cx:pt>
          <cx:pt idx="978">84399</cx:pt>
          <cx:pt idx="979">84435</cx:pt>
          <cx:pt idx="980">84506</cx:pt>
          <cx:pt idx="981">84520</cx:pt>
          <cx:pt idx="982">84546</cx:pt>
          <cx:pt idx="983">84593</cx:pt>
          <cx:pt idx="984">84615</cx:pt>
          <cx:pt idx="985">84659</cx:pt>
          <cx:pt idx="986">84690</cx:pt>
          <cx:pt idx="987">84791</cx:pt>
          <cx:pt idx="988">84857</cx:pt>
          <cx:pt idx="989">84857</cx:pt>
          <cx:pt idx="990">84857</cx:pt>
          <cx:pt idx="991">84857</cx:pt>
          <cx:pt idx="992">84872</cx:pt>
          <cx:pt idx="993">84910</cx:pt>
          <cx:pt idx="994">84923</cx:pt>
          <cx:pt idx="995">84939</cx:pt>
          <cx:pt idx="996">84940</cx:pt>
          <cx:pt idx="997">85000</cx:pt>
          <cx:pt idx="998">85016</cx:pt>
          <cx:pt idx="999">85030</cx:pt>
          <cx:pt idx="1000">85037</cx:pt>
          <cx:pt idx="1001">85064</cx:pt>
          <cx:pt idx="1002">85067</cx:pt>
          <cx:pt idx="1003">85078</cx:pt>
          <cx:pt idx="1004">85137</cx:pt>
          <cx:pt idx="1005">85138</cx:pt>
          <cx:pt idx="1006">85179</cx:pt>
          <cx:pt idx="1007">85227</cx:pt>
          <cx:pt idx="1008">85242</cx:pt>
          <cx:pt idx="1009">85257</cx:pt>
          <cx:pt idx="1010">85267</cx:pt>
          <cx:pt idx="1011">85411</cx:pt>
          <cx:pt idx="1012">85637</cx:pt>
          <cx:pt idx="1013">85642</cx:pt>
          <cx:pt idx="1014">85642</cx:pt>
          <cx:pt idx="1015">85710</cx:pt>
          <cx:pt idx="1016">85816</cx:pt>
          <cx:pt idx="1017">85833</cx:pt>
          <cx:pt idx="1018">85868</cx:pt>
          <cx:pt idx="1019">85987</cx:pt>
          <cx:pt idx="1020">86025</cx:pt>
          <cx:pt idx="1021">86038</cx:pt>
          <cx:pt idx="1022">86039</cx:pt>
          <cx:pt idx="1023">86045</cx:pt>
          <cx:pt idx="1024">86049</cx:pt>
          <cx:pt idx="1025">86095</cx:pt>
          <cx:pt idx="1026">86131</cx:pt>
          <cx:pt idx="1027">86175</cx:pt>
          <cx:pt idx="1028">86175</cx:pt>
          <cx:pt idx="1029">86183</cx:pt>
          <cx:pt idx="1030">86318</cx:pt>
          <cx:pt idx="1031">86399</cx:pt>
          <cx:pt idx="1032">86415</cx:pt>
          <cx:pt idx="1033">86467</cx:pt>
          <cx:pt idx="1034">86485</cx:pt>
          <cx:pt idx="1035">86485</cx:pt>
          <cx:pt idx="1036">86507</cx:pt>
          <cx:pt idx="1037">86598</cx:pt>
          <cx:pt idx="1038">86610</cx:pt>
          <cx:pt idx="1039">86636</cx:pt>
          <cx:pt idx="1040">86655</cx:pt>
          <cx:pt idx="1041">86658</cx:pt>
          <cx:pt idx="1042">86665</cx:pt>
          <cx:pt idx="1043">86666</cx:pt>
          <cx:pt idx="1044">86666</cx:pt>
          <cx:pt idx="1045">86667</cx:pt>
          <cx:pt idx="1046">86667</cx:pt>
          <cx:pt idx="1047">86683</cx:pt>
          <cx:pt idx="1048">86683</cx:pt>
          <cx:pt idx="1049">86692</cx:pt>
          <cx:pt idx="1050">86708</cx:pt>
          <cx:pt idx="1051">86767</cx:pt>
          <cx:pt idx="1052">86808</cx:pt>
          <cx:pt idx="1053">86816</cx:pt>
          <cx:pt idx="1054">86849</cx:pt>
          <cx:pt idx="1055">86908</cx:pt>
          <cx:pt idx="1056">87098</cx:pt>
          <cx:pt idx="1057">87417</cx:pt>
          <cx:pt idx="1058">87466</cx:pt>
          <cx:pt idx="1059">87496</cx:pt>
          <cx:pt idx="1060">87535</cx:pt>
          <cx:pt idx="1061">87538</cx:pt>
          <cx:pt idx="1062">87570</cx:pt>
          <cx:pt idx="1063">87572</cx:pt>
          <cx:pt idx="1064">87617</cx:pt>
          <cx:pt idx="1065">87651</cx:pt>
          <cx:pt idx="1066">87666</cx:pt>
          <cx:pt idx="1067">87679</cx:pt>
          <cx:pt idx="1068">87703</cx:pt>
          <cx:pt idx="1069">87791</cx:pt>
          <cx:pt idx="1070">87795</cx:pt>
          <cx:pt idx="1071">88059</cx:pt>
          <cx:pt idx="1072">88060</cx:pt>
          <cx:pt idx="1073">88100</cx:pt>
          <cx:pt idx="1074">88100</cx:pt>
          <cx:pt idx="1075">88125</cx:pt>
          <cx:pt idx="1076">88156</cx:pt>
          <cx:pt idx="1077">88161</cx:pt>
          <cx:pt idx="1078">88176</cx:pt>
          <cx:pt idx="1079">88232</cx:pt>
          <cx:pt idx="1080">88280</cx:pt>
          <cx:pt idx="1081">88321</cx:pt>
          <cx:pt idx="1082">88333</cx:pt>
          <cx:pt idx="1083">88465</cx:pt>
          <cx:pt idx="1084">88511</cx:pt>
          <cx:pt idx="1085">88524</cx:pt>
          <cx:pt idx="1086">88534</cx:pt>
          <cx:pt idx="1087">88535</cx:pt>
          <cx:pt idx="1088">88537</cx:pt>
          <cx:pt idx="1089">88568</cx:pt>
          <cx:pt idx="1090">88648</cx:pt>
          <cx:pt idx="1091">88666</cx:pt>
          <cx:pt idx="1092">88835</cx:pt>
          <cx:pt idx="1093">88922</cx:pt>
          <cx:pt idx="1094">88943</cx:pt>
          <cx:pt idx="1095">88966</cx:pt>
          <cx:pt idx="1096">88971</cx:pt>
          <cx:pt idx="1097">89015</cx:pt>
          <cx:pt idx="1098">89118</cx:pt>
          <cx:pt idx="1099">89118</cx:pt>
          <cx:pt idx="1100">89125</cx:pt>
          <cx:pt idx="1101">89181</cx:pt>
          <cx:pt idx="1102">89221</cx:pt>
          <cx:pt idx="1103">89283</cx:pt>
          <cx:pt idx="1104">89315</cx:pt>
          <cx:pt idx="1105">89337</cx:pt>
          <cx:pt idx="1106">89390</cx:pt>
          <cx:pt idx="1107">89400</cx:pt>
          <cx:pt idx="1108">89455</cx:pt>
          <cx:pt idx="1109">89464</cx:pt>
          <cx:pt idx="1110">89683</cx:pt>
          <cx:pt idx="1111">89745</cx:pt>
          <cx:pt idx="1112">89829</cx:pt>
          <cx:pt idx="1113">89925</cx:pt>
          <cx:pt idx="1114">89953</cx:pt>
          <cx:pt idx="1115">89978</cx:pt>
          <cx:pt idx="1116">89996</cx:pt>
          <cx:pt idx="1117">89999</cx:pt>
          <cx:pt idx="1118">90000</cx:pt>
          <cx:pt idx="1119">90000</cx:pt>
          <cx:pt idx="1120">90000</cx:pt>
          <cx:pt idx="1121">90000</cx:pt>
          <cx:pt idx="1122">90000</cx:pt>
          <cx:pt idx="1123">90000</cx:pt>
          <cx:pt idx="1124">90000</cx:pt>
          <cx:pt idx="1125">90000</cx:pt>
          <cx:pt idx="1126">90000</cx:pt>
          <cx:pt idx="1127">90000</cx:pt>
          <cx:pt idx="1128">90000</cx:pt>
          <cx:pt idx="1129">90000</cx:pt>
          <cx:pt idx="1130">90000</cx:pt>
          <cx:pt idx="1131">90000</cx:pt>
          <cx:pt idx="1132">90000</cx:pt>
          <cx:pt idx="1133">90000</cx:pt>
          <cx:pt idx="1134">90000</cx:pt>
          <cx:pt idx="1135">90000</cx:pt>
          <cx:pt idx="1136">90000</cx:pt>
          <cx:pt idx="1137">90000</cx:pt>
          <cx:pt idx="1138">90000</cx:pt>
          <cx:pt idx="1139">90000</cx:pt>
          <cx:pt idx="1140">90000</cx:pt>
          <cx:pt idx="1141">90000</cx:pt>
          <cx:pt idx="1142">90000</cx:pt>
          <cx:pt idx="1143">90000</cx:pt>
          <cx:pt idx="1144">90000</cx:pt>
          <cx:pt idx="1145">90000</cx:pt>
          <cx:pt idx="1146">90000</cx:pt>
          <cx:pt idx="1147">90000</cx:pt>
          <cx:pt idx="1148">90000</cx:pt>
          <cx:pt idx="1149">90000</cx:pt>
          <cx:pt idx="1150">90000</cx:pt>
          <cx:pt idx="1151">90000</cx:pt>
          <cx:pt idx="1152">90000</cx:pt>
          <cx:pt idx="1153">90000</cx:pt>
          <cx:pt idx="1154">90000</cx:pt>
          <cx:pt idx="1155">90000</cx:pt>
          <cx:pt idx="1156">90000</cx:pt>
          <cx:pt idx="1157">90000</cx:pt>
          <cx:pt idx="1158">90000</cx:pt>
          <cx:pt idx="1159">90001</cx:pt>
          <cx:pt idx="1160">90002</cx:pt>
          <cx:pt idx="1161">90066</cx:pt>
          <cx:pt idx="1162">90109</cx:pt>
          <cx:pt idx="1163">90150</cx:pt>
          <cx:pt idx="1164">90187</cx:pt>
          <cx:pt idx="1165">90188</cx:pt>
          <cx:pt idx="1166">90200</cx:pt>
          <cx:pt idx="1167">90211</cx:pt>
          <cx:pt idx="1168">90233</cx:pt>
          <cx:pt idx="1169">90241</cx:pt>
          <cx:pt idx="1170">90247</cx:pt>
          <cx:pt idx="1171">90311</cx:pt>
          <cx:pt idx="1172">90332</cx:pt>
          <cx:pt idx="1173">90333</cx:pt>
          <cx:pt idx="1174">90333</cx:pt>
          <cx:pt idx="1175">90387</cx:pt>
          <cx:pt idx="1176">90400</cx:pt>
          <cx:pt idx="1177">90408</cx:pt>
          <cx:pt idx="1178">90415</cx:pt>
          <cx:pt idx="1179">90441</cx:pt>
          <cx:pt idx="1180">90480</cx:pt>
          <cx:pt idx="1181">90500</cx:pt>
          <cx:pt idx="1182">90500</cx:pt>
          <cx:pt idx="1183">90526</cx:pt>
          <cx:pt idx="1184">90541</cx:pt>
          <cx:pt idx="1185">90546</cx:pt>
          <cx:pt idx="1186">90579</cx:pt>
          <cx:pt idx="1187">90605</cx:pt>
          <cx:pt idx="1188">90633</cx:pt>
          <cx:pt idx="1189">90658</cx:pt>
          <cx:pt idx="1190">90658</cx:pt>
          <cx:pt idx="1191">90685</cx:pt>
          <cx:pt idx="1192">90714</cx:pt>
          <cx:pt idx="1193">90716</cx:pt>
          <cx:pt idx="1194">90731</cx:pt>
          <cx:pt idx="1195">90733</cx:pt>
          <cx:pt idx="1196">90750</cx:pt>
          <cx:pt idx="1197">90750</cx:pt>
          <cx:pt idx="1198">90800</cx:pt>
          <cx:pt idx="1199">90828</cx:pt>
          <cx:pt idx="1200">90828</cx:pt>
          <cx:pt idx="1201">90872</cx:pt>
          <cx:pt idx="1202">90872</cx:pt>
          <cx:pt idx="1203">90983</cx:pt>
          <cx:pt idx="1204">91000</cx:pt>
          <cx:pt idx="1205">91018</cx:pt>
          <cx:pt idx="1206">91033</cx:pt>
          <cx:pt idx="1207">91033</cx:pt>
          <cx:pt idx="1208">91033</cx:pt>
          <cx:pt idx="1209">91033</cx:pt>
          <cx:pt idx="1210">91033</cx:pt>
          <cx:pt idx="1211">91033</cx:pt>
          <cx:pt idx="1212">91042</cx:pt>
          <cx:pt idx="1213">91054</cx:pt>
          <cx:pt idx="1214">91066</cx:pt>
          <cx:pt idx="1215">91084</cx:pt>
          <cx:pt idx="1216">91101</cx:pt>
          <cx:pt idx="1217">91150</cx:pt>
          <cx:pt idx="1218">91166</cx:pt>
          <cx:pt idx="1219">91177</cx:pt>
          <cx:pt idx="1220">91200</cx:pt>
          <cx:pt idx="1221">91250</cx:pt>
          <cx:pt idx="1222">91250</cx:pt>
          <cx:pt idx="1223">91350</cx:pt>
          <cx:pt idx="1224">91353</cx:pt>
          <cx:pt idx="1225">91362</cx:pt>
          <cx:pt idx="1226">91371</cx:pt>
          <cx:pt idx="1227">91375</cx:pt>
          <cx:pt idx="1228">91383</cx:pt>
          <cx:pt idx="1229">91433</cx:pt>
          <cx:pt idx="1230">91495</cx:pt>
          <cx:pt idx="1231">91500</cx:pt>
          <cx:pt idx="1232">91536</cx:pt>
          <cx:pt idx="1233">91565</cx:pt>
          <cx:pt idx="1234">91624</cx:pt>
          <cx:pt idx="1235">91649</cx:pt>
          <cx:pt idx="1236">91666</cx:pt>
          <cx:pt idx="1237">91675</cx:pt>
          <cx:pt idx="1238">91704</cx:pt>
          <cx:pt idx="1239">91716</cx:pt>
          <cx:pt idx="1240">91775</cx:pt>
          <cx:pt idx="1241">91792</cx:pt>
          <cx:pt idx="1242">91811</cx:pt>
          <cx:pt idx="1243">91843</cx:pt>
          <cx:pt idx="1244">91860</cx:pt>
          <cx:pt idx="1245">91866</cx:pt>
          <cx:pt idx="1246">91880</cx:pt>
          <cx:pt idx="1247">91891</cx:pt>
          <cx:pt idx="1248">91918</cx:pt>
          <cx:pt idx="1249">91933</cx:pt>
          <cx:pt idx="1250">91933</cx:pt>
          <cx:pt idx="1251">91933</cx:pt>
          <cx:pt idx="1252">91936</cx:pt>
          <cx:pt idx="1253">91950</cx:pt>
          <cx:pt idx="1254">92015</cx:pt>
          <cx:pt idx="1255">92083</cx:pt>
          <cx:pt idx="1256">92164</cx:pt>
          <cx:pt idx="1257">92166</cx:pt>
          <cx:pt idx="1258">92197</cx:pt>
          <cx:pt idx="1259">92222</cx:pt>
          <cx:pt idx="1260">92250</cx:pt>
          <cx:pt idx="1261">92253</cx:pt>
          <cx:pt idx="1262">92272</cx:pt>
          <cx:pt idx="1263">92437</cx:pt>
          <cx:pt idx="1264">92454</cx:pt>
          <cx:pt idx="1265">92467</cx:pt>
          <cx:pt idx="1266">92486</cx:pt>
          <cx:pt idx="1267">92500</cx:pt>
          <cx:pt idx="1268">92500</cx:pt>
          <cx:pt idx="1269">92502</cx:pt>
          <cx:pt idx="1270">92596</cx:pt>
          <cx:pt idx="1271">92650</cx:pt>
          <cx:pt idx="1272">92650</cx:pt>
          <cx:pt idx="1273">92676</cx:pt>
          <cx:pt idx="1274">92683</cx:pt>
          <cx:pt idx="1275">92752</cx:pt>
          <cx:pt idx="1276">92833</cx:pt>
          <cx:pt idx="1277">92833</cx:pt>
          <cx:pt idx="1278">92847</cx:pt>
          <cx:pt idx="1279">92879</cx:pt>
          <cx:pt idx="1280">92927</cx:pt>
          <cx:pt idx="1281">92984</cx:pt>
          <cx:pt idx="1282">93056</cx:pt>
          <cx:pt idx="1283">93074</cx:pt>
          <cx:pt idx="1284">93164</cx:pt>
          <cx:pt idx="1285">93172</cx:pt>
          <cx:pt idx="1286">93219</cx:pt>
          <cx:pt idx="1287">93230</cx:pt>
          <cx:pt idx="1288">93262</cx:pt>
          <cx:pt idx="1289">93266</cx:pt>
          <cx:pt idx="1290">93315</cx:pt>
          <cx:pt idx="1291">93315</cx:pt>
          <cx:pt idx="1292">93315</cx:pt>
          <cx:pt idx="1293">93315</cx:pt>
          <cx:pt idx="1294">93315</cx:pt>
          <cx:pt idx="1295">93315</cx:pt>
          <cx:pt idx="1296">93317</cx:pt>
          <cx:pt idx="1297">93325</cx:pt>
          <cx:pt idx="1298">93326</cx:pt>
          <cx:pt idx="1299">93327</cx:pt>
          <cx:pt idx="1300">93331</cx:pt>
          <cx:pt idx="1301">93333</cx:pt>
          <cx:pt idx="1302">93333</cx:pt>
          <cx:pt idx="1303">93334</cx:pt>
          <cx:pt idx="1304">93341</cx:pt>
          <cx:pt idx="1305">93345</cx:pt>
          <cx:pt idx="1306">93346</cx:pt>
          <cx:pt idx="1307">93404</cx:pt>
          <cx:pt idx="1308">93456</cx:pt>
          <cx:pt idx="1309">93499</cx:pt>
          <cx:pt idx="1310">93560</cx:pt>
          <cx:pt idx="1311">93578</cx:pt>
          <cx:pt idx="1312">93593</cx:pt>
          <cx:pt idx="1313">93616</cx:pt>
          <cx:pt idx="1314">93670</cx:pt>
          <cx:pt idx="1315">93681</cx:pt>
          <cx:pt idx="1316">93681</cx:pt>
          <cx:pt idx="1317">93766</cx:pt>
          <cx:pt idx="1318">93811</cx:pt>
          <cx:pt idx="1319">93825</cx:pt>
          <cx:pt idx="1320">93825</cx:pt>
          <cx:pt idx="1321">93858</cx:pt>
          <cx:pt idx="1322">93904</cx:pt>
          <cx:pt idx="1323">94016</cx:pt>
          <cx:pt idx="1324">94024</cx:pt>
          <cx:pt idx="1325">94075</cx:pt>
          <cx:pt idx="1326">94166</cx:pt>
          <cx:pt idx="1327">94170</cx:pt>
          <cx:pt idx="1328">94211</cx:pt>
          <cx:pt idx="1329">94233</cx:pt>
          <cx:pt idx="1330">94250</cx:pt>
          <cx:pt idx="1331">94252</cx:pt>
          <cx:pt idx="1332">94257</cx:pt>
          <cx:pt idx="1333">94331</cx:pt>
          <cx:pt idx="1334">94369</cx:pt>
          <cx:pt idx="1335">94369</cx:pt>
          <cx:pt idx="1336">94383</cx:pt>
          <cx:pt idx="1337">94389</cx:pt>
          <cx:pt idx="1338">94404</cx:pt>
          <cx:pt idx="1339">94447</cx:pt>
          <cx:pt idx="1340">94488</cx:pt>
          <cx:pt idx="1341">94566</cx:pt>
          <cx:pt idx="1342">94601</cx:pt>
          <cx:pt idx="1343">94607</cx:pt>
          <cx:pt idx="1344">94658</cx:pt>
          <cx:pt idx="1345">94710</cx:pt>
          <cx:pt idx="1346">94760</cx:pt>
          <cx:pt idx="1347">94763</cx:pt>
          <cx:pt idx="1348">94764</cx:pt>
          <cx:pt idx="1349">94803</cx:pt>
          <cx:pt idx="1350">94902</cx:pt>
          <cx:pt idx="1351">94916</cx:pt>
          <cx:pt idx="1352">94950</cx:pt>
          <cx:pt idx="1353">94991</cx:pt>
          <cx:pt idx="1354">95000</cx:pt>
          <cx:pt idx="1355">95000</cx:pt>
          <cx:pt idx="1356">95047</cx:pt>
          <cx:pt idx="1357">95050</cx:pt>
          <cx:pt idx="1358">95061</cx:pt>
          <cx:pt idx="1359">95083</cx:pt>
          <cx:pt idx="1360">95103</cx:pt>
          <cx:pt idx="1361">95183</cx:pt>
          <cx:pt idx="1362">95250</cx:pt>
          <cx:pt idx="1363">95263</cx:pt>
          <cx:pt idx="1364">95275</cx:pt>
          <cx:pt idx="1365">95328</cx:pt>
          <cx:pt idx="1366">95339</cx:pt>
          <cx:pt idx="1367">95348</cx:pt>
          <cx:pt idx="1368">95361</cx:pt>
          <cx:pt idx="1369">95391</cx:pt>
          <cx:pt idx="1370">95434</cx:pt>
          <cx:pt idx="1371">95451</cx:pt>
          <cx:pt idx="1372">95477</cx:pt>
          <cx:pt idx="1373">95499</cx:pt>
          <cx:pt idx="1374">95634</cx:pt>
          <cx:pt idx="1375">95634</cx:pt>
          <cx:pt idx="1376">95634</cx:pt>
          <cx:pt idx="1377">95657</cx:pt>
          <cx:pt idx="1378">95671</cx:pt>
          <cx:pt idx="1379">95693</cx:pt>
          <cx:pt idx="1380">95715</cx:pt>
          <cx:pt idx="1381">95736</cx:pt>
          <cx:pt idx="1382">95750</cx:pt>
          <cx:pt idx="1383">95862</cx:pt>
          <cx:pt idx="1384">95922</cx:pt>
          <cx:pt idx="1385">95924</cx:pt>
          <cx:pt idx="1386">95965</cx:pt>
          <cx:pt idx="1387">96012</cx:pt>
          <cx:pt idx="1388">96012</cx:pt>
          <cx:pt idx="1389">96022</cx:pt>
          <cx:pt idx="1390">96063</cx:pt>
          <cx:pt idx="1391">96106</cx:pt>
          <cx:pt idx="1392">96129</cx:pt>
          <cx:pt idx="1393">96141</cx:pt>
          <cx:pt idx="1394">96176</cx:pt>
          <cx:pt idx="1395">96216</cx:pt>
          <cx:pt idx="1396">96283</cx:pt>
          <cx:pt idx="1397">96283</cx:pt>
          <cx:pt idx="1398">96351</cx:pt>
          <cx:pt idx="1399">96422</cx:pt>
          <cx:pt idx="1400">96428</cx:pt>
          <cx:pt idx="1401">96466</cx:pt>
          <cx:pt idx="1402">96505</cx:pt>
          <cx:pt idx="1403">96533</cx:pt>
          <cx:pt idx="1404">96534</cx:pt>
          <cx:pt idx="1405">96534</cx:pt>
          <cx:pt idx="1406">96540</cx:pt>
          <cx:pt idx="1407">96615</cx:pt>
          <cx:pt idx="1408">96647</cx:pt>
          <cx:pt idx="1409">96658</cx:pt>
          <cx:pt idx="1410">96665</cx:pt>
          <cx:pt idx="1411">96666</cx:pt>
          <cx:pt idx="1412">96666</cx:pt>
          <cx:pt idx="1413">96666</cx:pt>
          <cx:pt idx="1414">96666</cx:pt>
          <cx:pt idx="1415">96666</cx:pt>
          <cx:pt idx="1416">96666</cx:pt>
          <cx:pt idx="1417">96666</cx:pt>
          <cx:pt idx="1418">96666</cx:pt>
          <cx:pt idx="1419">96666</cx:pt>
          <cx:pt idx="1420">96666</cx:pt>
          <cx:pt idx="1421">96666</cx:pt>
          <cx:pt idx="1422">96666</cx:pt>
          <cx:pt idx="1423">96666</cx:pt>
          <cx:pt idx="1424">96683</cx:pt>
          <cx:pt idx="1425">96717</cx:pt>
          <cx:pt idx="1426">96727</cx:pt>
          <cx:pt idx="1427">96750</cx:pt>
          <cx:pt idx="1428">96784</cx:pt>
          <cx:pt idx="1429">96800</cx:pt>
          <cx:pt idx="1430">96800</cx:pt>
          <cx:pt idx="1431">96800</cx:pt>
          <cx:pt idx="1432">96800</cx:pt>
          <cx:pt idx="1433">96800</cx:pt>
          <cx:pt idx="1434">96800</cx:pt>
          <cx:pt idx="1435">96800</cx:pt>
          <cx:pt idx="1436">96839</cx:pt>
          <cx:pt idx="1437">96870</cx:pt>
          <cx:pt idx="1438">97006</cx:pt>
          <cx:pt idx="1439">97020</cx:pt>
          <cx:pt idx="1440">97044</cx:pt>
          <cx:pt idx="1441">97074</cx:pt>
          <cx:pt idx="1442">97153</cx:pt>
          <cx:pt idx="1443">97186</cx:pt>
          <cx:pt idx="1444">97233</cx:pt>
          <cx:pt idx="1445">97234</cx:pt>
          <cx:pt idx="1446">97249</cx:pt>
          <cx:pt idx="1447">97281</cx:pt>
          <cx:pt idx="1448">97350</cx:pt>
          <cx:pt idx="1449">97361</cx:pt>
          <cx:pt idx="1450">97361</cx:pt>
          <cx:pt idx="1451">97361</cx:pt>
          <cx:pt idx="1452">97361</cx:pt>
          <cx:pt idx="1453">97361</cx:pt>
          <cx:pt idx="1454">97361</cx:pt>
          <cx:pt idx="1455">97370</cx:pt>
          <cx:pt idx="1456">97400</cx:pt>
          <cx:pt idx="1457">97416</cx:pt>
          <cx:pt idx="1458">97500</cx:pt>
          <cx:pt idx="1459">97527</cx:pt>
          <cx:pt idx="1460">97605</cx:pt>
          <cx:pt idx="1461">97606</cx:pt>
          <cx:pt idx="1462">97606</cx:pt>
          <cx:pt idx="1463">97632</cx:pt>
          <cx:pt idx="1464">97635</cx:pt>
          <cx:pt idx="1465">97652</cx:pt>
          <cx:pt idx="1466">97673</cx:pt>
          <cx:pt idx="1467">97678</cx:pt>
          <cx:pt idx="1468">97720</cx:pt>
          <cx:pt idx="1469">97728</cx:pt>
          <cx:pt idx="1470">97731</cx:pt>
          <cx:pt idx="1471">97731</cx:pt>
          <cx:pt idx="1472">97744</cx:pt>
          <cx:pt idx="1473">97841</cx:pt>
          <cx:pt idx="1474">97876</cx:pt>
          <cx:pt idx="1475">97923</cx:pt>
          <cx:pt idx="1476">98000</cx:pt>
          <cx:pt idx="1477">98009</cx:pt>
          <cx:pt idx="1478">98118</cx:pt>
          <cx:pt idx="1479">98175</cx:pt>
          <cx:pt idx="1480">98213</cx:pt>
          <cx:pt idx="1481">98261</cx:pt>
          <cx:pt idx="1482">98277</cx:pt>
          <cx:pt idx="1483">98278</cx:pt>
          <cx:pt idx="1484">98282</cx:pt>
          <cx:pt idx="1485">98282</cx:pt>
          <cx:pt idx="1486">98382</cx:pt>
          <cx:pt idx="1487">98483</cx:pt>
          <cx:pt idx="1488">98552</cx:pt>
          <cx:pt idx="1489">98569</cx:pt>
          <cx:pt idx="1490">98580</cx:pt>
          <cx:pt idx="1491">98583</cx:pt>
          <cx:pt idx="1492">98678</cx:pt>
          <cx:pt idx="1493">98684</cx:pt>
          <cx:pt idx="1494">98706</cx:pt>
          <cx:pt idx="1495">98733</cx:pt>
          <cx:pt idx="1496">98733</cx:pt>
          <cx:pt idx="1497">98758</cx:pt>
          <cx:pt idx="1498">98778</cx:pt>
          <cx:pt idx="1499">98800</cx:pt>
          <cx:pt idx="1500">98978</cx:pt>
          <cx:pt idx="1501">99000</cx:pt>
          <cx:pt idx="1502">99000</cx:pt>
          <cx:pt idx="1503">99009</cx:pt>
          <cx:pt idx="1504">99011</cx:pt>
          <cx:pt idx="1505">99013</cx:pt>
          <cx:pt idx="1506">99049</cx:pt>
          <cx:pt idx="1507">99132</cx:pt>
          <cx:pt idx="1508">99141</cx:pt>
          <cx:pt idx="1509">99150</cx:pt>
          <cx:pt idx="1510">99216</cx:pt>
          <cx:pt idx="1511">99244</cx:pt>
          <cx:pt idx="1512">99277</cx:pt>
          <cx:pt idx="1513">99325</cx:pt>
          <cx:pt idx="1514">99333</cx:pt>
          <cx:pt idx="1515">99334</cx:pt>
          <cx:pt idx="1516">99364</cx:pt>
          <cx:pt idx="1517">99366</cx:pt>
          <cx:pt idx="1518">99368</cx:pt>
          <cx:pt idx="1519">99369</cx:pt>
          <cx:pt idx="1520">99392</cx:pt>
          <cx:pt idx="1521">99455</cx:pt>
          <cx:pt idx="1522">99470</cx:pt>
          <cx:pt idx="1523">99498</cx:pt>
          <cx:pt idx="1524">99500</cx:pt>
          <cx:pt idx="1525">99511</cx:pt>
          <cx:pt idx="1526">99564</cx:pt>
          <cx:pt idx="1527">99564</cx:pt>
          <cx:pt idx="1528">99598</cx:pt>
          <cx:pt idx="1529">99622</cx:pt>
          <cx:pt idx="1530">99691</cx:pt>
          <cx:pt idx="1531">99691</cx:pt>
          <cx:pt idx="1532">99699</cx:pt>
          <cx:pt idx="1533">99702</cx:pt>
          <cx:pt idx="1534">99757</cx:pt>
          <cx:pt idx="1535">99761</cx:pt>
          <cx:pt idx="1536">99783</cx:pt>
          <cx:pt idx="1537">99833</cx:pt>
          <cx:pt idx="1538">99862</cx:pt>
          <cx:pt idx="1539">99881</cx:pt>
          <cx:pt idx="1540">99895</cx:pt>
          <cx:pt idx="1541">99908</cx:pt>
          <cx:pt idx="1542">99968</cx:pt>
          <cx:pt idx="1543">99972</cx:pt>
          <cx:pt idx="1544">99981</cx:pt>
          <cx:pt idx="1545">99985</cx:pt>
          <cx:pt idx="1546">99991</cx:pt>
          <cx:pt idx="1547">99991</cx:pt>
          <cx:pt idx="1548">99994</cx:pt>
          <cx:pt idx="1549">99996</cx:pt>
          <cx:pt idx="1550">99996</cx:pt>
          <cx:pt idx="1551">99996</cx:pt>
          <cx:pt idx="1552">99996</cx:pt>
          <cx:pt idx="1553">99996</cx:pt>
          <cx:pt idx="1554">99996</cx:pt>
          <cx:pt idx="1555">99997</cx:pt>
          <cx:pt idx="1556">99999</cx:pt>
          <cx:pt idx="1557">99999</cx:pt>
          <cx:pt idx="1558">99999</cx:pt>
          <cx:pt idx="1559">99999</cx:pt>
          <cx:pt idx="1560">99999</cx:pt>
          <cx:pt idx="1561">99999</cx:pt>
          <cx:pt idx="1562">100000</cx:pt>
          <cx:pt idx="1563">100000</cx:pt>
          <cx:pt idx="1564">100000</cx:pt>
          <cx:pt idx="1565">100000</cx:pt>
          <cx:pt idx="1566">100000</cx:pt>
          <cx:pt idx="1567">100000</cx:pt>
          <cx:pt idx="1568">100000</cx:pt>
          <cx:pt idx="1569">100000</cx:pt>
          <cx:pt idx="1570">100000</cx:pt>
          <cx:pt idx="1571">100000</cx:pt>
          <cx:pt idx="1572">100000</cx:pt>
          <cx:pt idx="1573">100000</cx:pt>
          <cx:pt idx="1574">100000</cx:pt>
          <cx:pt idx="1575">100000</cx:pt>
          <cx:pt idx="1576">100000</cx:pt>
          <cx:pt idx="1577">100000</cx:pt>
          <cx:pt idx="1578">100000</cx:pt>
          <cx:pt idx="1579">100000</cx:pt>
          <cx:pt idx="1580">100000</cx:pt>
          <cx:pt idx="1581">100000</cx:pt>
          <cx:pt idx="1582">100000</cx:pt>
          <cx:pt idx="1583">100000</cx:pt>
          <cx:pt idx="1584">100000</cx:pt>
          <cx:pt idx="1585">100000</cx:pt>
          <cx:pt idx="1586">100000</cx:pt>
          <cx:pt idx="1587">100000</cx:pt>
          <cx:pt idx="1588">100000</cx:pt>
          <cx:pt idx="1589">100000</cx:pt>
          <cx:pt idx="1590">100000</cx:pt>
          <cx:pt idx="1591">100000</cx:pt>
          <cx:pt idx="1592">100000</cx:pt>
          <cx:pt idx="1593">100000</cx:pt>
          <cx:pt idx="1594">100000</cx:pt>
          <cx:pt idx="1595">100000</cx:pt>
          <cx:pt idx="1596">100000</cx:pt>
          <cx:pt idx="1597">100000</cx:pt>
          <cx:pt idx="1598">100000</cx:pt>
          <cx:pt idx="1599">100000</cx:pt>
          <cx:pt idx="1600">100000</cx:pt>
          <cx:pt idx="1601">100000</cx:pt>
          <cx:pt idx="1602">100000</cx:pt>
          <cx:pt idx="1603">100000</cx:pt>
          <cx:pt idx="1604">100000</cx:pt>
          <cx:pt idx="1605">100000</cx:pt>
          <cx:pt idx="1606">100000</cx:pt>
          <cx:pt idx="1607">100000</cx:pt>
          <cx:pt idx="1608">100000</cx:pt>
          <cx:pt idx="1609">100000</cx:pt>
          <cx:pt idx="1610">100000</cx:pt>
          <cx:pt idx="1611">100000</cx:pt>
          <cx:pt idx="1612">100000</cx:pt>
          <cx:pt idx="1613">100000</cx:pt>
          <cx:pt idx="1614">100000</cx:pt>
          <cx:pt idx="1615">100008</cx:pt>
          <cx:pt idx="1616">100011</cx:pt>
          <cx:pt idx="1617">100067</cx:pt>
          <cx:pt idx="1618">100096</cx:pt>
          <cx:pt idx="1619">100106</cx:pt>
          <cx:pt idx="1620">100114</cx:pt>
          <cx:pt idx="1621">100125</cx:pt>
          <cx:pt idx="1622">100125</cx:pt>
          <cx:pt idx="1623">100133</cx:pt>
          <cx:pt idx="1624">100181</cx:pt>
          <cx:pt idx="1625">100181</cx:pt>
          <cx:pt idx="1626">100190</cx:pt>
          <cx:pt idx="1627">100221</cx:pt>
          <cx:pt idx="1628">100242</cx:pt>
          <cx:pt idx="1629">100250</cx:pt>
          <cx:pt idx="1630">100250</cx:pt>
          <cx:pt idx="1631">100254</cx:pt>
          <cx:pt idx="1632">100299</cx:pt>
          <cx:pt idx="1633">100300</cx:pt>
          <cx:pt idx="1634">100325</cx:pt>
          <cx:pt idx="1635">100356</cx:pt>
          <cx:pt idx="1636">100388</cx:pt>
          <cx:pt idx="1637">100452</cx:pt>
          <cx:pt idx="1638">100474</cx:pt>
          <cx:pt idx="1639">100487</cx:pt>
          <cx:pt idx="1640">100487</cx:pt>
          <cx:pt idx="1641">100487</cx:pt>
          <cx:pt idx="1642">100487</cx:pt>
          <cx:pt idx="1643">100575</cx:pt>
          <cx:pt idx="1644">100618</cx:pt>
          <cx:pt idx="1645">100625</cx:pt>
          <cx:pt idx="1646">100641</cx:pt>
          <cx:pt idx="1647">100715</cx:pt>
          <cx:pt idx="1648">100730</cx:pt>
          <cx:pt idx="1649">100741</cx:pt>
          <cx:pt idx="1650">100743</cx:pt>
          <cx:pt idx="1651">100746</cx:pt>
          <cx:pt idx="1652">100777</cx:pt>
          <cx:pt idx="1653">100801</cx:pt>
          <cx:pt idx="1654">100816</cx:pt>
          <cx:pt idx="1655">100829</cx:pt>
          <cx:pt idx="1656">100833</cx:pt>
          <cx:pt idx="1657">100833</cx:pt>
          <cx:pt idx="1658">100840</cx:pt>
          <cx:pt idx="1659">100844</cx:pt>
          <cx:pt idx="1660">100860</cx:pt>
          <cx:pt idx="1661">100883</cx:pt>
          <cx:pt idx="1662">100928</cx:pt>
          <cx:pt idx="1663">100928</cx:pt>
          <cx:pt idx="1664">100933</cx:pt>
          <cx:pt idx="1665">101000</cx:pt>
          <cx:pt idx="1666">101109</cx:pt>
          <cx:pt idx="1667">101126</cx:pt>
          <cx:pt idx="1668">101150</cx:pt>
          <cx:pt idx="1669">101150</cx:pt>
          <cx:pt idx="1670">101166</cx:pt>
          <cx:pt idx="1671">101170</cx:pt>
          <cx:pt idx="1672">101191</cx:pt>
          <cx:pt idx="1673">101250</cx:pt>
          <cx:pt idx="1674">101283</cx:pt>
          <cx:pt idx="1675">101304</cx:pt>
          <cx:pt idx="1676">101324</cx:pt>
          <cx:pt idx="1677">101352</cx:pt>
          <cx:pt idx="1678">101367</cx:pt>
          <cx:pt idx="1679">101422</cx:pt>
          <cx:pt idx="1680">101436</cx:pt>
          <cx:pt idx="1681">101485</cx:pt>
          <cx:pt idx="1682">101485</cx:pt>
          <cx:pt idx="1683">101506</cx:pt>
          <cx:pt idx="1684">101513</cx:pt>
          <cx:pt idx="1685">101550</cx:pt>
          <cx:pt idx="1686">101555</cx:pt>
          <cx:pt idx="1687">101583</cx:pt>
          <cx:pt idx="1688">101670</cx:pt>
          <cx:pt idx="1689">101707</cx:pt>
          <cx:pt idx="1690">101743</cx:pt>
          <cx:pt idx="1691">101750</cx:pt>
          <cx:pt idx="1692">101752</cx:pt>
          <cx:pt idx="1693">101867</cx:pt>
          <cx:pt idx="1694">101875</cx:pt>
          <cx:pt idx="1695">101916</cx:pt>
          <cx:pt idx="1696">101939</cx:pt>
          <cx:pt idx="1697">101946</cx:pt>
          <cx:pt idx="1698">101955</cx:pt>
          <cx:pt idx="1699">101974</cx:pt>
          <cx:pt idx="1700">102000</cx:pt>
          <cx:pt idx="1701">102009</cx:pt>
          <cx:pt idx="1702">102048</cx:pt>
          <cx:pt idx="1703">102065</cx:pt>
          <cx:pt idx="1704">102100</cx:pt>
          <cx:pt idx="1705">102109</cx:pt>
          <cx:pt idx="1706">102156</cx:pt>
          <cx:pt idx="1707">102156</cx:pt>
          <cx:pt idx="1708">102222</cx:pt>
          <cx:pt idx="1709">102246</cx:pt>
          <cx:pt idx="1710">102254</cx:pt>
          <cx:pt idx="1711">102271</cx:pt>
          <cx:pt idx="1712">102283</cx:pt>
          <cx:pt idx="1713">102297</cx:pt>
          <cx:pt idx="1714">102312</cx:pt>
          <cx:pt idx="1715">102312</cx:pt>
          <cx:pt idx="1716">102377</cx:pt>
          <cx:pt idx="1717">102400</cx:pt>
          <cx:pt idx="1718">102469</cx:pt>
          <cx:pt idx="1719">102469</cx:pt>
          <cx:pt idx="1720">102498</cx:pt>
          <cx:pt idx="1721">102551</cx:pt>
          <cx:pt idx="1722">102587</cx:pt>
          <cx:pt idx="1723">102587</cx:pt>
          <cx:pt idx="1724">102632</cx:pt>
          <cx:pt idx="1725">102670</cx:pt>
          <cx:pt idx="1726">102721</cx:pt>
          <cx:pt idx="1727">102721</cx:pt>
          <cx:pt idx="1728">102751</cx:pt>
          <cx:pt idx="1729">102810</cx:pt>
          <cx:pt idx="1730">102816</cx:pt>
          <cx:pt idx="1731">102857</cx:pt>
          <cx:pt idx="1732">102857</cx:pt>
          <cx:pt idx="1733">102857</cx:pt>
          <cx:pt idx="1734">102857</cx:pt>
          <cx:pt idx="1735">102857</cx:pt>
          <cx:pt idx="1736">102857</cx:pt>
          <cx:pt idx="1737">102857</cx:pt>
          <cx:pt idx="1738">102857</cx:pt>
          <cx:pt idx="1739">102857</cx:pt>
          <cx:pt idx="1740">102857</cx:pt>
          <cx:pt idx="1741">102857</cx:pt>
          <cx:pt idx="1742">102857</cx:pt>
          <cx:pt idx="1743">102857</cx:pt>
          <cx:pt idx="1744">102857</cx:pt>
          <cx:pt idx="1745">102857</cx:pt>
          <cx:pt idx="1746">102857</cx:pt>
          <cx:pt idx="1747">102857</cx:pt>
          <cx:pt idx="1748">102857</cx:pt>
          <cx:pt idx="1749">102857</cx:pt>
          <cx:pt idx="1750">102857</cx:pt>
          <cx:pt idx="1751">102857</cx:pt>
          <cx:pt idx="1752">102857</cx:pt>
          <cx:pt idx="1753">102857</cx:pt>
          <cx:pt idx="1754">102857</cx:pt>
          <cx:pt idx="1755">102857</cx:pt>
          <cx:pt idx="1756">102857</cx:pt>
          <cx:pt idx="1757">102857</cx:pt>
          <cx:pt idx="1758">102857</cx:pt>
          <cx:pt idx="1759">102857</cx:pt>
          <cx:pt idx="1760">102857</cx:pt>
          <cx:pt idx="1761">102857</cx:pt>
          <cx:pt idx="1762">102857</cx:pt>
          <cx:pt idx="1763">102857</cx:pt>
          <cx:pt idx="1764">102857</cx:pt>
          <cx:pt idx="1765">102857</cx:pt>
          <cx:pt idx="1766">102857</cx:pt>
          <cx:pt idx="1767">102857</cx:pt>
          <cx:pt idx="1768">102857</cx:pt>
          <cx:pt idx="1769">102857</cx:pt>
          <cx:pt idx="1770">102857</cx:pt>
          <cx:pt idx="1771">102857</cx:pt>
          <cx:pt idx="1772">102857</cx:pt>
          <cx:pt idx="1773">102857</cx:pt>
          <cx:pt idx="1774">102857</cx:pt>
          <cx:pt idx="1775">102857</cx:pt>
          <cx:pt idx="1776">102857</cx:pt>
          <cx:pt idx="1777">102857</cx:pt>
          <cx:pt idx="1778">102857</cx:pt>
          <cx:pt idx="1779">102857</cx:pt>
          <cx:pt idx="1780">102857</cx:pt>
          <cx:pt idx="1781">102857</cx:pt>
          <cx:pt idx="1782">102857</cx:pt>
          <cx:pt idx="1783">102857</cx:pt>
          <cx:pt idx="1784">102857</cx:pt>
          <cx:pt idx="1785">102857</cx:pt>
          <cx:pt idx="1786">102857</cx:pt>
          <cx:pt idx="1787">102857</cx:pt>
          <cx:pt idx="1788">102857</cx:pt>
          <cx:pt idx="1789">102857</cx:pt>
          <cx:pt idx="1790">102857</cx:pt>
          <cx:pt idx="1791">102857</cx:pt>
          <cx:pt idx="1792">102857</cx:pt>
          <cx:pt idx="1793">102857</cx:pt>
          <cx:pt idx="1794">102863</cx:pt>
          <cx:pt idx="1795">102865</cx:pt>
          <cx:pt idx="1796">102892</cx:pt>
          <cx:pt idx="1797">102923</cx:pt>
          <cx:pt idx="1798">102923</cx:pt>
          <cx:pt idx="1799">102923</cx:pt>
          <cx:pt idx="1800">102923</cx:pt>
          <cx:pt idx="1801">102923</cx:pt>
          <cx:pt idx="1802">102935</cx:pt>
          <cx:pt idx="1803">102940</cx:pt>
          <cx:pt idx="1804">102940</cx:pt>
          <cx:pt idx="1805">102940</cx:pt>
          <cx:pt idx="1806">102952</cx:pt>
          <cx:pt idx="1807">102973</cx:pt>
          <cx:pt idx="1808">102979</cx:pt>
          <cx:pt idx="1809">102984</cx:pt>
          <cx:pt idx="1810">102990</cx:pt>
          <cx:pt idx="1811">102990</cx:pt>
          <cx:pt idx="1812">102990</cx:pt>
          <cx:pt idx="1813">103007</cx:pt>
          <cx:pt idx="1814">103020</cx:pt>
          <cx:pt idx="1815">103023</cx:pt>
          <cx:pt idx="1816">103041</cx:pt>
          <cx:pt idx="1817">103050</cx:pt>
          <cx:pt idx="1818">103057</cx:pt>
          <cx:pt idx="1819">103071</cx:pt>
          <cx:pt idx="1820">103090</cx:pt>
          <cx:pt idx="1821">103090</cx:pt>
          <cx:pt idx="1822">103090</cx:pt>
          <cx:pt idx="1823">103118</cx:pt>
          <cx:pt idx="1824">103123</cx:pt>
          <cx:pt idx="1825">103190</cx:pt>
          <cx:pt idx="1826">103190</cx:pt>
          <cx:pt idx="1827">103190</cx:pt>
          <cx:pt idx="1828">103190</cx:pt>
          <cx:pt idx="1829">103190</cx:pt>
          <cx:pt idx="1830">103190</cx:pt>
          <cx:pt idx="1831">103201</cx:pt>
          <cx:pt idx="1832">103207</cx:pt>
          <cx:pt idx="1833">103207</cx:pt>
          <cx:pt idx="1834">103235</cx:pt>
          <cx:pt idx="1835">103243</cx:pt>
          <cx:pt idx="1836">103249</cx:pt>
          <cx:pt idx="1837">103257</cx:pt>
          <cx:pt idx="1838">103264</cx:pt>
          <cx:pt idx="1839">103266</cx:pt>
          <cx:pt idx="1840">103275</cx:pt>
          <cx:pt idx="1841">103289</cx:pt>
          <cx:pt idx="1842">103294</cx:pt>
          <cx:pt idx="1843">103309</cx:pt>
          <cx:pt idx="1844">103322</cx:pt>
          <cx:pt idx="1845">103323</cx:pt>
          <cx:pt idx="1846">103323</cx:pt>
          <cx:pt idx="1847">103331</cx:pt>
          <cx:pt idx="1848">103333</cx:pt>
          <cx:pt idx="1849">103334</cx:pt>
          <cx:pt idx="1850">103341</cx:pt>
          <cx:pt idx="1851">103350</cx:pt>
          <cx:pt idx="1852">103357</cx:pt>
          <cx:pt idx="1853">103360</cx:pt>
          <cx:pt idx="1854">103364</cx:pt>
          <cx:pt idx="1855">103376</cx:pt>
          <cx:pt idx="1856">103376</cx:pt>
          <cx:pt idx="1857">103387</cx:pt>
          <cx:pt idx="1858">103390</cx:pt>
          <cx:pt idx="1859">103407</cx:pt>
          <cx:pt idx="1860">103407</cx:pt>
          <cx:pt idx="1861">103420</cx:pt>
          <cx:pt idx="1862">103426</cx:pt>
          <cx:pt idx="1863">103440</cx:pt>
          <cx:pt idx="1864">103473</cx:pt>
          <cx:pt idx="1865">103476</cx:pt>
          <cx:pt idx="1866">103498</cx:pt>
          <cx:pt idx="1867">103498</cx:pt>
          <cx:pt idx="1868">103498</cx:pt>
          <cx:pt idx="1869">103498</cx:pt>
          <cx:pt idx="1870">103523</cx:pt>
          <cx:pt idx="1871">103523</cx:pt>
          <cx:pt idx="1872">103523</cx:pt>
          <cx:pt idx="1873">103530</cx:pt>
          <cx:pt idx="1874">103540</cx:pt>
          <cx:pt idx="1875">103550</cx:pt>
          <cx:pt idx="1876">103557</cx:pt>
          <cx:pt idx="1877">103567</cx:pt>
          <cx:pt idx="1878">103590</cx:pt>
          <cx:pt idx="1879">103607</cx:pt>
          <cx:pt idx="1880">103620</cx:pt>
          <cx:pt idx="1881">103623</cx:pt>
          <cx:pt idx="1882">103635</cx:pt>
          <cx:pt idx="1883">103651</cx:pt>
          <cx:pt idx="1884">103652</cx:pt>
          <cx:pt idx="1885">103652</cx:pt>
          <cx:pt idx="1886">103690</cx:pt>
          <cx:pt idx="1887">103690</cx:pt>
          <cx:pt idx="1888">103690</cx:pt>
          <cx:pt idx="1889">103690</cx:pt>
          <cx:pt idx="1890">103690</cx:pt>
          <cx:pt idx="1891">103690</cx:pt>
          <cx:pt idx="1892">103690</cx:pt>
          <cx:pt idx="1893">103718</cx:pt>
          <cx:pt idx="1894">103723</cx:pt>
          <cx:pt idx="1895">103773</cx:pt>
          <cx:pt idx="1896">103780</cx:pt>
          <cx:pt idx="1897">103838</cx:pt>
          <cx:pt idx="1898">103853</cx:pt>
          <cx:pt idx="1899">103857</cx:pt>
          <cx:pt idx="1900">103870</cx:pt>
          <cx:pt idx="1901">103886</cx:pt>
          <cx:pt idx="1902">103895</cx:pt>
          <cx:pt idx="1903">103899</cx:pt>
          <cx:pt idx="1904">103899</cx:pt>
          <cx:pt idx="1905">103906</cx:pt>
          <cx:pt idx="1906">103940</cx:pt>
          <cx:pt idx="1907">103940</cx:pt>
          <cx:pt idx="1908">103940</cx:pt>
          <cx:pt idx="1909">103946</cx:pt>
          <cx:pt idx="1910">103990</cx:pt>
          <cx:pt idx="1911">104000</cx:pt>
          <cx:pt idx="1912">104016</cx:pt>
          <cx:pt idx="1913">104023</cx:pt>
          <cx:pt idx="1914">104023</cx:pt>
          <cx:pt idx="1915">104027</cx:pt>
          <cx:pt idx="1916">104040</cx:pt>
          <cx:pt idx="1917">104079</cx:pt>
          <cx:pt idx="1918">104090</cx:pt>
          <cx:pt idx="1919">104140</cx:pt>
          <cx:pt idx="1920">104140</cx:pt>
          <cx:pt idx="1921">104157</cx:pt>
          <cx:pt idx="1922">104183</cx:pt>
          <cx:pt idx="1923">104190</cx:pt>
          <cx:pt idx="1924">104207</cx:pt>
          <cx:pt idx="1925">104223</cx:pt>
          <cx:pt idx="1926">104227</cx:pt>
          <cx:pt idx="1927">104273</cx:pt>
          <cx:pt idx="1928">104290</cx:pt>
          <cx:pt idx="1929">104314</cx:pt>
          <cx:pt idx="1930">104323</cx:pt>
          <cx:pt idx="1931">104328</cx:pt>
          <cx:pt idx="1932">104338</cx:pt>
          <cx:pt idx="1933">104339</cx:pt>
          <cx:pt idx="1934">104340</cx:pt>
          <cx:pt idx="1935">104353</cx:pt>
          <cx:pt idx="1936">104357</cx:pt>
          <cx:pt idx="1937">104373</cx:pt>
          <cx:pt idx="1938">104373</cx:pt>
          <cx:pt idx="1939">104423</cx:pt>
          <cx:pt idx="1940">104423</cx:pt>
          <cx:pt idx="1941">104459</cx:pt>
          <cx:pt idx="1942">104463</cx:pt>
          <cx:pt idx="1943">104465</cx:pt>
          <cx:pt idx="1944">104484</cx:pt>
          <cx:pt idx="1945">104484</cx:pt>
          <cx:pt idx="1946">104489</cx:pt>
          <cx:pt idx="1947">104520</cx:pt>
          <cx:pt idx="1948">104523</cx:pt>
          <cx:pt idx="1949">104523</cx:pt>
          <cx:pt idx="1950">104607</cx:pt>
          <cx:pt idx="1951">104617</cx:pt>
          <cx:pt idx="1952">104673</cx:pt>
          <cx:pt idx="1953">104685</cx:pt>
          <cx:pt idx="1954">104690</cx:pt>
          <cx:pt idx="1955">104723</cx:pt>
          <cx:pt idx="1956">104730</cx:pt>
          <cx:pt idx="1957">104740</cx:pt>
          <cx:pt idx="1958">104768</cx:pt>
          <cx:pt idx="1959">104783</cx:pt>
          <cx:pt idx="1960">104788</cx:pt>
          <cx:pt idx="1961">104795</cx:pt>
          <cx:pt idx="1962">104807</cx:pt>
          <cx:pt idx="1963">104823</cx:pt>
          <cx:pt idx="1964">104845</cx:pt>
          <cx:pt idx="1965">104846</cx:pt>
          <cx:pt idx="1966">104853</cx:pt>
          <cx:pt idx="1967">104857</cx:pt>
          <cx:pt idx="1968">104890</cx:pt>
          <cx:pt idx="1969">104956</cx:pt>
          <cx:pt idx="1970">104957</cx:pt>
          <cx:pt idx="1971">105000</cx:pt>
          <cx:pt idx="1972">105037</cx:pt>
          <cx:pt idx="1973">105073</cx:pt>
          <cx:pt idx="1974">105119</cx:pt>
          <cx:pt idx="1975">105124</cx:pt>
          <cx:pt idx="1976">105139</cx:pt>
          <cx:pt idx="1977">105157</cx:pt>
          <cx:pt idx="1978">105168</cx:pt>
          <cx:pt idx="1979">105177</cx:pt>
          <cx:pt idx="1980">105190</cx:pt>
          <cx:pt idx="1981">105190</cx:pt>
          <cx:pt idx="1982">105190</cx:pt>
          <cx:pt idx="1983">105221</cx:pt>
          <cx:pt idx="1984">105232</cx:pt>
          <cx:pt idx="1985">105238</cx:pt>
          <cx:pt idx="1986">105238</cx:pt>
          <cx:pt idx="1987">105238</cx:pt>
          <cx:pt idx="1988">105238</cx:pt>
          <cx:pt idx="1989">105273</cx:pt>
          <cx:pt idx="1990">105317</cx:pt>
          <cx:pt idx="1991">105327</cx:pt>
          <cx:pt idx="1992">105338</cx:pt>
          <cx:pt idx="1993">105390</cx:pt>
          <cx:pt idx="1994">105407</cx:pt>
          <cx:pt idx="1995">105444</cx:pt>
          <cx:pt idx="1996">105467</cx:pt>
          <cx:pt idx="1997">105467</cx:pt>
          <cx:pt idx="1998">105498</cx:pt>
          <cx:pt idx="1999">105499</cx:pt>
          <cx:pt idx="2000">105499</cx:pt>
          <cx:pt idx="2001">105499</cx:pt>
          <cx:pt idx="2002">105499</cx:pt>
          <cx:pt idx="2003">105598</cx:pt>
          <cx:pt idx="2004">105606</cx:pt>
          <cx:pt idx="2005">105607</cx:pt>
          <cx:pt idx="2006">105620</cx:pt>
          <cx:pt idx="2007">105630</cx:pt>
          <cx:pt idx="2008">105651</cx:pt>
          <cx:pt idx="2009">105668</cx:pt>
          <cx:pt idx="2010">105673</cx:pt>
          <cx:pt idx="2011">105690</cx:pt>
          <cx:pt idx="2012">105745</cx:pt>
          <cx:pt idx="2013">105750</cx:pt>
          <cx:pt idx="2014">105766</cx:pt>
          <cx:pt idx="2015">105790</cx:pt>
          <cx:pt idx="2016">105807</cx:pt>
          <cx:pt idx="2017">105819</cx:pt>
          <cx:pt idx="2018">105833</cx:pt>
          <cx:pt idx="2019">105857</cx:pt>
          <cx:pt idx="2020">105906</cx:pt>
          <cx:pt idx="2021">105907</cx:pt>
          <cx:pt idx="2022">105950</cx:pt>
          <cx:pt idx="2023">105977</cx:pt>
          <cx:pt idx="2024">105990</cx:pt>
          <cx:pt idx="2025">105990</cx:pt>
          <cx:pt idx="2026">106000</cx:pt>
          <cx:pt idx="2027">106027</cx:pt>
          <cx:pt idx="2028">106029</cx:pt>
          <cx:pt idx="2029">106030</cx:pt>
          <cx:pt idx="2030">106066</cx:pt>
          <cx:pt idx="2031">106107</cx:pt>
          <cx:pt idx="2032">106140</cx:pt>
          <cx:pt idx="2033">106170</cx:pt>
          <cx:pt idx="2034">106174</cx:pt>
          <cx:pt idx="2035">106190</cx:pt>
          <cx:pt idx="2036">106190</cx:pt>
          <cx:pt idx="2037">106190</cx:pt>
          <cx:pt idx="2038">106198</cx:pt>
          <cx:pt idx="2039">106250</cx:pt>
          <cx:pt idx="2040">106325</cx:pt>
          <cx:pt idx="2041">106330</cx:pt>
          <cx:pt idx="2042">106333</cx:pt>
          <cx:pt idx="2043">106390</cx:pt>
          <cx:pt idx="2044">106400</cx:pt>
          <cx:pt idx="2045">106473</cx:pt>
          <cx:pt idx="2046">106490</cx:pt>
          <cx:pt idx="2047">106521</cx:pt>
          <cx:pt idx="2048">106544</cx:pt>
          <cx:pt idx="2049">106573</cx:pt>
          <cx:pt idx="2050">106599</cx:pt>
          <cx:pt idx="2051">106607</cx:pt>
          <cx:pt idx="2052">106622</cx:pt>
          <cx:pt idx="2053">106664</cx:pt>
          <cx:pt idx="2054">106664</cx:pt>
          <cx:pt idx="2055">106664</cx:pt>
          <cx:pt idx="2056">106664</cx:pt>
          <cx:pt idx="2057">106664</cx:pt>
          <cx:pt idx="2058">106664</cx:pt>
          <cx:pt idx="2059">106665</cx:pt>
          <cx:pt idx="2060">106666</cx:pt>
          <cx:pt idx="2061">106667</cx:pt>
          <cx:pt idx="2062">106668</cx:pt>
          <cx:pt idx="2063">106669</cx:pt>
          <cx:pt idx="2064">106674</cx:pt>
          <cx:pt idx="2065">106689</cx:pt>
          <cx:pt idx="2066">106703</cx:pt>
          <cx:pt idx="2067">106723</cx:pt>
          <cx:pt idx="2068">106733</cx:pt>
          <cx:pt idx="2069">106733</cx:pt>
          <cx:pt idx="2070">106740</cx:pt>
          <cx:pt idx="2071">106783</cx:pt>
          <cx:pt idx="2072">106796</cx:pt>
          <cx:pt idx="2073">106800</cx:pt>
          <cx:pt idx="2074">106833</cx:pt>
          <cx:pt idx="2075">106857</cx:pt>
          <cx:pt idx="2076">106866</cx:pt>
          <cx:pt idx="2077">106887</cx:pt>
          <cx:pt idx="2078">106890</cx:pt>
          <cx:pt idx="2079">106890</cx:pt>
          <cx:pt idx="2080">106895</cx:pt>
          <cx:pt idx="2081">106904</cx:pt>
          <cx:pt idx="2082">106915</cx:pt>
          <cx:pt idx="2083">106950</cx:pt>
          <cx:pt idx="2084">106957</cx:pt>
          <cx:pt idx="2085">106976</cx:pt>
          <cx:pt idx="2086">107000</cx:pt>
          <cx:pt idx="2087">107000</cx:pt>
          <cx:pt idx="2088">107009</cx:pt>
          <cx:pt idx="2089">107020</cx:pt>
          <cx:pt idx="2090">107023</cx:pt>
          <cx:pt idx="2091">107072</cx:pt>
          <cx:pt idx="2092">107085</cx:pt>
          <cx:pt idx="2093">107090</cx:pt>
          <cx:pt idx="2094">107111</cx:pt>
          <cx:pt idx="2095">107189</cx:pt>
          <cx:pt idx="2096">107197</cx:pt>
          <cx:pt idx="2097">107207</cx:pt>
          <cx:pt idx="2098">107210</cx:pt>
          <cx:pt idx="2099">107233</cx:pt>
          <cx:pt idx="2100">107234</cx:pt>
          <cx:pt idx="2101">107308</cx:pt>
          <cx:pt idx="2102">107311</cx:pt>
          <cx:pt idx="2103">107333</cx:pt>
          <cx:pt idx="2104">107340</cx:pt>
          <cx:pt idx="2105">107349</cx:pt>
          <cx:pt idx="2106">107386</cx:pt>
          <cx:pt idx="2107">107441</cx:pt>
          <cx:pt idx="2108">107473</cx:pt>
          <cx:pt idx="2109">107493</cx:pt>
          <cx:pt idx="2110">107522</cx:pt>
          <cx:pt idx="2111">107607</cx:pt>
          <cx:pt idx="2112">107624</cx:pt>
          <cx:pt idx="2113">107649</cx:pt>
          <cx:pt idx="2114">107653</cx:pt>
          <cx:pt idx="2115">107683</cx:pt>
          <cx:pt idx="2116">107701</cx:pt>
          <cx:pt idx="2117">107762</cx:pt>
          <cx:pt idx="2118">107809</cx:pt>
          <cx:pt idx="2119">107840</cx:pt>
          <cx:pt idx="2120">107840</cx:pt>
          <cx:pt idx="2121">107880</cx:pt>
          <cx:pt idx="2122">107916</cx:pt>
          <cx:pt idx="2123">107938</cx:pt>
          <cx:pt idx="2124">107948</cx:pt>
          <cx:pt idx="2125">107957</cx:pt>
          <cx:pt idx="2126">107957</cx:pt>
          <cx:pt idx="2127">108031</cx:pt>
          <cx:pt idx="2128">108057</cx:pt>
          <cx:pt idx="2129">108077</cx:pt>
          <cx:pt idx="2130">108085</cx:pt>
          <cx:pt idx="2131">108090</cx:pt>
          <cx:pt idx="2132">108110</cx:pt>
          <cx:pt idx="2133">108113</cx:pt>
          <cx:pt idx="2134">108157</cx:pt>
          <cx:pt idx="2135">108190</cx:pt>
          <cx:pt idx="2136">108216</cx:pt>
          <cx:pt idx="2137">108217</cx:pt>
          <cx:pt idx="2138">108266</cx:pt>
          <cx:pt idx="2139">108273</cx:pt>
          <cx:pt idx="2140">108333</cx:pt>
          <cx:pt idx="2141">108333</cx:pt>
          <cx:pt idx="2142">108333</cx:pt>
          <cx:pt idx="2143">108355</cx:pt>
          <cx:pt idx="2144">108396</cx:pt>
          <cx:pt idx="2145">108420</cx:pt>
          <cx:pt idx="2146">108440</cx:pt>
          <cx:pt idx="2147">108450</cx:pt>
          <cx:pt idx="2148">108457</cx:pt>
          <cx:pt idx="2149">108523</cx:pt>
          <cx:pt idx="2150">108547</cx:pt>
          <cx:pt idx="2151">108595</cx:pt>
          <cx:pt idx="2152">108604</cx:pt>
          <cx:pt idx="2153">108607</cx:pt>
          <cx:pt idx="2154">108610</cx:pt>
          <cx:pt idx="2155">108615</cx:pt>
          <cx:pt idx="2156">108617</cx:pt>
          <cx:pt idx="2157">108629</cx:pt>
          <cx:pt idx="2158">108690</cx:pt>
          <cx:pt idx="2159">108690</cx:pt>
          <cx:pt idx="2160">108690</cx:pt>
          <cx:pt idx="2161">108723</cx:pt>
          <cx:pt idx="2162">108757</cx:pt>
          <cx:pt idx="2163">108781</cx:pt>
          <cx:pt idx="2164">108786</cx:pt>
          <cx:pt idx="2165">108791</cx:pt>
          <cx:pt idx="2166">108813</cx:pt>
          <cx:pt idx="2167">108813</cx:pt>
          <cx:pt idx="2168">108825</cx:pt>
          <cx:pt idx="2169">108872</cx:pt>
          <cx:pt idx="2170">108900</cx:pt>
          <cx:pt idx="2171">108923</cx:pt>
          <cx:pt idx="2172">108933</cx:pt>
          <cx:pt idx="2173">108957</cx:pt>
          <cx:pt idx="2174">108969</cx:pt>
          <cx:pt idx="2175">108970</cx:pt>
          <cx:pt idx="2176">108976</cx:pt>
          <cx:pt idx="2177">109012</cx:pt>
          <cx:pt idx="2178">109020</cx:pt>
          <cx:pt idx="2179">109021</cx:pt>
          <cx:pt idx="2180">109030</cx:pt>
          <cx:pt idx="2181">109032</cx:pt>
          <cx:pt idx="2182">109090</cx:pt>
          <cx:pt idx="2183">109105</cx:pt>
          <cx:pt idx="2184">109170</cx:pt>
          <cx:pt idx="2185">109234</cx:pt>
          <cx:pt idx="2186">109252</cx:pt>
          <cx:pt idx="2187">109266</cx:pt>
          <cx:pt idx="2188">109307</cx:pt>
          <cx:pt idx="2189">109399</cx:pt>
          <cx:pt idx="2190">109408</cx:pt>
          <cx:pt idx="2191">109408</cx:pt>
          <cx:pt idx="2192">109440</cx:pt>
          <cx:pt idx="2193">109463</cx:pt>
          <cx:pt idx="2194">109468</cx:pt>
          <cx:pt idx="2195">109523</cx:pt>
          <cx:pt idx="2196">109535</cx:pt>
          <cx:pt idx="2197">109574</cx:pt>
          <cx:pt idx="2198">109587</cx:pt>
          <cx:pt idx="2199">109590</cx:pt>
          <cx:pt idx="2200">109621</cx:pt>
          <cx:pt idx="2201">109621</cx:pt>
          <cx:pt idx="2202">109623</cx:pt>
          <cx:pt idx="2203">109666</cx:pt>
          <cx:pt idx="2204">109666</cx:pt>
          <cx:pt idx="2205">109688</cx:pt>
          <cx:pt idx="2206">109690</cx:pt>
          <cx:pt idx="2207">109727</cx:pt>
          <cx:pt idx="2208">109793</cx:pt>
          <cx:pt idx="2209">109796</cx:pt>
          <cx:pt idx="2210">109846</cx:pt>
          <cx:pt idx="2211">109857</cx:pt>
          <cx:pt idx="2212">109860</cx:pt>
          <cx:pt idx="2213">109912</cx:pt>
          <cx:pt idx="2214">109933</cx:pt>
          <cx:pt idx="2215">109936</cx:pt>
          <cx:pt idx="2216">109940</cx:pt>
          <cx:pt idx="2217">109979</cx:pt>
          <cx:pt idx="2218">110000</cx:pt>
          <cx:pt idx="2219">110000</cx:pt>
          <cx:pt idx="2220">110004</cx:pt>
          <cx:pt idx="2221">110004</cx:pt>
          <cx:pt idx="2222">110004</cx:pt>
          <cx:pt idx="2223">110012</cx:pt>
          <cx:pt idx="2224">110015</cx:pt>
          <cx:pt idx="2225">110016</cx:pt>
          <cx:pt idx="2226">110016</cx:pt>
          <cx:pt idx="2227">110029</cx:pt>
          <cx:pt idx="2228">110034</cx:pt>
          <cx:pt idx="2229">110040</cx:pt>
          <cx:pt idx="2230">110050</cx:pt>
          <cx:pt idx="2231">110057</cx:pt>
          <cx:pt idx="2232">110059</cx:pt>
          <cx:pt idx="2233">110066</cx:pt>
          <cx:pt idx="2234">110068</cx:pt>
          <cx:pt idx="2235">110108</cx:pt>
          <cx:pt idx="2236">110108</cx:pt>
          <cx:pt idx="2237">110124</cx:pt>
          <cx:pt idx="2238">110181</cx:pt>
          <cx:pt idx="2239">110206</cx:pt>
          <cx:pt idx="2240">110339</cx:pt>
          <cx:pt idx="2241">110362</cx:pt>
          <cx:pt idx="2242">110368</cx:pt>
          <cx:pt idx="2243">110383</cx:pt>
          <cx:pt idx="2244">110390</cx:pt>
          <cx:pt idx="2245">110400</cx:pt>
          <cx:pt idx="2246">110483</cx:pt>
          <cx:pt idx="2247">110502</cx:pt>
          <cx:pt idx="2248">110523</cx:pt>
          <cx:pt idx="2249">110582</cx:pt>
          <cx:pt idx="2250">110605</cx:pt>
          <cx:pt idx="2251">110639</cx:pt>
          <cx:pt idx="2252">110650</cx:pt>
          <cx:pt idx="2253">110687</cx:pt>
          <cx:pt idx="2254">110690</cx:pt>
          <cx:pt idx="2255">110690</cx:pt>
          <cx:pt idx="2256">110726</cx:pt>
          <cx:pt idx="2257">110740</cx:pt>
          <cx:pt idx="2258">110773</cx:pt>
          <cx:pt idx="2259">110792</cx:pt>
          <cx:pt idx="2260">110792</cx:pt>
          <cx:pt idx="2261">110819</cx:pt>
          <cx:pt idx="2262">110832</cx:pt>
          <cx:pt idx="2263">110833</cx:pt>
          <cx:pt idx="2264">110881</cx:pt>
          <cx:pt idx="2265">110897</cx:pt>
          <cx:pt idx="2266">110900</cx:pt>
          <cx:pt idx="2267">110900</cx:pt>
          <cx:pt idx="2268">110998</cx:pt>
          <cx:pt idx="2269">111171</cx:pt>
          <cx:pt idx="2270">111254</cx:pt>
          <cx:pt idx="2271">111266</cx:pt>
          <cx:pt idx="2272">111269</cx:pt>
          <cx:pt idx="2273">111319</cx:pt>
          <cx:pt idx="2274">111327</cx:pt>
          <cx:pt idx="2275">111335</cx:pt>
          <cx:pt idx="2276">111339</cx:pt>
          <cx:pt idx="2277">111390</cx:pt>
          <cx:pt idx="2278">111397</cx:pt>
          <cx:pt idx="2279">111458</cx:pt>
          <cx:pt idx="2280">111482</cx:pt>
          <cx:pt idx="2281">111600</cx:pt>
          <cx:pt idx="2282">111608</cx:pt>
          <cx:pt idx="2283">111619</cx:pt>
          <cx:pt idx="2284">111660</cx:pt>
          <cx:pt idx="2285">111666</cx:pt>
          <cx:pt idx="2286">111671</cx:pt>
          <cx:pt idx="2287">111672</cx:pt>
          <cx:pt idx="2288">111707</cx:pt>
          <cx:pt idx="2289">111720</cx:pt>
          <cx:pt idx="2290">111724</cx:pt>
          <cx:pt idx="2291">111728</cx:pt>
          <cx:pt idx="2292">111768</cx:pt>
          <cx:pt idx="2293">111781</cx:pt>
          <cx:pt idx="2294">111815</cx:pt>
          <cx:pt idx="2295">111821</cx:pt>
          <cx:pt idx="2296">111833</cx:pt>
          <cx:pt idx="2297">111858</cx:pt>
          <cx:pt idx="2298">111897</cx:pt>
          <cx:pt idx="2299">111973</cx:pt>
          <cx:pt idx="2300">111989</cx:pt>
          <cx:pt idx="2301">112060</cx:pt>
          <cx:pt idx="2302">112238</cx:pt>
          <cx:pt idx="2303">112282</cx:pt>
          <cx:pt idx="2304">112303</cx:pt>
          <cx:pt idx="2305">112304</cx:pt>
          <cx:pt idx="2306">112356</cx:pt>
          <cx:pt idx="2307">112379</cx:pt>
          <cx:pt idx="2308">112390</cx:pt>
          <cx:pt idx="2309">112390</cx:pt>
          <cx:pt idx="2310">112423</cx:pt>
          <cx:pt idx="2311">112432</cx:pt>
          <cx:pt idx="2312">112441</cx:pt>
          <cx:pt idx="2313">112468</cx:pt>
          <cx:pt idx="2314">112479</cx:pt>
          <cx:pt idx="2315">112507</cx:pt>
          <cx:pt idx="2316">112529</cx:pt>
          <cx:pt idx="2317">112633</cx:pt>
          <cx:pt idx="2318">112652</cx:pt>
          <cx:pt idx="2319">112690</cx:pt>
          <cx:pt idx="2320">112690</cx:pt>
          <cx:pt idx="2321">112701</cx:pt>
          <cx:pt idx="2322">112716</cx:pt>
          <cx:pt idx="2323">112765</cx:pt>
          <cx:pt idx="2324">112807</cx:pt>
          <cx:pt idx="2325">112832</cx:pt>
          <cx:pt idx="2326">112857</cx:pt>
          <cx:pt idx="2327">112858</cx:pt>
          <cx:pt idx="2328">112869</cx:pt>
          <cx:pt idx="2329">112887</cx:pt>
          <cx:pt idx="2330">112939</cx:pt>
          <cx:pt idx="2331">112943</cx:pt>
          <cx:pt idx="2332">112963</cx:pt>
          <cx:pt idx="2333">112987</cx:pt>
          <cx:pt idx="2334">113023</cx:pt>
          <cx:pt idx="2335">113057</cx:pt>
          <cx:pt idx="2336">113088</cx:pt>
          <cx:pt idx="2337">113156</cx:pt>
          <cx:pt idx="2338">113200</cx:pt>
          <cx:pt idx="2339">113216</cx:pt>
          <cx:pt idx="2340">113216</cx:pt>
          <cx:pt idx="2341">113217</cx:pt>
          <cx:pt idx="2342">113238</cx:pt>
          <cx:pt idx="2343">113243</cx:pt>
          <cx:pt idx="2344">113298</cx:pt>
          <cx:pt idx="2345">113327</cx:pt>
          <cx:pt idx="2346">113327</cx:pt>
          <cx:pt idx="2347">113328</cx:pt>
          <cx:pt idx="2348">113333</cx:pt>
          <cx:pt idx="2349">113333</cx:pt>
          <cx:pt idx="2350">113339</cx:pt>
          <cx:pt idx="2351">113366</cx:pt>
          <cx:pt idx="2352">113373</cx:pt>
          <cx:pt idx="2353">113379</cx:pt>
          <cx:pt idx="2354">113414</cx:pt>
          <cx:pt idx="2355">113450</cx:pt>
          <cx:pt idx="2356">113513</cx:pt>
          <cx:pt idx="2357">113623</cx:pt>
          <cx:pt idx="2358">113712</cx:pt>
          <cx:pt idx="2359">113723</cx:pt>
          <cx:pt idx="2360">113822</cx:pt>
          <cx:pt idx="2361">113902</cx:pt>
          <cx:pt idx="2362">113926</cx:pt>
          <cx:pt idx="2363">113939</cx:pt>
          <cx:pt idx="2364">113990</cx:pt>
          <cx:pt idx="2365">113998</cx:pt>
          <cx:pt idx="2366">114023</cx:pt>
          <cx:pt idx="2367">114040</cx:pt>
          <cx:pt idx="2368">114049</cx:pt>
          <cx:pt idx="2369">114085</cx:pt>
          <cx:pt idx="2370">114100</cx:pt>
          <cx:pt idx="2371">114106</cx:pt>
          <cx:pt idx="2372">114118</cx:pt>
          <cx:pt idx="2373">114140</cx:pt>
          <cx:pt idx="2374">114190</cx:pt>
          <cx:pt idx="2375">114207</cx:pt>
          <cx:pt idx="2376">114241</cx:pt>
          <cx:pt idx="2377">114272</cx:pt>
          <cx:pt idx="2378">114290</cx:pt>
          <cx:pt idx="2379">114339</cx:pt>
          <cx:pt idx="2380">114340</cx:pt>
          <cx:pt idx="2381">114350</cx:pt>
          <cx:pt idx="2382">114353</cx:pt>
          <cx:pt idx="2383">114523</cx:pt>
          <cx:pt idx="2384">114638</cx:pt>
          <cx:pt idx="2385">114857</cx:pt>
          <cx:pt idx="2386">114860</cx:pt>
          <cx:pt idx="2387">114870</cx:pt>
          <cx:pt idx="2388">114973</cx:pt>
          <cx:pt idx="2389">114979</cx:pt>
          <cx:pt idx="2390">114983</cx:pt>
          <cx:pt idx="2391">115070</cx:pt>
          <cx:pt idx="2392">115141</cx:pt>
          <cx:pt idx="2393">115145</cx:pt>
          <cx:pt idx="2394">115175</cx:pt>
          <cx:pt idx="2395">115190</cx:pt>
          <cx:pt idx="2396">115190</cx:pt>
          <cx:pt idx="2397">115191</cx:pt>
          <cx:pt idx="2398">115194</cx:pt>
          <cx:pt idx="2399">115210</cx:pt>
          <cx:pt idx="2400">115210</cx:pt>
          <cx:pt idx="2401">115313</cx:pt>
          <cx:pt idx="2402">115400</cx:pt>
          <cx:pt idx="2403">115411</cx:pt>
          <cx:pt idx="2404">115455</cx:pt>
          <cx:pt idx="2405">115597</cx:pt>
          <cx:pt idx="2406">115618</cx:pt>
          <cx:pt idx="2407">115642</cx:pt>
          <cx:pt idx="2408">115690</cx:pt>
          <cx:pt idx="2409">115741</cx:pt>
          <cx:pt idx="2410">115743</cx:pt>
          <cx:pt idx="2411">115743</cx:pt>
          <cx:pt idx="2412">115817</cx:pt>
          <cx:pt idx="2413">115827</cx:pt>
          <cx:pt idx="2414">115833</cx:pt>
          <cx:pt idx="2415">115838</cx:pt>
          <cx:pt idx="2416">115907</cx:pt>
          <cx:pt idx="2417">115908</cx:pt>
          <cx:pt idx="2418">115948</cx:pt>
          <cx:pt idx="2419">115955</cx:pt>
          <cx:pt idx="2420">115977</cx:pt>
          <cx:pt idx="2421">116003</cx:pt>
          <cx:pt idx="2422">116096</cx:pt>
          <cx:pt idx="2423">116140</cx:pt>
          <cx:pt idx="2424">116144</cx:pt>
          <cx:pt idx="2425">116157</cx:pt>
          <cx:pt idx="2426">116160</cx:pt>
          <cx:pt idx="2427">116176</cx:pt>
          <cx:pt idx="2428">116183</cx:pt>
          <cx:pt idx="2429">116217</cx:pt>
          <cx:pt idx="2430">116274</cx:pt>
          <cx:pt idx="2431">116297</cx:pt>
          <cx:pt idx="2432">116493</cx:pt>
          <cx:pt idx="2433">116496</cx:pt>
          <cx:pt idx="2434">116510</cx:pt>
          <cx:pt idx="2435">116540</cx:pt>
          <cx:pt idx="2436">116556</cx:pt>
          <cx:pt idx="2437">116575</cx:pt>
          <cx:pt idx="2438">116581</cx:pt>
          <cx:pt idx="2439">116590</cx:pt>
          <cx:pt idx="2440">116640</cx:pt>
          <cx:pt idx="2441">116648</cx:pt>
          <cx:pt idx="2442">116650</cx:pt>
          <cx:pt idx="2443">116657</cx:pt>
          <cx:pt idx="2444">116658</cx:pt>
          <cx:pt idx="2445">116664</cx:pt>
          <cx:pt idx="2446">116666</cx:pt>
          <cx:pt idx="2447">116666</cx:pt>
          <cx:pt idx="2448">116666</cx:pt>
          <cx:pt idx="2449">116669</cx:pt>
          <cx:pt idx="2450">116675</cx:pt>
          <cx:pt idx="2451">116677</cx:pt>
          <cx:pt idx="2452">116684</cx:pt>
          <cx:pt idx="2453">116684</cx:pt>
          <cx:pt idx="2454">116720</cx:pt>
          <cx:pt idx="2455">116729</cx:pt>
          <cx:pt idx="2456">116753</cx:pt>
          <cx:pt idx="2457">116779</cx:pt>
          <cx:pt idx="2458">116789</cx:pt>
          <cx:pt idx="2459">116790</cx:pt>
          <cx:pt idx="2460">116817</cx:pt>
          <cx:pt idx="2461">116817</cx:pt>
          <cx:pt idx="2462">116849</cx:pt>
          <cx:pt idx="2463">116863</cx:pt>
          <cx:pt idx="2464">116902</cx:pt>
          <cx:pt idx="2465">116910</cx:pt>
          <cx:pt idx="2466">116918</cx:pt>
          <cx:pt idx="2467">116952</cx:pt>
          <cx:pt idx="2468">116958</cx:pt>
          <cx:pt idx="2469">116958</cx:pt>
          <cx:pt idx="2470">116980</cx:pt>
          <cx:pt idx="2471">117012</cx:pt>
          <cx:pt idx="2472">117039</cx:pt>
          <cx:pt idx="2473">117040</cx:pt>
          <cx:pt idx="2474">117056</cx:pt>
          <cx:pt idx="2475">117057</cx:pt>
          <cx:pt idx="2476">117120</cx:pt>
          <cx:pt idx="2477">117120</cx:pt>
          <cx:pt idx="2478">117175</cx:pt>
          <cx:pt idx="2479">117192</cx:pt>
          <cx:pt idx="2480">117214</cx:pt>
          <cx:pt idx="2481">117263</cx:pt>
          <cx:pt idx="2482">117280</cx:pt>
          <cx:pt idx="2483">117323</cx:pt>
          <cx:pt idx="2484">117360</cx:pt>
          <cx:pt idx="2485">117428</cx:pt>
          <cx:pt idx="2486">117444</cx:pt>
          <cx:pt idx="2487">117449</cx:pt>
          <cx:pt idx="2488">117450</cx:pt>
          <cx:pt idx="2489">117466</cx:pt>
          <cx:pt idx="2490">117500</cx:pt>
          <cx:pt idx="2491">117502</cx:pt>
          <cx:pt idx="2492">117520</cx:pt>
          <cx:pt idx="2493">117611</cx:pt>
          <cx:pt idx="2494">117616</cx:pt>
          <cx:pt idx="2495">117627</cx:pt>
          <cx:pt idx="2496">117671</cx:pt>
          <cx:pt idx="2497">117690</cx:pt>
          <cx:pt idx="2498">117692</cx:pt>
          <cx:pt idx="2499">117732</cx:pt>
          <cx:pt idx="2500">117753</cx:pt>
          <cx:pt idx="2501">117809</cx:pt>
          <cx:pt idx="2502">117841</cx:pt>
          <cx:pt idx="2503">117874</cx:pt>
          <cx:pt idx="2504">117923</cx:pt>
          <cx:pt idx="2505">117928</cx:pt>
          <cx:pt idx="2506">118004</cx:pt>
          <cx:pt idx="2507">118011</cx:pt>
          <cx:pt idx="2508">118042</cx:pt>
          <cx:pt idx="2509">118066</cx:pt>
          <cx:pt idx="2510">118090</cx:pt>
          <cx:pt idx="2511">118177</cx:pt>
          <cx:pt idx="2512">118190</cx:pt>
          <cx:pt idx="2513">118332</cx:pt>
          <cx:pt idx="2514">118352</cx:pt>
          <cx:pt idx="2515">118399</cx:pt>
          <cx:pt idx="2516">118407</cx:pt>
          <cx:pt idx="2517">118473</cx:pt>
          <cx:pt idx="2518">118477</cx:pt>
          <cx:pt idx="2519">118480</cx:pt>
          <cx:pt idx="2520">118533</cx:pt>
          <cx:pt idx="2521">118585</cx:pt>
          <cx:pt idx="2522">118585</cx:pt>
          <cx:pt idx="2523">118600</cx:pt>
          <cx:pt idx="2524">118657</cx:pt>
          <cx:pt idx="2525">118657</cx:pt>
          <cx:pt idx="2526">118675</cx:pt>
          <cx:pt idx="2527">118690</cx:pt>
          <cx:pt idx="2528">118721</cx:pt>
          <cx:pt idx="2529">118723</cx:pt>
          <cx:pt idx="2530">118730</cx:pt>
          <cx:pt idx="2531">118819</cx:pt>
          <cx:pt idx="2532">118840</cx:pt>
          <cx:pt idx="2533">118856</cx:pt>
          <cx:pt idx="2534">118916</cx:pt>
          <cx:pt idx="2535">118986</cx:pt>
          <cx:pt idx="2536">119012</cx:pt>
          <cx:pt idx="2537">119043</cx:pt>
          <cx:pt idx="2538">119068</cx:pt>
          <cx:pt idx="2539">119106</cx:pt>
          <cx:pt idx="2540">119152</cx:pt>
          <cx:pt idx="2541">119168</cx:pt>
          <cx:pt idx="2542">119176</cx:pt>
          <cx:pt idx="2543">119176</cx:pt>
          <cx:pt idx="2544">119187</cx:pt>
          <cx:pt idx="2545">119190</cx:pt>
          <cx:pt idx="2546">119207</cx:pt>
          <cx:pt idx="2547">119207</cx:pt>
          <cx:pt idx="2548">119233</cx:pt>
          <cx:pt idx="2549">119242</cx:pt>
          <cx:pt idx="2550">119322</cx:pt>
          <cx:pt idx="2551">119333</cx:pt>
          <cx:pt idx="2552">119338</cx:pt>
          <cx:pt idx="2553">119341</cx:pt>
          <cx:pt idx="2554">119364</cx:pt>
          <cx:pt idx="2555">119377</cx:pt>
          <cx:pt idx="2556">119396</cx:pt>
          <cx:pt idx="2557">119454</cx:pt>
          <cx:pt idx="2558">119454</cx:pt>
          <cx:pt idx="2559">119457</cx:pt>
          <cx:pt idx="2560">119472</cx:pt>
          <cx:pt idx="2561">119500</cx:pt>
          <cx:pt idx="2562">119533</cx:pt>
          <cx:pt idx="2563">119594</cx:pt>
          <cx:pt idx="2564">119609</cx:pt>
          <cx:pt idx="2565">119651</cx:pt>
          <cx:pt idx="2566">119657</cx:pt>
          <cx:pt idx="2567">119673</cx:pt>
          <cx:pt idx="2568">119690</cx:pt>
          <cx:pt idx="2569">119708</cx:pt>
          <cx:pt idx="2570">119821</cx:pt>
          <cx:pt idx="2571">119824</cx:pt>
          <cx:pt idx="2572">119826</cx:pt>
          <cx:pt idx="2573">119839</cx:pt>
          <cx:pt idx="2574">119890</cx:pt>
          <cx:pt idx="2575">119895</cx:pt>
          <cx:pt idx="2576">119946</cx:pt>
          <cx:pt idx="2577">119974</cx:pt>
          <cx:pt idx="2578">119986</cx:pt>
          <cx:pt idx="2579">119998</cx:pt>
          <cx:pt idx="2580">120000</cx:pt>
          <cx:pt idx="2581">120000</cx:pt>
          <cx:pt idx="2582">120000</cx:pt>
          <cx:pt idx="2583">120000</cx:pt>
          <cx:pt idx="2584">120000</cx:pt>
          <cx:pt idx="2585">120000</cx:pt>
          <cx:pt idx="2586">120000</cx:pt>
          <cx:pt idx="2587">120000</cx:pt>
          <cx:pt idx="2588">120000</cx:pt>
          <cx:pt idx="2589">120000</cx:pt>
          <cx:pt idx="2590">120000</cx:pt>
          <cx:pt idx="2591">120000</cx:pt>
          <cx:pt idx="2592">120000</cx:pt>
          <cx:pt idx="2593">120000</cx:pt>
          <cx:pt idx="2594">120000</cx:pt>
          <cx:pt idx="2595">120000</cx:pt>
          <cx:pt idx="2596">120000</cx:pt>
          <cx:pt idx="2597">120009</cx:pt>
          <cx:pt idx="2598">120015</cx:pt>
          <cx:pt idx="2599">120025</cx:pt>
          <cx:pt idx="2600">120026</cx:pt>
          <cx:pt idx="2601">120044</cx:pt>
          <cx:pt idx="2602">120052</cx:pt>
          <cx:pt idx="2603">120057</cx:pt>
          <cx:pt idx="2604">120057</cx:pt>
          <cx:pt idx="2605">120059</cx:pt>
          <cx:pt idx="2606">120092</cx:pt>
          <cx:pt idx="2607">120096</cx:pt>
          <cx:pt idx="2608">120125</cx:pt>
          <cx:pt idx="2609">120132</cx:pt>
          <cx:pt idx="2610">120149</cx:pt>
          <cx:pt idx="2611">120152</cx:pt>
          <cx:pt idx="2612">120163</cx:pt>
          <cx:pt idx="2613">120194</cx:pt>
          <cx:pt idx="2614">120200</cx:pt>
          <cx:pt idx="2615">120275</cx:pt>
          <cx:pt idx="2616">120275</cx:pt>
          <cx:pt idx="2617">120312</cx:pt>
          <cx:pt idx="2618">120316</cx:pt>
          <cx:pt idx="2619">120391</cx:pt>
          <cx:pt idx="2620">120400</cx:pt>
          <cx:pt idx="2621">120433</cx:pt>
          <cx:pt idx="2622">120488</cx:pt>
          <cx:pt idx="2623">120573</cx:pt>
          <cx:pt idx="2624">120636</cx:pt>
          <cx:pt idx="2625">120657</cx:pt>
          <cx:pt idx="2626">120694</cx:pt>
          <cx:pt idx="2627">120718</cx:pt>
          <cx:pt idx="2628">120742</cx:pt>
          <cx:pt idx="2629">120815</cx:pt>
          <cx:pt idx="2630">120833</cx:pt>
          <cx:pt idx="2631">120853</cx:pt>
          <cx:pt idx="2632">120892</cx:pt>
          <cx:pt idx="2633">120902</cx:pt>
          <cx:pt idx="2634">120932</cx:pt>
          <cx:pt idx="2635">121000</cx:pt>
          <cx:pt idx="2636">121000</cx:pt>
          <cx:pt idx="2637">121062</cx:pt>
          <cx:pt idx="2638">121093</cx:pt>
          <cx:pt idx="2639">121138</cx:pt>
          <cx:pt idx="2640">121183</cx:pt>
          <cx:pt idx="2641">121190</cx:pt>
          <cx:pt idx="2642">121196</cx:pt>
          <cx:pt idx="2643">121250</cx:pt>
          <cx:pt idx="2644">121264</cx:pt>
          <cx:pt idx="2645">121326</cx:pt>
          <cx:pt idx="2646">121356</cx:pt>
          <cx:pt idx="2647">121372</cx:pt>
          <cx:pt idx="2648">121383</cx:pt>
          <cx:pt idx="2649">121416</cx:pt>
          <cx:pt idx="2650">121416</cx:pt>
          <cx:pt idx="2651">121435</cx:pt>
          <cx:pt idx="2652">121475</cx:pt>
          <cx:pt idx="2653">121583</cx:pt>
          <cx:pt idx="2654">121611</cx:pt>
          <cx:pt idx="2655">121611</cx:pt>
          <cx:pt idx="2656">121611</cx:pt>
          <cx:pt idx="2657">121625</cx:pt>
          <cx:pt idx="2658">121640</cx:pt>
          <cx:pt idx="2659">121649</cx:pt>
          <cx:pt idx="2660">121663</cx:pt>
          <cx:pt idx="2661">121666</cx:pt>
          <cx:pt idx="2662">121668</cx:pt>
          <cx:pt idx="2663">121698</cx:pt>
          <cx:pt idx="2664">121723</cx:pt>
          <cx:pt idx="2665">121771</cx:pt>
          <cx:pt idx="2666">121828</cx:pt>
          <cx:pt idx="2667">121840</cx:pt>
          <cx:pt idx="2668">121848</cx:pt>
          <cx:pt idx="2669">121848</cx:pt>
          <cx:pt idx="2670">121861</cx:pt>
          <cx:pt idx="2671">121871</cx:pt>
          <cx:pt idx="2672">121873</cx:pt>
          <cx:pt idx="2673">122032</cx:pt>
          <cx:pt idx="2674">122043</cx:pt>
          <cx:pt idx="2675">122058</cx:pt>
          <cx:pt idx="2676">122091</cx:pt>
          <cx:pt idx="2677">122154</cx:pt>
          <cx:pt idx="2678">122166</cx:pt>
          <cx:pt idx="2679">122190</cx:pt>
          <cx:pt idx="2680">122193</cx:pt>
          <cx:pt idx="2681">122219</cx:pt>
          <cx:pt idx="2682">122290</cx:pt>
          <cx:pt idx="2683">122306</cx:pt>
          <cx:pt idx="2684">122313</cx:pt>
          <cx:pt idx="2685">122333</cx:pt>
          <cx:pt idx="2686">122345</cx:pt>
          <cx:pt idx="2687">122366</cx:pt>
          <cx:pt idx="2688">122372</cx:pt>
          <cx:pt idx="2689">122407</cx:pt>
          <cx:pt idx="2690">122433</cx:pt>
          <cx:pt idx="2691">122444</cx:pt>
          <cx:pt idx="2692">122460</cx:pt>
          <cx:pt idx="2693">122484</cx:pt>
          <cx:pt idx="2694">122489</cx:pt>
          <cx:pt idx="2695">122489</cx:pt>
          <cx:pt idx="2696">122500</cx:pt>
          <cx:pt idx="2697">122523</cx:pt>
          <cx:pt idx="2698">122550</cx:pt>
          <cx:pt idx="2699">122611</cx:pt>
          <cx:pt idx="2700">122628</cx:pt>
          <cx:pt idx="2701">122667</cx:pt>
          <cx:pt idx="2702">122667</cx:pt>
          <cx:pt idx="2703">122675</cx:pt>
          <cx:pt idx="2704">122693</cx:pt>
          <cx:pt idx="2705">122701</cx:pt>
          <cx:pt idx="2706">122717</cx:pt>
          <cx:pt idx="2707">122758</cx:pt>
          <cx:pt idx="2708">122847</cx:pt>
          <cx:pt idx="2709">122867</cx:pt>
          <cx:pt idx="2710">122912</cx:pt>
          <cx:pt idx="2711">122921</cx:pt>
          <cx:pt idx="2712">122969</cx:pt>
          <cx:pt idx="2713">122969</cx:pt>
          <cx:pt idx="2714">122971</cx:pt>
          <cx:pt idx="2715">123000</cx:pt>
          <cx:pt idx="2716">123030</cx:pt>
          <cx:pt idx="2717">123037</cx:pt>
          <cx:pt idx="2718">123053</cx:pt>
          <cx:pt idx="2719">123111</cx:pt>
          <cx:pt idx="2720">123140</cx:pt>
          <cx:pt idx="2721">123148</cx:pt>
          <cx:pt idx="2722">123172</cx:pt>
          <cx:pt idx="2723">123315</cx:pt>
          <cx:pt idx="2724">123315</cx:pt>
          <cx:pt idx="2725">123315</cx:pt>
          <cx:pt idx="2726">123315</cx:pt>
          <cx:pt idx="2727">123315</cx:pt>
          <cx:pt idx="2728">123315</cx:pt>
          <cx:pt idx="2729">123315</cx:pt>
          <cx:pt idx="2730">123316</cx:pt>
          <cx:pt idx="2731">123316</cx:pt>
          <cx:pt idx="2732">123317</cx:pt>
          <cx:pt idx="2733">123325</cx:pt>
          <cx:pt idx="2734">123333</cx:pt>
          <cx:pt idx="2735">123333</cx:pt>
          <cx:pt idx="2736">123340</cx:pt>
          <cx:pt idx="2737">123340</cx:pt>
          <cx:pt idx="2738">123340</cx:pt>
          <cx:pt idx="2739">123340</cx:pt>
          <cx:pt idx="2740">123340</cx:pt>
          <cx:pt idx="2741">123340</cx:pt>
          <cx:pt idx="2742">123369</cx:pt>
          <cx:pt idx="2743">123400</cx:pt>
          <cx:pt idx="2744">123402</cx:pt>
          <cx:pt idx="2745">123418</cx:pt>
          <cx:pt idx="2746">123474</cx:pt>
          <cx:pt idx="2747">123484</cx:pt>
          <cx:pt idx="2748">123549</cx:pt>
          <cx:pt idx="2749">123552</cx:pt>
          <cx:pt idx="2750">123587</cx:pt>
          <cx:pt idx="2751">123623</cx:pt>
          <cx:pt idx="2752">123690</cx:pt>
          <cx:pt idx="2753">123706</cx:pt>
          <cx:pt idx="2754">123709</cx:pt>
          <cx:pt idx="2755">123722</cx:pt>
          <cx:pt idx="2756">123793</cx:pt>
          <cx:pt idx="2757">123803</cx:pt>
          <cx:pt idx="2758">123807</cx:pt>
          <cx:pt idx="2759">123814</cx:pt>
          <cx:pt idx="2760">123836</cx:pt>
          <cx:pt idx="2761">123891</cx:pt>
          <cx:pt idx="2762">123935</cx:pt>
          <cx:pt idx="2763">123941</cx:pt>
          <cx:pt idx="2764">123971</cx:pt>
          <cx:pt idx="2765">123990</cx:pt>
          <cx:pt idx="2766">124007</cx:pt>
          <cx:pt idx="2767">124007</cx:pt>
          <cx:pt idx="2768">124033</cx:pt>
          <cx:pt idx="2769">124061</cx:pt>
          <cx:pt idx="2770">124062</cx:pt>
          <cx:pt idx="2771">124072</cx:pt>
          <cx:pt idx="2772">124083</cx:pt>
          <cx:pt idx="2773">124096</cx:pt>
          <cx:pt idx="2774">124203</cx:pt>
          <cx:pt idx="2775">124343</cx:pt>
          <cx:pt idx="2776">124350</cx:pt>
          <cx:pt idx="2777">124363</cx:pt>
          <cx:pt idx="2778">124363</cx:pt>
          <cx:pt idx="2779">124394</cx:pt>
          <cx:pt idx="2780">124408</cx:pt>
          <cx:pt idx="2781">124551</cx:pt>
          <cx:pt idx="2782">124574</cx:pt>
          <cx:pt idx="2783">124614</cx:pt>
          <cx:pt idx="2784">124675</cx:pt>
          <cx:pt idx="2785">124681</cx:pt>
          <cx:pt idx="2786">124792</cx:pt>
          <cx:pt idx="2787">124792</cx:pt>
          <cx:pt idx="2788">124792</cx:pt>
          <cx:pt idx="2789">124792</cx:pt>
          <cx:pt idx="2790">124832</cx:pt>
          <cx:pt idx="2791">124856</cx:pt>
          <cx:pt idx="2792">124896</cx:pt>
          <cx:pt idx="2793">124988</cx:pt>
          <cx:pt idx="2794">125000</cx:pt>
          <cx:pt idx="2795">125000</cx:pt>
          <cx:pt idx="2796">125000</cx:pt>
          <cx:pt idx="2797">125000</cx:pt>
          <cx:pt idx="2798">125000</cx:pt>
          <cx:pt idx="2799">125000</cx:pt>
          <cx:pt idx="2800">125000</cx:pt>
          <cx:pt idx="2801">125000</cx:pt>
          <cx:pt idx="2802">125000</cx:pt>
          <cx:pt idx="2803">125000</cx:pt>
          <cx:pt idx="2804">125000</cx:pt>
          <cx:pt idx="2805">125000</cx:pt>
          <cx:pt idx="2806">125000</cx:pt>
          <cx:pt idx="2807">125000</cx:pt>
          <cx:pt idx="2808">125016</cx:pt>
          <cx:pt idx="2809">125063</cx:pt>
          <cx:pt idx="2810">125068</cx:pt>
          <cx:pt idx="2811">125099</cx:pt>
          <cx:pt idx="2812">125144</cx:pt>
          <cx:pt idx="2813">125149</cx:pt>
          <cx:pt idx="2814">125149</cx:pt>
          <cx:pt idx="2815">125149</cx:pt>
          <cx:pt idx="2816">125166</cx:pt>
          <cx:pt idx="2817">125176</cx:pt>
          <cx:pt idx="2818">125180</cx:pt>
          <cx:pt idx="2819">125181</cx:pt>
          <cx:pt idx="2820">125208</cx:pt>
          <cx:pt idx="2821">125208</cx:pt>
          <cx:pt idx="2822">125208</cx:pt>
          <cx:pt idx="2823">125208</cx:pt>
          <cx:pt idx="2824">125208</cx:pt>
          <cx:pt idx="2825">125208</cx:pt>
          <cx:pt idx="2826">125208</cx:pt>
          <cx:pt idx="2827">125208</cx:pt>
          <cx:pt idx="2828">125208</cx:pt>
          <cx:pt idx="2829">125215</cx:pt>
          <cx:pt idx="2830">125215</cx:pt>
          <cx:pt idx="2831">125265</cx:pt>
          <cx:pt idx="2832">125293</cx:pt>
          <cx:pt idx="2833">125293</cx:pt>
          <cx:pt idx="2834">125293</cx:pt>
          <cx:pt idx="2835">125293</cx:pt>
          <cx:pt idx="2836">125293</cx:pt>
          <cx:pt idx="2837">125293</cx:pt>
          <cx:pt idx="2838">125293</cx:pt>
          <cx:pt idx="2839">125293</cx:pt>
          <cx:pt idx="2840">125293</cx:pt>
          <cx:pt idx="2841">125293</cx:pt>
          <cx:pt idx="2842">125293</cx:pt>
          <cx:pt idx="2843">125293</cx:pt>
          <cx:pt idx="2844">125308</cx:pt>
          <cx:pt idx="2845">125334</cx:pt>
          <cx:pt idx="2846">125340</cx:pt>
          <cx:pt idx="2847">125343</cx:pt>
          <cx:pt idx="2848">125353</cx:pt>
          <cx:pt idx="2849">125382</cx:pt>
          <cx:pt idx="2850">125447</cx:pt>
          <cx:pt idx="2851">125454</cx:pt>
          <cx:pt idx="2852">125459</cx:pt>
          <cx:pt idx="2853">125463</cx:pt>
          <cx:pt idx="2854">125470</cx:pt>
          <cx:pt idx="2855">125484</cx:pt>
          <cx:pt idx="2856">125500</cx:pt>
          <cx:pt idx="2857">125500</cx:pt>
          <cx:pt idx="2858">125523</cx:pt>
          <cx:pt idx="2859">125600</cx:pt>
          <cx:pt idx="2860">125696</cx:pt>
          <cx:pt idx="2861">125702</cx:pt>
          <cx:pt idx="2862">125800</cx:pt>
          <cx:pt idx="2863">125833</cx:pt>
          <cx:pt idx="2864">125850</cx:pt>
          <cx:pt idx="2865">125876</cx:pt>
          <cx:pt idx="2866">125967</cx:pt>
          <cx:pt idx="2867">125976</cx:pt>
          <cx:pt idx="2868">126000</cx:pt>
          <cx:pt idx="2869">126018</cx:pt>
          <cx:pt idx="2870">126020</cx:pt>
          <cx:pt idx="2871">126033</cx:pt>
          <cx:pt idx="2872">126044</cx:pt>
          <cx:pt idx="2873">126051</cx:pt>
          <cx:pt idx="2874">126083</cx:pt>
          <cx:pt idx="2875">126172</cx:pt>
          <cx:pt idx="2876">126187</cx:pt>
          <cx:pt idx="2877">126224</cx:pt>
          <cx:pt idx="2878">126233</cx:pt>
          <cx:pt idx="2879">126280</cx:pt>
          <cx:pt idx="2880">126290</cx:pt>
          <cx:pt idx="2881">126327</cx:pt>
          <cx:pt idx="2882">126333</cx:pt>
          <cx:pt idx="2883">126345</cx:pt>
          <cx:pt idx="2884">126345</cx:pt>
          <cx:pt idx="2885">126378</cx:pt>
          <cx:pt idx="2886">126419</cx:pt>
          <cx:pt idx="2887">126445</cx:pt>
          <cx:pt idx="2888">126500</cx:pt>
          <cx:pt idx="2889">126504</cx:pt>
          <cx:pt idx="2890">126562</cx:pt>
          <cx:pt idx="2891">126606</cx:pt>
          <cx:pt idx="2892">126606</cx:pt>
          <cx:pt idx="2893">126620</cx:pt>
          <cx:pt idx="2894">126666</cx:pt>
          <cx:pt idx="2895">126666</cx:pt>
          <cx:pt idx="2896">126666</cx:pt>
          <cx:pt idx="2897">126666</cx:pt>
          <cx:pt idx="2898">126666</cx:pt>
          <cx:pt idx="2899">126666</cx:pt>
          <cx:pt idx="2900">126666</cx:pt>
          <cx:pt idx="2901">126668</cx:pt>
          <cx:pt idx="2902">126669</cx:pt>
          <cx:pt idx="2903">126676</cx:pt>
          <cx:pt idx="2904">126676</cx:pt>
          <cx:pt idx="2905">126715</cx:pt>
          <cx:pt idx="2906">126745</cx:pt>
          <cx:pt idx="2907">126756</cx:pt>
          <cx:pt idx="2908">126762</cx:pt>
          <cx:pt idx="2909">126778</cx:pt>
          <cx:pt idx="2910">126791</cx:pt>
          <cx:pt idx="2911">126806</cx:pt>
          <cx:pt idx="2912">126921</cx:pt>
          <cx:pt idx="2913">126956</cx:pt>
          <cx:pt idx="2914">126999</cx:pt>
          <cx:pt idx="2915">126999</cx:pt>
          <cx:pt idx="2916">126999</cx:pt>
          <cx:pt idx="2917">126999</cx:pt>
          <cx:pt idx="2918">126999</cx:pt>
          <cx:pt idx="2919">126999</cx:pt>
          <cx:pt idx="2920">127007</cx:pt>
          <cx:pt idx="2921">127008</cx:pt>
          <cx:pt idx="2922">127067</cx:pt>
          <cx:pt idx="2923">127100</cx:pt>
          <cx:pt idx="2924">127102</cx:pt>
          <cx:pt idx="2925">127124</cx:pt>
          <cx:pt idx="2926">127130</cx:pt>
          <cx:pt idx="2927">127153</cx:pt>
          <cx:pt idx="2928">127199</cx:pt>
          <cx:pt idx="2929">127199</cx:pt>
          <cx:pt idx="2930">127218</cx:pt>
          <cx:pt idx="2931">127255</cx:pt>
          <cx:pt idx="2932">127259</cx:pt>
          <cx:pt idx="2933">127264</cx:pt>
          <cx:pt idx="2934">127280</cx:pt>
          <cx:pt idx="2935">127288</cx:pt>
          <cx:pt idx="2936">127357</cx:pt>
          <cx:pt idx="2937">127386</cx:pt>
          <cx:pt idx="2938">127392</cx:pt>
          <cx:pt idx="2939">127392</cx:pt>
          <cx:pt idx="2940">127392</cx:pt>
          <cx:pt idx="2941">127392</cx:pt>
          <cx:pt idx="2942">127392</cx:pt>
          <cx:pt idx="2943">127392</cx:pt>
          <cx:pt idx="2944">127420</cx:pt>
          <cx:pt idx="2945">127451</cx:pt>
          <cx:pt idx="2946">127465</cx:pt>
          <cx:pt idx="2947">127521</cx:pt>
          <cx:pt idx="2948">127532</cx:pt>
          <cx:pt idx="2949">127549</cx:pt>
          <cx:pt idx="2950">127558</cx:pt>
          <cx:pt idx="2951">127579</cx:pt>
          <cx:pt idx="2952">127653</cx:pt>
          <cx:pt idx="2953">127690</cx:pt>
          <cx:pt idx="2954">127705</cx:pt>
          <cx:pt idx="2955">127715</cx:pt>
          <cx:pt idx="2956">127749</cx:pt>
          <cx:pt idx="2957">127757</cx:pt>
          <cx:pt idx="2958">127774</cx:pt>
          <cx:pt idx="2959">127776</cx:pt>
          <cx:pt idx="2960">127927</cx:pt>
          <cx:pt idx="2961">127985</cx:pt>
          <cx:pt idx="2962">128007</cx:pt>
          <cx:pt idx="2963">128065</cx:pt>
          <cx:pt idx="2964">128065</cx:pt>
          <cx:pt idx="2965">128065</cx:pt>
          <cx:pt idx="2966">128116</cx:pt>
          <cx:pt idx="2967">128139</cx:pt>
          <cx:pt idx="2968">128150</cx:pt>
          <cx:pt idx="2969">128311</cx:pt>
          <cx:pt idx="2970">128317</cx:pt>
          <cx:pt idx="2971">128350</cx:pt>
          <cx:pt idx="2972">128387</cx:pt>
          <cx:pt idx="2973">128460</cx:pt>
          <cx:pt idx="2974">128490</cx:pt>
          <cx:pt idx="2975">128490</cx:pt>
          <cx:pt idx="2976">128571</cx:pt>
          <cx:pt idx="2977">128571</cx:pt>
          <cx:pt idx="2978">128571</cx:pt>
          <cx:pt idx="2979">128666</cx:pt>
          <cx:pt idx="2980">128666</cx:pt>
          <cx:pt idx="2981">128691</cx:pt>
          <cx:pt idx="2982">128715</cx:pt>
          <cx:pt idx="2983">128776</cx:pt>
          <cx:pt idx="2984">128851</cx:pt>
          <cx:pt idx="2985">128887</cx:pt>
          <cx:pt idx="2986">128927</cx:pt>
          <cx:pt idx="2987">128932</cx:pt>
          <cx:pt idx="2988">128940</cx:pt>
          <cx:pt idx="2989">128953</cx:pt>
          <cx:pt idx="2990">129007</cx:pt>
          <cx:pt idx="2991">129050</cx:pt>
          <cx:pt idx="2992">129057</cx:pt>
          <cx:pt idx="2993">129076</cx:pt>
          <cx:pt idx="2994">129164</cx:pt>
          <cx:pt idx="2995">129175</cx:pt>
          <cx:pt idx="2996">129217</cx:pt>
          <cx:pt idx="2997">129262</cx:pt>
          <cx:pt idx="2998">129283</cx:pt>
          <cx:pt idx="2999">129316</cx:pt>
          <cx:pt idx="3000">129320</cx:pt>
          <cx:pt idx="3001">129333</cx:pt>
          <cx:pt idx="3002">129393</cx:pt>
          <cx:pt idx="3003">129484</cx:pt>
          <cx:pt idx="3004">129516</cx:pt>
          <cx:pt idx="3005">129546</cx:pt>
          <cx:pt idx="3006">129548</cx:pt>
          <cx:pt idx="3007">129549</cx:pt>
          <cx:pt idx="3008">129640</cx:pt>
          <cx:pt idx="3009">129722</cx:pt>
          <cx:pt idx="3010">129734</cx:pt>
          <cx:pt idx="3011">129740</cx:pt>
          <cx:pt idx="3012">129782</cx:pt>
          <cx:pt idx="3013">129849</cx:pt>
          <cx:pt idx="3014">129850</cx:pt>
          <cx:pt idx="3015">129885</cx:pt>
          <cx:pt idx="3016">129924</cx:pt>
          <cx:pt idx="3017">129925</cx:pt>
          <cx:pt idx="3018">129941</cx:pt>
          <cx:pt idx="3019">129972</cx:pt>
          <cx:pt idx="3020">129983</cx:pt>
          <cx:pt idx="3021">129988</cx:pt>
          <cx:pt idx="3022">129998</cx:pt>
          <cx:pt idx="3023">130000</cx:pt>
          <cx:pt idx="3024">130002</cx:pt>
          <cx:pt idx="3025">130005</cx:pt>
          <cx:pt idx="3026">130011</cx:pt>
          <cx:pt idx="3027">130023</cx:pt>
          <cx:pt idx="3028">130025</cx:pt>
          <cx:pt idx="3029">130031</cx:pt>
          <cx:pt idx="3030">130053</cx:pt>
          <cx:pt idx="3031">130099</cx:pt>
          <cx:pt idx="3032">130099</cx:pt>
          <cx:pt idx="3033">130115</cx:pt>
          <cx:pt idx="3034">130156</cx:pt>
          <cx:pt idx="3035">130222</cx:pt>
          <cx:pt idx="3036">130232</cx:pt>
          <cx:pt idx="3037">130271</cx:pt>
          <cx:pt idx="3038">130298</cx:pt>
          <cx:pt idx="3039">130309</cx:pt>
          <cx:pt idx="3040">130330</cx:pt>
          <cx:pt idx="3041">130339</cx:pt>
          <cx:pt idx="3042">130374</cx:pt>
          <cx:pt idx="3043">130390</cx:pt>
          <cx:pt idx="3044">130430</cx:pt>
          <cx:pt idx="3045">130434</cx:pt>
          <cx:pt idx="3046">130436</cx:pt>
          <cx:pt idx="3047">130437</cx:pt>
          <cx:pt idx="3048">130467</cx:pt>
          <cx:pt idx="3049">130477</cx:pt>
          <cx:pt idx="3050">130477</cx:pt>
          <cx:pt idx="3051">130569</cx:pt>
          <cx:pt idx="3052">130571</cx:pt>
          <cx:pt idx="3053">130580</cx:pt>
          <cx:pt idx="3054">130589</cx:pt>
          <cx:pt idx="3055">130624</cx:pt>
          <cx:pt idx="3056">130645</cx:pt>
          <cx:pt idx="3057">130805</cx:pt>
          <cx:pt idx="3058">130857</cx:pt>
          <cx:pt idx="3059">130873</cx:pt>
          <cx:pt idx="3060">131000</cx:pt>
          <cx:pt idx="3061">131154</cx:pt>
          <cx:pt idx="3062">131166</cx:pt>
          <cx:pt idx="3063">131201</cx:pt>
          <cx:pt idx="3064">131340</cx:pt>
          <cx:pt idx="3065">131384</cx:pt>
          <cx:pt idx="3066">131555</cx:pt>
          <cx:pt idx="3067">131595</cx:pt>
          <cx:pt idx="3068">131625</cx:pt>
          <cx:pt idx="3069">131661</cx:pt>
          <cx:pt idx="3070">131661</cx:pt>
          <cx:pt idx="3071">131663</cx:pt>
          <cx:pt idx="3072">131803</cx:pt>
          <cx:pt idx="3073">131929</cx:pt>
          <cx:pt idx="3074">132000</cx:pt>
          <cx:pt idx="3075">132067</cx:pt>
          <cx:pt idx="3076">132072</cx:pt>
          <cx:pt idx="3077">132150</cx:pt>
          <cx:pt idx="3078">132207</cx:pt>
          <cx:pt idx="3079">132262</cx:pt>
          <cx:pt idx="3080">132305</cx:pt>
          <cx:pt idx="3081">132333</cx:pt>
          <cx:pt idx="3082">132336</cx:pt>
          <cx:pt idx="3083">132377</cx:pt>
          <cx:pt idx="3084">132377</cx:pt>
          <cx:pt idx="3085">132377</cx:pt>
          <cx:pt idx="3086">132377</cx:pt>
          <cx:pt idx="3087">132450</cx:pt>
          <cx:pt idx="3088">132450</cx:pt>
          <cx:pt idx="3089">132482</cx:pt>
          <cx:pt idx="3090">132500</cx:pt>
          <cx:pt idx="3091">132552</cx:pt>
          <cx:pt idx="3092">132579</cx:pt>
          <cx:pt idx="3093">132580</cx:pt>
          <cx:pt idx="3094">132588</cx:pt>
          <cx:pt idx="3095">132639</cx:pt>
          <cx:pt idx="3096">132663</cx:pt>
          <cx:pt idx="3097">132747</cx:pt>
          <cx:pt idx="3098">132791</cx:pt>
          <cx:pt idx="3099">132808</cx:pt>
          <cx:pt idx="3100">132818</cx:pt>
          <cx:pt idx="3101">132825</cx:pt>
          <cx:pt idx="3102">132840</cx:pt>
          <cx:pt idx="3103">132860</cx:pt>
          <cx:pt idx="3104">132873</cx:pt>
          <cx:pt idx="3105">132920</cx:pt>
          <cx:pt idx="3106">132923</cx:pt>
          <cx:pt idx="3107">132950</cx:pt>
          <cx:pt idx="3108">132966</cx:pt>
          <cx:pt idx="3109">132968</cx:pt>
          <cx:pt idx="3110">132997</cx:pt>
          <cx:pt idx="3111">133028</cx:pt>
          <cx:pt idx="3112">133057</cx:pt>
          <cx:pt idx="3113">133063</cx:pt>
          <cx:pt idx="3114">133121</cx:pt>
          <cx:pt idx="3115">133143</cx:pt>
          <cx:pt idx="3116">133156</cx:pt>
          <cx:pt idx="3117">133224</cx:pt>
          <cx:pt idx="3118">133224</cx:pt>
          <cx:pt idx="3119">133247</cx:pt>
          <cx:pt idx="3120">133292</cx:pt>
          <cx:pt idx="3121">133300</cx:pt>
          <cx:pt idx="3122">133303</cx:pt>
          <cx:pt idx="3123">133305</cx:pt>
          <cx:pt idx="3124">133316</cx:pt>
          <cx:pt idx="3125">133316</cx:pt>
          <cx:pt idx="3126">133325</cx:pt>
          <cx:pt idx="3127">133325</cx:pt>
          <cx:pt idx="3128">133325</cx:pt>
          <cx:pt idx="3129">133325</cx:pt>
          <cx:pt idx="3130">133325</cx:pt>
          <cx:pt idx="3131">133325</cx:pt>
          <cx:pt idx="3132">133333</cx:pt>
          <cx:pt idx="3133">133333</cx:pt>
          <cx:pt idx="3134">133333</cx:pt>
          <cx:pt idx="3135">133333</cx:pt>
          <cx:pt idx="3136">133340</cx:pt>
          <cx:pt idx="3137">133414</cx:pt>
          <cx:pt idx="3138">133450</cx:pt>
          <cx:pt idx="3139">133471</cx:pt>
          <cx:pt idx="3140">133503</cx:pt>
          <cx:pt idx="3141">133503</cx:pt>
          <cx:pt idx="3142">133533</cx:pt>
          <cx:pt idx="3143">133552</cx:pt>
          <cx:pt idx="3144">133570</cx:pt>
          <cx:pt idx="3145">133590</cx:pt>
          <cx:pt idx="3146">133637</cx:pt>
          <cx:pt idx="3147">133651</cx:pt>
          <cx:pt idx="3148">133654</cx:pt>
          <cx:pt idx="3149">133655</cx:pt>
          <cx:pt idx="3150">133669</cx:pt>
          <cx:pt idx="3151">133783</cx:pt>
          <cx:pt idx="3152">133798</cx:pt>
          <cx:pt idx="3153">133830</cx:pt>
          <cx:pt idx="3154">133987</cx:pt>
          <cx:pt idx="3155">133987</cx:pt>
          <cx:pt idx="3156">133989</cx:pt>
          <cx:pt idx="3157">134006</cx:pt>
          <cx:pt idx="3158">134044</cx:pt>
          <cx:pt idx="3159">134120</cx:pt>
          <cx:pt idx="3160">134136</cx:pt>
          <cx:pt idx="3161">134149</cx:pt>
          <cx:pt idx="3162">134175</cx:pt>
          <cx:pt idx="3163">134175</cx:pt>
          <cx:pt idx="3164">134190</cx:pt>
          <cx:pt idx="3165">134204</cx:pt>
          <cx:pt idx="3166">134230</cx:pt>
          <cx:pt idx="3167">134250</cx:pt>
          <cx:pt idx="3168">134250</cx:pt>
          <cx:pt idx="3169">134262</cx:pt>
          <cx:pt idx="3170">134303</cx:pt>
          <cx:pt idx="3171">134328</cx:pt>
          <cx:pt idx="3172">134379</cx:pt>
          <cx:pt idx="3173">134382</cx:pt>
          <cx:pt idx="3174">134464</cx:pt>
          <cx:pt idx="3175">134511</cx:pt>
          <cx:pt idx="3176">134575</cx:pt>
          <cx:pt idx="3177">134643</cx:pt>
          <cx:pt idx="3178">134675</cx:pt>
          <cx:pt idx="3179">134707</cx:pt>
          <cx:pt idx="3180">134805</cx:pt>
          <cx:pt idx="3181">134879</cx:pt>
          <cx:pt idx="3182">134932</cx:pt>
          <cx:pt idx="3183">134985</cx:pt>
          <cx:pt idx="3184">134994</cx:pt>
          <cx:pt idx="3185">135000</cx:pt>
          <cx:pt idx="3186">135000</cx:pt>
          <cx:pt idx="3187">135000</cx:pt>
          <cx:pt idx="3188">135000</cx:pt>
          <cx:pt idx="3189">135000</cx:pt>
          <cx:pt idx="3190">135000</cx:pt>
          <cx:pt idx="3191">135000</cx:pt>
          <cx:pt idx="3192">135000</cx:pt>
          <cx:pt idx="3193">135000</cx:pt>
          <cx:pt idx="3194">135000</cx:pt>
          <cx:pt idx="3195">135000</cx:pt>
          <cx:pt idx="3196">135000</cx:pt>
          <cx:pt idx="3197">135000</cx:pt>
          <cx:pt idx="3198">135000</cx:pt>
          <cx:pt idx="3199">135000</cx:pt>
          <cx:pt idx="3200">135066</cx:pt>
          <cx:pt idx="3201">135096</cx:pt>
          <cx:pt idx="3202">135116</cx:pt>
          <cx:pt idx="3203">135217</cx:pt>
          <cx:pt idx="3204">135281</cx:pt>
          <cx:pt idx="3205">135333</cx:pt>
          <cx:pt idx="3206">135421</cx:pt>
          <cx:pt idx="3207">135450</cx:pt>
          <cx:pt idx="3208">135452</cx:pt>
          <cx:pt idx="3209">135457</cx:pt>
          <cx:pt idx="3210">135487</cx:pt>
          <cx:pt idx="3211">135499</cx:pt>
          <cx:pt idx="3212">135514</cx:pt>
          <cx:pt idx="3213">135532</cx:pt>
          <cx:pt idx="3214">135598</cx:pt>
          <cx:pt idx="3215">135637</cx:pt>
          <cx:pt idx="3216">135666</cx:pt>
          <cx:pt idx="3217">135666</cx:pt>
          <cx:pt idx="3218">135666</cx:pt>
          <cx:pt idx="3219">135686</cx:pt>
          <cx:pt idx="3220">135721</cx:pt>
          <cx:pt idx="3221">135728</cx:pt>
          <cx:pt idx="3222">135763</cx:pt>
          <cx:pt idx="3223">135861</cx:pt>
          <cx:pt idx="3224">135866</cx:pt>
          <cx:pt idx="3225">135897</cx:pt>
          <cx:pt idx="3226">135930</cx:pt>
          <cx:pt idx="3227">135992</cx:pt>
          <cx:pt idx="3228">135994</cx:pt>
          <cx:pt idx="3229">136007</cx:pt>
          <cx:pt idx="3230">136007</cx:pt>
          <cx:pt idx="3231">136064</cx:pt>
          <cx:pt idx="3232">136066</cx:pt>
          <cx:pt idx="3233">136090</cx:pt>
          <cx:pt idx="3234">136100</cx:pt>
          <cx:pt idx="3235">136115</cx:pt>
          <cx:pt idx="3236">136166</cx:pt>
          <cx:pt idx="3237">136187</cx:pt>
          <cx:pt idx="3238">136203</cx:pt>
          <cx:pt idx="3239">136211</cx:pt>
          <cx:pt idx="3240">136227</cx:pt>
          <cx:pt idx="3241">136266</cx:pt>
          <cx:pt idx="3242">136283</cx:pt>
          <cx:pt idx="3243">136296</cx:pt>
          <cx:pt idx="3244">136323</cx:pt>
          <cx:pt idx="3245">136369</cx:pt>
          <cx:pt idx="3246">136427</cx:pt>
          <cx:pt idx="3247">136443</cx:pt>
          <cx:pt idx="3248">136450</cx:pt>
          <cx:pt idx="3249">136514</cx:pt>
          <cx:pt idx="3250">136514</cx:pt>
          <cx:pt idx="3251">136514</cx:pt>
          <cx:pt idx="3252">136514</cx:pt>
          <cx:pt idx="3253">136514</cx:pt>
          <cx:pt idx="3254">136514</cx:pt>
          <cx:pt idx="3255">136523</cx:pt>
          <cx:pt idx="3256">136537</cx:pt>
          <cx:pt idx="3257">136539</cx:pt>
          <cx:pt idx="3258">136577</cx:pt>
          <cx:pt idx="3259">136598</cx:pt>
          <cx:pt idx="3260">136600</cx:pt>
          <cx:pt idx="3261">136645</cx:pt>
          <cx:pt idx="3262">136658</cx:pt>
          <cx:pt idx="3263">136673</cx:pt>
          <cx:pt idx="3264">136675</cx:pt>
          <cx:pt idx="3265">136783</cx:pt>
          <cx:pt idx="3266">136804</cx:pt>
          <cx:pt idx="3267">136817</cx:pt>
          <cx:pt idx="3268">136903</cx:pt>
          <cx:pt idx="3269">136903</cx:pt>
          <cx:pt idx="3270">136958</cx:pt>
          <cx:pt idx="3271">137018</cx:pt>
          <cx:pt idx="3272">137023</cx:pt>
          <cx:pt idx="3273">137047</cx:pt>
          <cx:pt idx="3274">137077</cx:pt>
          <cx:pt idx="3275">137083</cx:pt>
          <cx:pt idx="3276">137233</cx:pt>
          <cx:pt idx="3277">137274</cx:pt>
          <cx:pt idx="3278">137274</cx:pt>
          <cx:pt idx="3279">137362</cx:pt>
          <cx:pt idx="3280">137379</cx:pt>
          <cx:pt idx="3281">137400</cx:pt>
          <cx:pt idx="3282">137404</cx:pt>
          <cx:pt idx="3283">137456</cx:pt>
          <cx:pt idx="3284">137540</cx:pt>
          <cx:pt idx="3285">137669</cx:pt>
          <cx:pt idx="3286">137739</cx:pt>
          <cx:pt idx="3287">137770</cx:pt>
          <cx:pt idx="3288">137770</cx:pt>
          <cx:pt idx="3289">137793</cx:pt>
          <cx:pt idx="3290">137888</cx:pt>
          <cx:pt idx="3291">137928</cx:pt>
          <cx:pt idx="3292">138016</cx:pt>
          <cx:pt idx="3293">138057</cx:pt>
          <cx:pt idx="3294">138102</cx:pt>
          <cx:pt idx="3295">138108</cx:pt>
          <cx:pt idx="3296">138108</cx:pt>
          <cx:pt idx="3297">138161</cx:pt>
          <cx:pt idx="3298">138225</cx:pt>
          <cx:pt idx="3299">138325</cx:pt>
          <cx:pt idx="3300">138393</cx:pt>
          <cx:pt idx="3301">138400</cx:pt>
          <cx:pt idx="3302">138425</cx:pt>
          <cx:pt idx="3303">138484</cx:pt>
          <cx:pt idx="3304">138523</cx:pt>
          <cx:pt idx="3305">138545</cx:pt>
          <cx:pt idx="3306">138583</cx:pt>
          <cx:pt idx="3307">138839</cx:pt>
          <cx:pt idx="3308">138883</cx:pt>
          <cx:pt idx="3309">138925</cx:pt>
          <cx:pt idx="3310">138949</cx:pt>
          <cx:pt idx="3311">138967</cx:pt>
          <cx:pt idx="3312">138971</cx:pt>
          <cx:pt idx="3313">139017</cx:pt>
          <cx:pt idx="3314">139021</cx:pt>
          <cx:pt idx="3315">139072</cx:pt>
          <cx:pt idx="3316">139113</cx:pt>
          <cx:pt idx="3317">139170</cx:pt>
          <cx:pt idx="3318">139224</cx:pt>
          <cx:pt idx="3319">139321</cx:pt>
          <cx:pt idx="3320">139329</cx:pt>
          <cx:pt idx="3321">139382</cx:pt>
          <cx:pt idx="3322">139392</cx:pt>
          <cx:pt idx="3323">139392</cx:pt>
          <cx:pt idx="3324">139423</cx:pt>
          <cx:pt idx="3325">139491</cx:pt>
          <cx:pt idx="3326">139536</cx:pt>
          <cx:pt idx="3327">139650</cx:pt>
          <cx:pt idx="3328">139663</cx:pt>
          <cx:pt idx="3329">139701</cx:pt>
          <cx:pt idx="3330">139859</cx:pt>
          <cx:pt idx="3331">139884</cx:pt>
          <cx:pt idx="3332">139910</cx:pt>
          <cx:pt idx="3333">139926</cx:pt>
          <cx:pt idx="3334">139927</cx:pt>
          <cx:pt idx="3335">139961</cx:pt>
          <cx:pt idx="3336">139996</cx:pt>
          <cx:pt idx="3337">139999</cx:pt>
          <cx:pt idx="3338">139999</cx:pt>
          <cx:pt idx="3339">140000</cx:pt>
          <cx:pt idx="3340">140000</cx:pt>
          <cx:pt idx="3341">140000</cx:pt>
          <cx:pt idx="3342">140003</cx:pt>
          <cx:pt idx="3343">140075</cx:pt>
          <cx:pt idx="3344">140100</cx:pt>
          <cx:pt idx="3345">140134</cx:pt>
          <cx:pt idx="3346">140176</cx:pt>
          <cx:pt idx="3347">140184</cx:pt>
          <cx:pt idx="3348">140211</cx:pt>
          <cx:pt idx="3349">140211</cx:pt>
          <cx:pt idx="3350">140223</cx:pt>
          <cx:pt idx="3351">140271</cx:pt>
          <cx:pt idx="3352">140320</cx:pt>
          <cx:pt idx="3353">140343</cx:pt>
          <cx:pt idx="3354">140358</cx:pt>
          <cx:pt idx="3355">140395</cx:pt>
          <cx:pt idx="3356">140443</cx:pt>
          <cx:pt idx="3357">140454</cx:pt>
          <cx:pt idx="3358">140569</cx:pt>
          <cx:pt idx="3359">140573</cx:pt>
          <cx:pt idx="3360">140602</cx:pt>
          <cx:pt idx="3361">140610</cx:pt>
          <cx:pt idx="3362">140625</cx:pt>
          <cx:pt idx="3363">140639</cx:pt>
          <cx:pt idx="3364">140645</cx:pt>
          <cx:pt idx="3365">140655</cx:pt>
          <cx:pt idx="3366">140677</cx:pt>
          <cx:pt idx="3367">140793</cx:pt>
          <cx:pt idx="3368">141017</cx:pt>
          <cx:pt idx="3369">141023</cx:pt>
          <cx:pt idx="3370">141025</cx:pt>
          <cx:pt idx="3371">141050</cx:pt>
          <cx:pt idx="3372">141050</cx:pt>
          <cx:pt idx="3373">141069</cx:pt>
          <cx:pt idx="3374">141074</cx:pt>
          <cx:pt idx="3375">141124</cx:pt>
          <cx:pt idx="3376">141184</cx:pt>
          <cx:pt idx="3377">141216</cx:pt>
          <cx:pt idx="3378">141314</cx:pt>
          <cx:pt idx="3379">141332</cx:pt>
          <cx:pt idx="3380">141333</cx:pt>
          <cx:pt idx="3381">141341</cx:pt>
          <cx:pt idx="3382">141424</cx:pt>
          <cx:pt idx="3383">141424</cx:pt>
          <cx:pt idx="3384">141432</cx:pt>
          <cx:pt idx="3385">141453</cx:pt>
          <cx:pt idx="3386">141472</cx:pt>
          <cx:pt idx="3387">141510</cx:pt>
          <cx:pt idx="3388">141556</cx:pt>
          <cx:pt idx="3389">141583</cx:pt>
          <cx:pt idx="3390">141666</cx:pt>
          <cx:pt idx="3391">141668</cx:pt>
          <cx:pt idx="3392">141669</cx:pt>
          <cx:pt idx="3393">141701</cx:pt>
          <cx:pt idx="3394">141701</cx:pt>
          <cx:pt idx="3395">141701</cx:pt>
          <cx:pt idx="3396">141708</cx:pt>
          <cx:pt idx="3397">141708</cx:pt>
          <cx:pt idx="3398">141708</cx:pt>
          <cx:pt idx="3399">141708</cx:pt>
          <cx:pt idx="3400">141708</cx:pt>
          <cx:pt idx="3401">141708</cx:pt>
          <cx:pt idx="3402">141724</cx:pt>
          <cx:pt idx="3403">141725</cx:pt>
          <cx:pt idx="3404">141737</cx:pt>
          <cx:pt idx="3405">141738</cx:pt>
          <cx:pt idx="3406">141761</cx:pt>
          <cx:pt idx="3407">141800</cx:pt>
          <cx:pt idx="3408">141807</cx:pt>
          <cx:pt idx="3409">141807</cx:pt>
          <cx:pt idx="3410">141882</cx:pt>
          <cx:pt idx="3411">141915</cx:pt>
          <cx:pt idx="3412">141941</cx:pt>
          <cx:pt idx="3413">141956</cx:pt>
          <cx:pt idx="3414">141979</cx:pt>
          <cx:pt idx="3415">141980</cx:pt>
          <cx:pt idx="3416">142000</cx:pt>
          <cx:pt idx="3417">142000</cx:pt>
          <cx:pt idx="3418">142019</cx:pt>
          <cx:pt idx="3419">142037</cx:pt>
          <cx:pt idx="3420">142091</cx:pt>
          <cx:pt idx="3421">142097</cx:pt>
          <cx:pt idx="3422">142141</cx:pt>
          <cx:pt idx="3423">142141</cx:pt>
          <cx:pt idx="3424">142200</cx:pt>
          <cx:pt idx="3425">142208</cx:pt>
          <cx:pt idx="3426">142219</cx:pt>
          <cx:pt idx="3427">142307</cx:pt>
          <cx:pt idx="3428">142349</cx:pt>
          <cx:pt idx="3429">142435</cx:pt>
          <cx:pt idx="3430">142444</cx:pt>
          <cx:pt idx="3431">142526</cx:pt>
          <cx:pt idx="3432">142609</cx:pt>
          <cx:pt idx="3433">142616</cx:pt>
          <cx:pt idx="3434">142634</cx:pt>
          <cx:pt idx="3435">142650</cx:pt>
          <cx:pt idx="3436">142675</cx:pt>
          <cx:pt idx="3437">142842</cx:pt>
          <cx:pt idx="3438">142846</cx:pt>
          <cx:pt idx="3439">142846</cx:pt>
          <cx:pt idx="3440">142858</cx:pt>
          <cx:pt idx="3441">142893</cx:pt>
          <cx:pt idx="3442">142896</cx:pt>
          <cx:pt idx="3443">142954</cx:pt>
          <cx:pt idx="3444">142979</cx:pt>
          <cx:pt idx="3445">143093</cx:pt>
          <cx:pt idx="3446">143093</cx:pt>
          <cx:pt idx="3447">143177</cx:pt>
          <cx:pt idx="3448">143179</cx:pt>
          <cx:pt idx="3449">143294</cx:pt>
          <cx:pt idx="3450">143294</cx:pt>
          <cx:pt idx="3451">143311</cx:pt>
          <cx:pt idx="3452">143311</cx:pt>
          <cx:pt idx="3453">143329</cx:pt>
          <cx:pt idx="3454">143352</cx:pt>
          <cx:pt idx="3455">143452</cx:pt>
          <cx:pt idx="3456">143454</cx:pt>
          <cx:pt idx="3457">143587</cx:pt>
          <cx:pt idx="3458">143603</cx:pt>
          <cx:pt idx="3459">143612</cx:pt>
          <cx:pt idx="3460">143745</cx:pt>
          <cx:pt idx="3461">143775</cx:pt>
          <cx:pt idx="3462">143808</cx:pt>
          <cx:pt idx="3463">143856</cx:pt>
          <cx:pt idx="3464">143866</cx:pt>
          <cx:pt idx="3465">143882</cx:pt>
          <cx:pt idx="3466">143941</cx:pt>
          <cx:pt idx="3467">143962</cx:pt>
          <cx:pt idx="3468">144013</cx:pt>
          <cx:pt idx="3469">144138</cx:pt>
          <cx:pt idx="3470">144255</cx:pt>
          <cx:pt idx="3471">144285</cx:pt>
          <cx:pt idx="3472">144285</cx:pt>
          <cx:pt idx="3473">144357</cx:pt>
          <cx:pt idx="3474">144436</cx:pt>
          <cx:pt idx="3475">144469</cx:pt>
          <cx:pt idx="3476">144473</cx:pt>
          <cx:pt idx="3477">144541</cx:pt>
          <cx:pt idx="3478">144549</cx:pt>
          <cx:pt idx="3479">144586</cx:pt>
          <cx:pt idx="3480">144709</cx:pt>
          <cx:pt idx="3481">144778</cx:pt>
          <cx:pt idx="3482">144804</cx:pt>
          <cx:pt idx="3483">144930</cx:pt>
          <cx:pt idx="3484">144973</cx:pt>
          <cx:pt idx="3485">144987</cx:pt>
          <cx:pt idx="3486">144998</cx:pt>
          <cx:pt idx="3487">144998</cx:pt>
          <cx:pt idx="3488">145051</cx:pt>
          <cx:pt idx="3489">145093</cx:pt>
          <cx:pt idx="3490">145203</cx:pt>
          <cx:pt idx="3491">145291</cx:pt>
          <cx:pt idx="3492">145319</cx:pt>
          <cx:pt idx="3493">145327</cx:pt>
          <cx:pt idx="3494">145355</cx:pt>
          <cx:pt idx="3495">145368</cx:pt>
          <cx:pt idx="3496">145461</cx:pt>
          <cx:pt idx="3497">145522</cx:pt>
          <cx:pt idx="3498">145686</cx:pt>
          <cx:pt idx="3499">145686</cx:pt>
          <cx:pt idx="3500">145749</cx:pt>
          <cx:pt idx="3501">145752</cx:pt>
          <cx:pt idx="3502">145850</cx:pt>
          <cx:pt idx="3503">145933</cx:pt>
          <cx:pt idx="3504">146000</cx:pt>
          <cx:pt idx="3505">146033</cx:pt>
          <cx:pt idx="3506">146169</cx:pt>
          <cx:pt idx="3507">146216</cx:pt>
          <cx:pt idx="3508">146229</cx:pt>
          <cx:pt idx="3509">146302</cx:pt>
          <cx:pt idx="3510">146400</cx:pt>
          <cx:pt idx="3511">146402</cx:pt>
          <cx:pt idx="3512">146407</cx:pt>
          <cx:pt idx="3513">146458</cx:pt>
          <cx:pt idx="3514">146486</cx:pt>
          <cx:pt idx="3515">146522</cx:pt>
          <cx:pt idx="3516">146536</cx:pt>
          <cx:pt idx="3517">146556</cx:pt>
          <cx:pt idx="3518">146607</cx:pt>
          <cx:pt idx="3519">146666</cx:pt>
          <cx:pt idx="3520">146666</cx:pt>
          <cx:pt idx="3521">146667</cx:pt>
          <cx:pt idx="3522">146678</cx:pt>
          <cx:pt idx="3523">146793</cx:pt>
          <cx:pt idx="3524">146948</cx:pt>
          <cx:pt idx="3525">147050</cx:pt>
          <cx:pt idx="3526">147112</cx:pt>
          <cx:pt idx="3527">147155</cx:pt>
          <cx:pt idx="3528">147155</cx:pt>
          <cx:pt idx="3529">147176</cx:pt>
          <cx:pt idx="3530">147279</cx:pt>
          <cx:pt idx="3531">147291</cx:pt>
          <cx:pt idx="3532">147334</cx:pt>
          <cx:pt idx="3533">147403</cx:pt>
          <cx:pt idx="3534">147403</cx:pt>
          <cx:pt idx="3535">147435</cx:pt>
          <cx:pt idx="3536">147567</cx:pt>
          <cx:pt idx="3537">147696</cx:pt>
          <cx:pt idx="3538">147696</cx:pt>
          <cx:pt idx="3539">147744</cx:pt>
          <cx:pt idx="3540">147769</cx:pt>
          <cx:pt idx="3541">147839</cx:pt>
          <cx:pt idx="3542">147865</cx:pt>
          <cx:pt idx="3543">147957</cx:pt>
          <cx:pt idx="3544">147985</cx:pt>
          <cx:pt idx="3545">147986</cx:pt>
          <cx:pt idx="3546">148033</cx:pt>
          <cx:pt idx="3547">148116</cx:pt>
          <cx:pt idx="3548">148126</cx:pt>
          <cx:pt idx="3549">148220</cx:pt>
          <cx:pt idx="3550">148267</cx:pt>
          <cx:pt idx="3551">148339</cx:pt>
          <cx:pt idx="3552">148357</cx:pt>
          <cx:pt idx="3553">148419</cx:pt>
          <cx:pt idx="3554">148419</cx:pt>
          <cx:pt idx="3555">148438</cx:pt>
          <cx:pt idx="3556">148446</cx:pt>
          <cx:pt idx="3557">148457</cx:pt>
          <cx:pt idx="3558">148499</cx:pt>
          <cx:pt idx="3559">148626</cx:pt>
          <cx:pt idx="3560">148630</cx:pt>
          <cx:pt idx="3561">148644</cx:pt>
          <cx:pt idx="3562">148644</cx:pt>
          <cx:pt idx="3563">148690</cx:pt>
          <cx:pt idx="3564">148776</cx:pt>
          <cx:pt idx="3565">148777</cx:pt>
          <cx:pt idx="3566">148831</cx:pt>
          <cx:pt idx="3567">148897</cx:pt>
          <cx:pt idx="3568">148998</cx:pt>
          <cx:pt idx="3569">149000</cx:pt>
          <cx:pt idx="3570">149000</cx:pt>
          <cx:pt idx="3571">149212</cx:pt>
          <cx:pt idx="3572">149219</cx:pt>
          <cx:pt idx="3573">149287</cx:pt>
          <cx:pt idx="3574">149313</cx:pt>
          <cx:pt idx="3575">149336</cx:pt>
          <cx:pt idx="3576">149350</cx:pt>
          <cx:pt idx="3577">149453</cx:pt>
          <cx:pt idx="3578">149468</cx:pt>
          <cx:pt idx="3579">149484</cx:pt>
          <cx:pt idx="3580">149565</cx:pt>
          <cx:pt idx="3581">149572</cx:pt>
          <cx:pt idx="3582">149664</cx:pt>
          <cx:pt idx="3583">149722</cx:pt>
          <cx:pt idx="3584">149725</cx:pt>
          <cx:pt idx="3585">149784</cx:pt>
          <cx:pt idx="3586">149912</cx:pt>
          <cx:pt idx="3587">149917</cx:pt>
          <cx:pt idx="3588">149935</cx:pt>
          <cx:pt idx="3589">149987</cx:pt>
          <cx:pt idx="3590">149987</cx:pt>
          <cx:pt idx="3591">149992</cx:pt>
          <cx:pt idx="3592">149996</cx:pt>
          <cx:pt idx="3593">149998</cx:pt>
          <cx:pt idx="3594">149999</cx:pt>
          <cx:pt idx="3595">150000</cx:pt>
          <cx:pt idx="3596">150000</cx:pt>
          <cx:pt idx="3597">150000</cx:pt>
          <cx:pt idx="3598">150000</cx:pt>
          <cx:pt idx="3599">150000</cx:pt>
          <cx:pt idx="3600">150000</cx:pt>
          <cx:pt idx="3601">150000</cx:pt>
          <cx:pt idx="3602">150008</cx:pt>
          <cx:pt idx="3603">150046</cx:pt>
          <cx:pt idx="3604">150083</cx:pt>
          <cx:pt idx="3605">150083</cx:pt>
          <cx:pt idx="3606">150097</cx:pt>
          <cx:pt idx="3607">150102</cx:pt>
          <cx:pt idx="3608">150116</cx:pt>
          <cx:pt idx="3609">150151</cx:pt>
          <cx:pt idx="3610">150262</cx:pt>
          <cx:pt idx="3611">150333</cx:pt>
          <cx:pt idx="3612">150354</cx:pt>
          <cx:pt idx="3613">150368</cx:pt>
          <cx:pt idx="3614">150378</cx:pt>
          <cx:pt idx="3615">150430</cx:pt>
          <cx:pt idx="3616">150450</cx:pt>
          <cx:pt idx="3617">150454</cx:pt>
          <cx:pt idx="3618">150636</cx:pt>
          <cx:pt idx="3619">150636</cx:pt>
          <cx:pt idx="3620">150666</cx:pt>
          <cx:pt idx="3621">150760</cx:pt>
          <cx:pt idx="3622">150804</cx:pt>
          <cx:pt idx="3623">150804</cx:pt>
          <cx:pt idx="3624">150806</cx:pt>
          <cx:pt idx="3625">150833</cx:pt>
          <cx:pt idx="3626">150833</cx:pt>
          <cx:pt idx="3627">150833</cx:pt>
          <cx:pt idx="3628">150916</cx:pt>
          <cx:pt idx="3629">150935</cx:pt>
          <cx:pt idx="3630">150954</cx:pt>
          <cx:pt idx="3631">151000</cx:pt>
          <cx:pt idx="3632">151025</cx:pt>
          <cx:pt idx="3633">151025</cx:pt>
          <cx:pt idx="3634">151025</cx:pt>
          <cx:pt idx="3635">151092</cx:pt>
          <cx:pt idx="3636">151309</cx:pt>
          <cx:pt idx="3637">151309</cx:pt>
          <cx:pt idx="3638">151329</cx:pt>
          <cx:pt idx="3639">151341</cx:pt>
          <cx:pt idx="3640">151383</cx:pt>
          <cx:pt idx="3641">151431</cx:pt>
          <cx:pt idx="3642">151444</cx:pt>
          <cx:pt idx="3643">151490</cx:pt>
          <cx:pt idx="3644">151508</cx:pt>
          <cx:pt idx="3645">151542</cx:pt>
          <cx:pt idx="3646">151563</cx:pt>
          <cx:pt idx="3647">151579</cx:pt>
          <cx:pt idx="3648">151603</cx:pt>
          <cx:pt idx="3649">151641</cx:pt>
          <cx:pt idx="3650">151706</cx:pt>
          <cx:pt idx="3651">151727</cx:pt>
          <cx:pt idx="3652">151758</cx:pt>
          <cx:pt idx="3653">151826</cx:pt>
          <cx:pt idx="3654">151826</cx:pt>
          <cx:pt idx="3655">151850</cx:pt>
          <cx:pt idx="3656">151856</cx:pt>
          <cx:pt idx="3657">151865</cx:pt>
          <cx:pt idx="3658">151908</cx:pt>
          <cx:pt idx="3659">151941</cx:pt>
          <cx:pt idx="3660">151961</cx:pt>
          <cx:pt idx="3661">152063</cx:pt>
          <cx:pt idx="3662">152275</cx:pt>
          <cx:pt idx="3663">152341</cx:pt>
          <cx:pt idx="3664">152354</cx:pt>
          <cx:pt idx="3665">152370</cx:pt>
          <cx:pt idx="3666">152454</cx:pt>
          <cx:pt idx="3667">152479</cx:pt>
          <cx:pt idx="3668">152500</cx:pt>
          <cx:pt idx="3669">152534</cx:pt>
          <cx:pt idx="3670">152589</cx:pt>
          <cx:pt idx="3671">152616</cx:pt>
          <cx:pt idx="3672">152649</cx:pt>
          <cx:pt idx="3673">152658</cx:pt>
          <cx:pt idx="3674">152664</cx:pt>
          <cx:pt idx="3675">152740</cx:pt>
          <cx:pt idx="3676">152838</cx:pt>
          <cx:pt idx="3677">152999</cx:pt>
          <cx:pt idx="3678">153023</cx:pt>
          <cx:pt idx="3679">153054</cx:pt>
          <cx:pt idx="3680">153107</cx:pt>
          <cx:pt idx="3681">153120</cx:pt>
          <cx:pt idx="3682">153291</cx:pt>
          <cx:pt idx="3683">153306</cx:pt>
          <cx:pt idx="3684">153319</cx:pt>
          <cx:pt idx="3685">153325</cx:pt>
          <cx:pt idx="3686">153326</cx:pt>
          <cx:pt idx="3687">153326</cx:pt>
          <cx:pt idx="3688">153332</cx:pt>
          <cx:pt idx="3689">153336</cx:pt>
          <cx:pt idx="3690">153349</cx:pt>
          <cx:pt idx="3691">153355</cx:pt>
          <cx:pt idx="3692">153462</cx:pt>
          <cx:pt idx="3693">153475</cx:pt>
          <cx:pt idx="3694">153552</cx:pt>
          <cx:pt idx="3695">153616</cx:pt>
          <cx:pt idx="3696">153672</cx:pt>
          <cx:pt idx="3697">153814</cx:pt>
          <cx:pt idx="3698">153819</cx:pt>
          <cx:pt idx="3699">153846</cx:pt>
          <cx:pt idx="3700">153929</cx:pt>
          <cx:pt idx="3701">153982</cx:pt>
          <cx:pt idx="3702">153982</cx:pt>
          <cx:pt idx="3703">153987</cx:pt>
          <cx:pt idx="3704">154077</cx:pt>
          <cx:pt idx="3705">154101</cx:pt>
          <cx:pt idx="3706">154117</cx:pt>
          <cx:pt idx="3707">154234</cx:pt>
          <cx:pt idx="3708">154340</cx:pt>
          <cx:pt idx="3709">154342</cx:pt>
          <cx:pt idx="3710">154347</cx:pt>
          <cx:pt idx="3711">154435</cx:pt>
          <cx:pt idx="3712">154489</cx:pt>
          <cx:pt idx="3713">154494</cx:pt>
          <cx:pt idx="3714">154494</cx:pt>
          <cx:pt idx="3715">154620</cx:pt>
          <cx:pt idx="3716">154666</cx:pt>
          <cx:pt idx="3717">154695</cx:pt>
          <cx:pt idx="3718">154760</cx:pt>
          <cx:pt idx="3719">154791</cx:pt>
          <cx:pt idx="3720">154793</cx:pt>
          <cx:pt idx="3721">154873</cx:pt>
          <cx:pt idx="3722">154969</cx:pt>
          <cx:pt idx="3723">154984</cx:pt>
          <cx:pt idx="3724">155023</cx:pt>
          <cx:pt idx="3725">155068</cx:pt>
          <cx:pt idx="3726">155073</cx:pt>
          <cx:pt idx="3727">155105</cx:pt>
          <cx:pt idx="3728">155105</cx:pt>
          <cx:pt idx="3729">155138</cx:pt>
          <cx:pt idx="3730">155175</cx:pt>
          <cx:pt idx="3731">155176</cx:pt>
          <cx:pt idx="3732">155273</cx:pt>
          <cx:pt idx="3733">155304</cx:pt>
          <cx:pt idx="3734">155306</cx:pt>
          <cx:pt idx="3735">155325</cx:pt>
          <cx:pt idx="3736">155329</cx:pt>
          <cx:pt idx="3737">155411</cx:pt>
          <cx:pt idx="3738">155426</cx:pt>
          <cx:pt idx="3739">155428</cx:pt>
          <cx:pt idx="3740">155469</cx:pt>
          <cx:pt idx="3741">155499</cx:pt>
          <cx:pt idx="3742">155545</cx:pt>
          <cx:pt idx="3743">155575</cx:pt>
          <cx:pt idx="3744">155581</cx:pt>
          <cx:pt idx="3745">155600</cx:pt>
          <cx:pt idx="3746">155604</cx:pt>
          <cx:pt idx="3747">155718</cx:pt>
          <cx:pt idx="3748">155743</cx:pt>
          <cx:pt idx="3749">155802</cx:pt>
          <cx:pt idx="3750">155835</cx:pt>
          <cx:pt idx="3751">155850</cx:pt>
          <cx:pt idx="3752">156016</cx:pt>
          <cx:pt idx="3753">156075</cx:pt>
          <cx:pt idx="3754">156085</cx:pt>
          <cx:pt idx="3755">156112</cx:pt>
          <cx:pt idx="3756">156129</cx:pt>
          <cx:pt idx="3757">156291</cx:pt>
          <cx:pt idx="3758">156319</cx:pt>
          <cx:pt idx="3759">156340</cx:pt>
          <cx:pt idx="3760">156583</cx:pt>
          <cx:pt idx="3761">156647</cx:pt>
          <cx:pt idx="3762">156659</cx:pt>
          <cx:pt idx="3763">156670</cx:pt>
          <cx:pt idx="3764">156683</cx:pt>
          <cx:pt idx="3765">156688</cx:pt>
          <cx:pt idx="3766">156714</cx:pt>
          <cx:pt idx="3767">156714</cx:pt>
          <cx:pt idx="3768">156812</cx:pt>
          <cx:pt idx="3769">156982</cx:pt>
          <cx:pt idx="3770">157043</cx:pt>
          <cx:pt idx="3771">157073</cx:pt>
          <cx:pt idx="3772">157141</cx:pt>
          <cx:pt idx="3773">157199</cx:pt>
          <cx:pt idx="3774">157234</cx:pt>
          <cx:pt idx="3775">157251</cx:pt>
          <cx:pt idx="3776">157364</cx:pt>
          <cx:pt idx="3777">157420</cx:pt>
          <cx:pt idx="3778">157420</cx:pt>
          <cx:pt idx="3779">157420</cx:pt>
          <cx:pt idx="3780">157420</cx:pt>
          <cx:pt idx="3781">157420</cx:pt>
          <cx:pt idx="3782">157420</cx:pt>
          <cx:pt idx="3783">157420</cx:pt>
          <cx:pt idx="3784">157420</cx:pt>
          <cx:pt idx="3785">157420</cx:pt>
          <cx:pt idx="3786">157523</cx:pt>
          <cx:pt idx="3787">157530</cx:pt>
          <cx:pt idx="3788">157540</cx:pt>
          <cx:pt idx="3789">157574</cx:pt>
          <cx:pt idx="3790">157600</cx:pt>
          <cx:pt idx="3791">157616</cx:pt>
          <cx:pt idx="3792">157701</cx:pt>
          <cx:pt idx="3793">157705</cx:pt>
          <cx:pt idx="3794">157750</cx:pt>
          <cx:pt idx="3795">157923</cx:pt>
          <cx:pt idx="3796">157999</cx:pt>
          <cx:pt idx="3797">158000</cx:pt>
          <cx:pt idx="3798">158000</cx:pt>
          <cx:pt idx="3799">158003</cx:pt>
          <cx:pt idx="3800">158044</cx:pt>
          <cx:pt idx="3801">158281</cx:pt>
          <cx:pt idx="3802">158333</cx:pt>
          <cx:pt idx="3803">158350</cx:pt>
          <cx:pt idx="3804">158379</cx:pt>
          <cx:pt idx="3805">158441</cx:pt>
          <cx:pt idx="3806">158500</cx:pt>
          <cx:pt idx="3807">158610</cx:pt>
          <cx:pt idx="3808">158723</cx:pt>
          <cx:pt idx="3809">158957</cx:pt>
          <cx:pt idx="3810">158966</cx:pt>
          <cx:pt idx="3811">159000</cx:pt>
          <cx:pt idx="3812">159000</cx:pt>
          <cx:pt idx="3813">159000</cx:pt>
          <cx:pt idx="3814">159000</cx:pt>
          <cx:pt idx="3815">159000</cx:pt>
          <cx:pt idx="3816">159000</cx:pt>
          <cx:pt idx="3817">159000</cx:pt>
          <cx:pt idx="3818">159000</cx:pt>
          <cx:pt idx="3819">159000</cx:pt>
          <cx:pt idx="3820">159000</cx:pt>
          <cx:pt idx="3821">159000</cx:pt>
          <cx:pt idx="3822">159000</cx:pt>
          <cx:pt idx="3823">159000</cx:pt>
          <cx:pt idx="3824">159000</cx:pt>
          <cx:pt idx="3825">159000</cx:pt>
          <cx:pt idx="3826">159000</cx:pt>
          <cx:pt idx="3827">159000</cx:pt>
          <cx:pt idx="3828">159043</cx:pt>
          <cx:pt idx="3829">159066</cx:pt>
          <cx:pt idx="3830">159066</cx:pt>
          <cx:pt idx="3831">159066</cx:pt>
          <cx:pt idx="3832">159083</cx:pt>
          <cx:pt idx="3833">159083</cx:pt>
          <cx:pt idx="3834">159125</cx:pt>
          <cx:pt idx="3835">159200</cx:pt>
          <cx:pt idx="3836">159210</cx:pt>
          <cx:pt idx="3837">159210</cx:pt>
          <cx:pt idx="3838">159210</cx:pt>
          <cx:pt idx="3839">159250</cx:pt>
          <cx:pt idx="3840">159250</cx:pt>
          <cx:pt idx="3841">159250</cx:pt>
          <cx:pt idx="3842">159262</cx:pt>
          <cx:pt idx="3843">159273</cx:pt>
          <cx:pt idx="3844">159300</cx:pt>
          <cx:pt idx="3845">159306</cx:pt>
          <cx:pt idx="3846">159306</cx:pt>
          <cx:pt idx="3847">159333</cx:pt>
          <cx:pt idx="3848">159353</cx:pt>
          <cx:pt idx="3849">159411</cx:pt>
          <cx:pt idx="3850">159433</cx:pt>
          <cx:pt idx="3851">159448</cx:pt>
          <cx:pt idx="3852">159456</cx:pt>
          <cx:pt idx="3853">159472</cx:pt>
          <cx:pt idx="3854">159500</cx:pt>
          <cx:pt idx="3855">159554</cx:pt>
          <cx:pt idx="3856">159583</cx:pt>
          <cx:pt idx="3857">159583</cx:pt>
          <cx:pt idx="3858">159588</cx:pt>
          <cx:pt idx="3859">159616</cx:pt>
          <cx:pt idx="3860">159623</cx:pt>
          <cx:pt idx="3861">159625</cx:pt>
          <cx:pt idx="3862">159637</cx:pt>
          <cx:pt idx="3863">159695</cx:pt>
          <cx:pt idx="3864">159742</cx:pt>
          <cx:pt idx="3865">159756</cx:pt>
          <cx:pt idx="3866">159783</cx:pt>
          <cx:pt idx="3867">159800</cx:pt>
          <cx:pt idx="3868">159833</cx:pt>
          <cx:pt idx="3869">159833</cx:pt>
          <cx:pt idx="3870">159837</cx:pt>
          <cx:pt idx="3871">159939</cx:pt>
          <cx:pt idx="3872">159950</cx:pt>
          <cx:pt idx="3873">159960</cx:pt>
          <cx:pt idx="3874">159976</cx:pt>
          <cx:pt idx="3875">159991</cx:pt>
          <cx:pt idx="3876">159991</cx:pt>
          <cx:pt idx="3877">159991</cx:pt>
          <cx:pt idx="3878">160000</cx:pt>
          <cx:pt idx="3879">160000</cx:pt>
          <cx:pt idx="3880">160000</cx:pt>
          <cx:pt idx="3881">160000</cx:pt>
          <cx:pt idx="3882">160005</cx:pt>
          <cx:pt idx="3883">160075</cx:pt>
          <cx:pt idx="3884">160083</cx:pt>
          <cx:pt idx="3885">160105</cx:pt>
          <cx:pt idx="3886">160140</cx:pt>
          <cx:pt idx="3887">160212</cx:pt>
          <cx:pt idx="3888">160301</cx:pt>
          <cx:pt idx="3889">160309</cx:pt>
          <cx:pt idx="3890">160333</cx:pt>
          <cx:pt idx="3891">160345</cx:pt>
          <cx:pt idx="3892">160416</cx:pt>
          <cx:pt idx="3893">160433</cx:pt>
          <cx:pt idx="3894">160484</cx:pt>
          <cx:pt idx="3895">160498</cx:pt>
          <cx:pt idx="3896">160514</cx:pt>
          <cx:pt idx="3897">160588</cx:pt>
          <cx:pt idx="3898">160650</cx:pt>
          <cx:pt idx="3899">160666</cx:pt>
          <cx:pt idx="3900">160716</cx:pt>
          <cx:pt idx="3901">160748</cx:pt>
          <cx:pt idx="3902">160750</cx:pt>
          <cx:pt idx="3903">160771</cx:pt>
          <cx:pt idx="3904">160825</cx:pt>
          <cx:pt idx="3905">160856</cx:pt>
          <cx:pt idx="3906">160856</cx:pt>
          <cx:pt idx="3907">160889</cx:pt>
          <cx:pt idx="3908">160942</cx:pt>
          <cx:pt idx="3909">160970</cx:pt>
          <cx:pt idx="3910">160983</cx:pt>
          <cx:pt idx="3911">161036</cx:pt>
          <cx:pt idx="3912">161110</cx:pt>
          <cx:pt idx="3913">161133</cx:pt>
          <cx:pt idx="3914">161133</cx:pt>
          <cx:pt idx="3915">161146</cx:pt>
          <cx:pt idx="3916">161146</cx:pt>
          <cx:pt idx="3917">161149</cx:pt>
          <cx:pt idx="3918">161181</cx:pt>
          <cx:pt idx="3919">161223</cx:pt>
          <cx:pt idx="3920">161261</cx:pt>
          <cx:pt idx="3921">161266</cx:pt>
          <cx:pt idx="3922">161267</cx:pt>
          <cx:pt idx="3923">161292</cx:pt>
          <cx:pt idx="3924">161309</cx:pt>
          <cx:pt idx="3925">161383</cx:pt>
          <cx:pt idx="3926">161416</cx:pt>
          <cx:pt idx="3927">161491</cx:pt>
          <cx:pt idx="3928">161505</cx:pt>
          <cx:pt idx="3929">161548</cx:pt>
          <cx:pt idx="3930">161583</cx:pt>
          <cx:pt idx="3931">161583</cx:pt>
          <cx:pt idx="3932">161622</cx:pt>
          <cx:pt idx="3933">161641</cx:pt>
          <cx:pt idx="3934">161654</cx:pt>
          <cx:pt idx="3935">161657</cx:pt>
          <cx:pt idx="3936">161675</cx:pt>
          <cx:pt idx="3937">161675</cx:pt>
          <cx:pt idx="3938">161689</cx:pt>
          <cx:pt idx="3939">161752</cx:pt>
          <cx:pt idx="3940">161753</cx:pt>
          <cx:pt idx="3941">161759</cx:pt>
          <cx:pt idx="3942">161793</cx:pt>
          <cx:pt idx="3943">161807</cx:pt>
          <cx:pt idx="3944">161815</cx:pt>
          <cx:pt idx="3945">161833</cx:pt>
          <cx:pt idx="3946">161851</cx:pt>
          <cx:pt idx="3947">161889</cx:pt>
          <cx:pt idx="3948">161912</cx:pt>
          <cx:pt idx="3949">161916</cx:pt>
          <cx:pt idx="3950">161978</cx:pt>
          <cx:pt idx="3951">162012</cx:pt>
          <cx:pt idx="3952">162225</cx:pt>
          <cx:pt idx="3953">162225</cx:pt>
          <cx:pt idx="3954">162290</cx:pt>
          <cx:pt idx="3955">162333</cx:pt>
          <cx:pt idx="3956">162333</cx:pt>
          <cx:pt idx="3957">162387</cx:pt>
          <cx:pt idx="3958">162393</cx:pt>
          <cx:pt idx="3959">162450</cx:pt>
          <cx:pt idx="3960">162466</cx:pt>
          <cx:pt idx="3961">162498</cx:pt>
          <cx:pt idx="3962">162499</cx:pt>
          <cx:pt idx="3963">162500</cx:pt>
          <cx:pt idx="3964">162592</cx:pt>
          <cx:pt idx="3965">162662</cx:pt>
          <cx:pt idx="3966">162716</cx:pt>
          <cx:pt idx="3967">162757</cx:pt>
          <cx:pt idx="3968">162780</cx:pt>
          <cx:pt idx="3969">162806</cx:pt>
          <cx:pt idx="3970">162853</cx:pt>
          <cx:pt idx="3971">162920</cx:pt>
          <cx:pt idx="3972">162933</cx:pt>
          <cx:pt idx="3973">162945</cx:pt>
          <cx:pt idx="3974">162991</cx:pt>
          <cx:pt idx="3975">163013</cx:pt>
          <cx:pt idx="3976">163031</cx:pt>
          <cx:pt idx="3977">163036</cx:pt>
          <cx:pt idx="3978">163044</cx:pt>
          <cx:pt idx="3979">163050</cx:pt>
          <cx:pt idx="3980">163050</cx:pt>
          <cx:pt idx="3981">163050</cx:pt>
          <cx:pt idx="3982">163050</cx:pt>
          <cx:pt idx="3983">163050</cx:pt>
          <cx:pt idx="3984">163055</cx:pt>
          <cx:pt idx="3985">163212</cx:pt>
          <cx:pt idx="3986">163217</cx:pt>
          <cx:pt idx="3987">163322</cx:pt>
          <cx:pt idx="3988">163332</cx:pt>
          <cx:pt idx="3989">163332</cx:pt>
          <cx:pt idx="3990">163332</cx:pt>
          <cx:pt idx="3991">163333</cx:pt>
          <cx:pt idx="3992">163333</cx:pt>
          <cx:pt idx="3993">163391</cx:pt>
          <cx:pt idx="3994">163408</cx:pt>
          <cx:pt idx="3995">163435</cx:pt>
          <cx:pt idx="3996">163436</cx:pt>
          <cx:pt idx="3997">163466</cx:pt>
          <cx:pt idx="3998">163538</cx:pt>
          <cx:pt idx="3999">163577</cx:pt>
          <cx:pt idx="4000">163588</cx:pt>
          <cx:pt idx="4001">163625</cx:pt>
          <cx:pt idx="4002">163643</cx:pt>
          <cx:pt idx="4003">163673</cx:pt>
          <cx:pt idx="4004">163733</cx:pt>
          <cx:pt idx="4005">163746</cx:pt>
          <cx:pt idx="4006">163750</cx:pt>
          <cx:pt idx="4007">163770</cx:pt>
          <cx:pt idx="4008">163773</cx:pt>
          <cx:pt idx="4009">163795</cx:pt>
          <cx:pt idx="4010">163806</cx:pt>
          <cx:pt idx="4011">163839</cx:pt>
          <cx:pt idx="4012">163847</cx:pt>
          <cx:pt idx="4013">163949</cx:pt>
          <cx:pt idx="4014">164001</cx:pt>
          <cx:pt idx="4015">164049</cx:pt>
          <cx:pt idx="4016">164075</cx:pt>
          <cx:pt idx="4017">164176</cx:pt>
          <cx:pt idx="4018">164229</cx:pt>
          <cx:pt idx="4019">164258</cx:pt>
          <cx:pt idx="4020">164360</cx:pt>
          <cx:pt idx="4021">164395</cx:pt>
          <cx:pt idx="4022">164402</cx:pt>
          <cx:pt idx="4023">164405</cx:pt>
          <cx:pt idx="4024">164424</cx:pt>
          <cx:pt idx="4025">164428</cx:pt>
          <cx:pt idx="4026">164464</cx:pt>
          <cx:pt idx="4027">164476</cx:pt>
          <cx:pt idx="4028">164521</cx:pt>
          <cx:pt idx="4029">164606</cx:pt>
          <cx:pt idx="4030">164616</cx:pt>
          <cx:pt idx="4031">164618</cx:pt>
          <cx:pt idx="4032">164623</cx:pt>
          <cx:pt idx="4033">164666</cx:pt>
          <cx:pt idx="4034">164677</cx:pt>
          <cx:pt idx="4035">164709</cx:pt>
          <cx:pt idx="4036">164781</cx:pt>
          <cx:pt idx="4037">164883</cx:pt>
          <cx:pt idx="4038">164899</cx:pt>
          <cx:pt idx="4039">164966</cx:pt>
          <cx:pt idx="4040">164995</cx:pt>
          <cx:pt idx="4041">165000</cx:pt>
          <cx:pt idx="4042">165000</cx:pt>
          <cx:pt idx="4043">165000</cx:pt>
          <cx:pt idx="4044">165000</cx:pt>
          <cx:pt idx="4045">165002</cx:pt>
          <cx:pt idx="4046">165052</cx:pt>
          <cx:pt idx="4047">165125</cx:pt>
          <cx:pt idx="4048">165146</cx:pt>
          <cx:pt idx="4049">165233</cx:pt>
          <cx:pt idx="4050">165263</cx:pt>
          <cx:pt idx="4051">165283</cx:pt>
          <cx:pt idx="4052">165309</cx:pt>
          <cx:pt idx="4053">165421</cx:pt>
          <cx:pt idx="4054">165421</cx:pt>
          <cx:pt idx="4055">165537</cx:pt>
          <cx:pt idx="4056">165603</cx:pt>
          <cx:pt idx="4057">165606</cx:pt>
          <cx:pt idx="4058">165659</cx:pt>
          <cx:pt idx="4059">165694</cx:pt>
          <cx:pt idx="4060">165705</cx:pt>
          <cx:pt idx="4061">165751</cx:pt>
          <cx:pt idx="4062">165798</cx:pt>
          <cx:pt idx="4063">165833</cx:pt>
          <cx:pt idx="4064">165855</cx:pt>
          <cx:pt idx="4065">165888</cx:pt>
          <cx:pt idx="4066">165907</cx:pt>
          <cx:pt idx="4067">165916</cx:pt>
          <cx:pt idx="4068">165934</cx:pt>
          <cx:pt idx="4069">165981</cx:pt>
          <cx:pt idx="4070">165999</cx:pt>
          <cx:pt idx="4071">166018</cx:pt>
          <cx:pt idx="4072">166025</cx:pt>
          <cx:pt idx="4073">166026</cx:pt>
          <cx:pt idx="4074">166043</cx:pt>
          <cx:pt idx="4075">166164</cx:pt>
          <cx:pt idx="4076">166170</cx:pt>
          <cx:pt idx="4077">166190</cx:pt>
          <cx:pt idx="4078">166234</cx:pt>
          <cx:pt idx="4079">166288</cx:pt>
          <cx:pt idx="4080">166301</cx:pt>
          <cx:pt idx="4081">166314</cx:pt>
          <cx:pt idx="4082">166342</cx:pt>
          <cx:pt idx="4083">166342</cx:pt>
          <cx:pt idx="4084">166475</cx:pt>
          <cx:pt idx="4085">166609</cx:pt>
          <cx:pt idx="4086">166627</cx:pt>
          <cx:pt idx="4087">166647</cx:pt>
          <cx:pt idx="4088">166650</cx:pt>
          <cx:pt idx="4089">166664</cx:pt>
          <cx:pt idx="4090">166666</cx:pt>
          <cx:pt idx="4091">166672</cx:pt>
          <cx:pt idx="4092">166772</cx:pt>
          <cx:pt idx="4093">166777</cx:pt>
          <cx:pt idx="4094">166812</cx:pt>
          <cx:pt idx="4095">166914</cx:pt>
          <cx:pt idx="4096">166914</cx:pt>
          <cx:pt idx="4097">166979</cx:pt>
          <cx:pt idx="4098">167011</cx:pt>
          <cx:pt idx="4099">167022</cx:pt>
          <cx:pt idx="4100">167219</cx:pt>
          <cx:pt idx="4101">167260</cx:pt>
          <cx:pt idx="4102">167278</cx:pt>
          <cx:pt idx="4103">167438</cx:pt>
          <cx:pt idx="4104">167536</cx:pt>
          <cx:pt idx="4105">167557</cx:pt>
          <cx:pt idx="4106">167557</cx:pt>
          <cx:pt idx="4107">167566</cx:pt>
          <cx:pt idx="4108">167607</cx:pt>
          <cx:pt idx="4109">167612</cx:pt>
          <cx:pt idx="4110">167666</cx:pt>
          <cx:pt idx="4111">167666</cx:pt>
          <cx:pt idx="4112">167695</cx:pt>
          <cx:pt idx="4113">167697</cx:pt>
          <cx:pt idx="4114">167750</cx:pt>
          <cx:pt idx="4115">167766</cx:pt>
          <cx:pt idx="4116">167785</cx:pt>
          <cx:pt idx="4117">167822</cx:pt>
          <cx:pt idx="4118">167869</cx:pt>
          <cx:pt idx="4119">167939</cx:pt>
          <cx:pt idx="4120">167977</cx:pt>
          <cx:pt idx="4121">167990</cx:pt>
          <cx:pt idx="4122">167999</cx:pt>
          <cx:pt idx="4123">168104</cx:pt>
          <cx:pt idx="4124">168210</cx:pt>
          <cx:pt idx="4125">168242</cx:pt>
          <cx:pt idx="4126">168263</cx:pt>
          <cx:pt idx="4127">168367</cx:pt>
          <cx:pt idx="4128">168372</cx:pt>
          <cx:pt idx="4129">168412</cx:pt>
          <cx:pt idx="4130">168522</cx:pt>
          <cx:pt idx="4131">168542</cx:pt>
          <cx:pt idx="4132">168584</cx:pt>
          <cx:pt idx="4133">168666</cx:pt>
          <cx:pt idx="4134">168681</cx:pt>
          <cx:pt idx="4135">168759</cx:pt>
          <cx:pt idx="4136">168762</cx:pt>
          <cx:pt idx="4137">168819</cx:pt>
          <cx:pt idx="4138">168845</cx:pt>
          <cx:pt idx="4139">168859</cx:pt>
          <cx:pt idx="4140">168896</cx:pt>
          <cx:pt idx="4141">168913</cx:pt>
          <cx:pt idx="4142">168999</cx:pt>
          <cx:pt idx="4143">169000</cx:pt>
          <cx:pt idx="4144">169038</cx:pt>
          <cx:pt idx="4145">169046</cx:pt>
          <cx:pt idx="4146">169085</cx:pt>
          <cx:pt idx="4147">169096</cx:pt>
          <cx:pt idx="4148">169107</cx:pt>
          <cx:pt idx="4149">169341</cx:pt>
          <cx:pt idx="4150">169349</cx:pt>
          <cx:pt idx="4151">169416</cx:pt>
          <cx:pt idx="4152">169439</cx:pt>
          <cx:pt idx="4153">169442</cx:pt>
          <cx:pt idx="4154">169479</cx:pt>
          <cx:pt idx="4155">169483</cx:pt>
          <cx:pt idx="4156">169497</cx:pt>
          <cx:pt idx="4157">169646</cx:pt>
          <cx:pt idx="4158">169762</cx:pt>
          <cx:pt idx="4159">169900</cx:pt>
          <cx:pt idx="4160">169933</cx:pt>
          <cx:pt idx="4161">169933</cx:pt>
          <cx:pt idx="4162">169933</cx:pt>
          <cx:pt idx="4163">169966</cx:pt>
          <cx:pt idx="4164">169982</cx:pt>
          <cx:pt idx="4165">169999</cx:pt>
          <cx:pt idx="4166">170000</cx:pt>
          <cx:pt idx="4167">170003</cx:pt>
          <cx:pt idx="4168">170033</cx:pt>
          <cx:pt idx="4169">170034</cx:pt>
          <cx:pt idx="4170">170159</cx:pt>
          <cx:pt idx="4171">170302</cx:pt>
          <cx:pt idx="4172">170447</cx:pt>
          <cx:pt idx="4173">170451</cx:pt>
          <cx:pt idx="4174">170494</cx:pt>
          <cx:pt idx="4175">170673</cx:pt>
          <cx:pt idx="4176">170677</cx:pt>
          <cx:pt idx="4177">170810</cx:pt>
          <cx:pt idx="4178">171080</cx:pt>
          <cx:pt idx="4179">171087</cx:pt>
          <cx:pt idx="4180">171112</cx:pt>
          <cx:pt idx="4181">171223</cx:pt>
          <cx:pt idx="4182">171396</cx:pt>
          <cx:pt idx="4183">171424</cx:pt>
          <cx:pt idx="4184">171559</cx:pt>
          <cx:pt idx="4185">171604</cx:pt>
          <cx:pt idx="4186">171628</cx:pt>
          <cx:pt idx="4187">171668</cx:pt>
          <cx:pt idx="4188">171700</cx:pt>
          <cx:pt idx="4189">171711</cx:pt>
          <cx:pt idx="4190">171713</cx:pt>
          <cx:pt idx="4191">171872</cx:pt>
          <cx:pt idx="4192">171958</cx:pt>
          <cx:pt idx="4193">172035</cx:pt>
          <cx:pt idx="4194">172095</cx:pt>
          <cx:pt idx="4195">172101</cx:pt>
          <cx:pt idx="4196">172166</cx:pt>
          <cx:pt idx="4197">172189</cx:pt>
          <cx:pt idx="4198">172289</cx:pt>
          <cx:pt idx="4199">172363</cx:pt>
          <cx:pt idx="4200">172376</cx:pt>
          <cx:pt idx="4201">172401</cx:pt>
          <cx:pt idx="4202">172471</cx:pt>
          <cx:pt idx="4203">172521</cx:pt>
          <cx:pt idx="4204">172593</cx:pt>
          <cx:pt idx="4205">172636</cx:pt>
          <cx:pt idx="4206">172773</cx:pt>
          <cx:pt idx="4207">172800</cx:pt>
          <cx:pt idx="4208">172825</cx:pt>
          <cx:pt idx="4209">172966</cx:pt>
          <cx:pt idx="4210">173014</cx:pt>
          <cx:pt idx="4211">173103</cx:pt>
          <cx:pt idx="4212">173165</cx:pt>
          <cx:pt idx="4213">173189</cx:pt>
          <cx:pt idx="4214">173229</cx:pt>
          <cx:pt idx="4215">173247</cx:pt>
          <cx:pt idx="4216">173333</cx:pt>
          <cx:pt idx="4217">173343</cx:pt>
          <cx:pt idx="4218">173347</cx:pt>
          <cx:pt idx="4219">173348</cx:pt>
          <cx:pt idx="4220">173575</cx:pt>
          <cx:pt idx="4221">173581</cx:pt>
          <cx:pt idx="4222">173630</cx:pt>
          <cx:pt idx="4223">173738</cx:pt>
          <cx:pt idx="4224">173797</cx:pt>
          <cx:pt idx="4225">173799</cx:pt>
          <cx:pt idx="4226">173807</cx:pt>
          <cx:pt idx="4227">173965</cx:pt>
          <cx:pt idx="4228">173991</cx:pt>
          <cx:pt idx="4229">173997</cx:pt>
          <cx:pt idx="4230">174031</cx:pt>
          <cx:pt idx="4231">174067</cx:pt>
          <cx:pt idx="4232">174087</cx:pt>
          <cx:pt idx="4233">174123</cx:pt>
          <cx:pt idx="4234">174133</cx:pt>
          <cx:pt idx="4235">174281</cx:pt>
          <cx:pt idx="4236">174300</cx:pt>
          <cx:pt idx="4237">174326</cx:pt>
          <cx:pt idx="4238">174338</cx:pt>
          <cx:pt idx="4239">174362</cx:pt>
          <cx:pt idx="4240">174484</cx:pt>
          <cx:pt idx="4241">174646</cx:pt>
          <cx:pt idx="4242">174646</cx:pt>
          <cx:pt idx="4243">174794</cx:pt>
          <cx:pt idx="4244">174816</cx:pt>
          <cx:pt idx="4245">174859</cx:pt>
          <cx:pt idx="4246">174893</cx:pt>
          <cx:pt idx="4247">174897</cx:pt>
          <cx:pt idx="4248">174932</cx:pt>
          <cx:pt idx="4249">175000</cx:pt>
          <cx:pt idx="4250">175083</cx:pt>
          <cx:pt idx="4251">175136</cx:pt>
          <cx:pt idx="4252">175166</cx:pt>
          <cx:pt idx="4253">175218</cx:pt>
          <cx:pt idx="4254">175241</cx:pt>
          <cx:pt idx="4255">175255</cx:pt>
          <cx:pt idx="4256">175283</cx:pt>
          <cx:pt idx="4257">175309</cx:pt>
          <cx:pt idx="4258">175346</cx:pt>
          <cx:pt idx="4259">175523</cx:pt>
          <cx:pt idx="4260">175523</cx:pt>
          <cx:pt idx="4261">175523</cx:pt>
          <cx:pt idx="4262">175523</cx:pt>
          <cx:pt idx="4263">175523</cx:pt>
          <cx:pt idx="4264">175558</cx:pt>
          <cx:pt idx="4265">175577</cx:pt>
          <cx:pt idx="4266">175620</cx:pt>
          <cx:pt idx="4267">175623</cx:pt>
          <cx:pt idx="4268">175634</cx:pt>
          <cx:pt idx="4269">175679</cx:pt>
          <cx:pt idx="4270">175679</cx:pt>
          <cx:pt idx="4271">175866</cx:pt>
          <cx:pt idx="4272">175867</cx:pt>
          <cx:pt idx="4273">175951</cx:pt>
          <cx:pt idx="4274">175987</cx:pt>
          <cx:pt idx="4275">176046</cx:pt>
          <cx:pt idx="4276">176046</cx:pt>
          <cx:pt idx="4277">176063</cx:pt>
          <cx:pt idx="4278">176317</cx:pt>
          <cx:pt idx="4279">176340</cx:pt>
          <cx:pt idx="4280">176345</cx:pt>
          <cx:pt idx="4281">176351</cx:pt>
          <cx:pt idx="4282">176431</cx:pt>
          <cx:pt idx="4283">176431</cx:pt>
          <cx:pt idx="4284">176483</cx:pt>
          <cx:pt idx="4285">176510</cx:pt>
          <cx:pt idx="4286">176516</cx:pt>
          <cx:pt idx="4287">176530</cx:pt>
          <cx:pt idx="4288">176569</cx:pt>
          <cx:pt idx="4289">176598</cx:pt>
          <cx:pt idx="4290">176598</cx:pt>
          <cx:pt idx="4291">176623</cx:pt>
          <cx:pt idx="4292">176633</cx:pt>
          <cx:pt idx="4293">176647</cx:pt>
          <cx:pt idx="4294">176666</cx:pt>
          <cx:pt idx="4295">176672</cx:pt>
          <cx:pt idx="4296">176729</cx:pt>
          <cx:pt idx="4297">176750</cx:pt>
          <cx:pt idx="4298">176795</cx:pt>
          <cx:pt idx="4299">176835</cx:pt>
          <cx:pt idx="4300">176835</cx:pt>
          <cx:pt idx="4301">176835</cx:pt>
          <cx:pt idx="4302">176951</cx:pt>
          <cx:pt idx="4303">176964</cx:pt>
          <cx:pt idx="4304">176969</cx:pt>
          <cx:pt idx="4305">177125</cx:pt>
          <cx:pt idx="4306">177158</cx:pt>
          <cx:pt idx="4307">177198</cx:pt>
          <cx:pt idx="4308">177198</cx:pt>
          <cx:pt idx="4309">177223</cx:pt>
          <cx:pt idx="4310">177263</cx:pt>
          <cx:pt idx="4311">177333</cx:pt>
          <cx:pt idx="4312">177350</cx:pt>
          <cx:pt idx="4313">177382</cx:pt>
          <cx:pt idx="4314">177570</cx:pt>
          <cx:pt idx="4315">177570</cx:pt>
          <cx:pt idx="4316">177661</cx:pt>
          <cx:pt idx="4317">177909</cx:pt>
          <cx:pt idx="4318">177926</cx:pt>
          <cx:pt idx="4319">177938</cx:pt>
          <cx:pt idx="4320">177964</cx:pt>
          <cx:pt idx="4321">177989</cx:pt>
          <cx:pt idx="4322">177999</cx:pt>
          <cx:pt idx="4323">178058</cx:pt>
          <cx:pt idx="4324">178058</cx:pt>
          <cx:pt idx="4325">178058</cx:pt>
          <cx:pt idx="4326">178058</cx:pt>
          <cx:pt idx="4327">178067</cx:pt>
          <cx:pt idx="4328">178086</cx:pt>
          <cx:pt idx="4329">178143</cx:pt>
          <cx:pt idx="4330">178143</cx:pt>
          <cx:pt idx="4331">178184</cx:pt>
          <cx:pt idx="4332">178212</cx:pt>
          <cx:pt idx="4333">178244</cx:pt>
          <cx:pt idx="4334">178534</cx:pt>
          <cx:pt idx="4335">178538</cx:pt>
          <cx:pt idx="4336">178548</cx:pt>
          <cx:pt idx="4337">178626</cx:pt>
          <cx:pt idx="4338">178683</cx:pt>
          <cx:pt idx="4339">178750</cx:pt>
          <cx:pt idx="4340">178857</cx:pt>
          <cx:pt idx="4341">178972</cx:pt>
          <cx:pt idx="4342">179010</cx:pt>
          <cx:pt idx="4343">179038</cx:pt>
          <cx:pt idx="4344">179254</cx:pt>
          <cx:pt idx="4345">179337</cx:pt>
          <cx:pt idx="4346">179359</cx:pt>
          <cx:pt idx="4347">179456</cx:pt>
          <cx:pt idx="4348">179460</cx:pt>
          <cx:pt idx="4349">179492</cx:pt>
          <cx:pt idx="4350">179501</cx:pt>
          <cx:pt idx="4351">179569</cx:pt>
          <cx:pt idx="4352">179569</cx:pt>
          <cx:pt idx="4353">179665</cx:pt>
          <cx:pt idx="4354">179811</cx:pt>
          <cx:pt idx="4355">179819</cx:pt>
          <cx:pt idx="4356">179864</cx:pt>
          <cx:pt idx="4357">179882</cx:pt>
          <cx:pt idx="4358">179952</cx:pt>
          <cx:pt idx="4359">179983</cx:pt>
          <cx:pt idx="4360">180000</cx:pt>
          <cx:pt idx="4361">180000</cx:pt>
          <cx:pt idx="4362">180024</cx:pt>
          <cx:pt idx="4363">180133</cx:pt>
          <cx:pt idx="4364">180137</cx:pt>
          <cx:pt idx="4365">180200</cx:pt>
          <cx:pt idx="4366">180279</cx:pt>
          <cx:pt idx="4367">180331</cx:pt>
          <cx:pt idx="4368">180332</cx:pt>
          <cx:pt idx="4369">180500</cx:pt>
          <cx:pt idx="4370">180593</cx:pt>
          <cx:pt idx="4371">180683</cx:pt>
          <cx:pt idx="4372">180789</cx:pt>
          <cx:pt idx="4373">180792</cx:pt>
          <cx:pt idx="4374">180866</cx:pt>
          <cx:pt idx="4375">180971</cx:pt>
          <cx:pt idx="4376">181150</cx:pt>
          <cx:pt idx="4377">181186</cx:pt>
          <cx:pt idx="4378">181186</cx:pt>
          <cx:pt idx="4379">181240</cx:pt>
          <cx:pt idx="4380">181240</cx:pt>
          <cx:pt idx="4381">181258</cx:pt>
          <cx:pt idx="4382">181384</cx:pt>
          <cx:pt idx="4383">181397</cx:pt>
          <cx:pt idx="4384">181397</cx:pt>
          <cx:pt idx="4385">181432</cx:pt>
          <cx:pt idx="4386">181484</cx:pt>
          <cx:pt idx="4387">181794</cx:pt>
          <cx:pt idx="4388">181794</cx:pt>
          <cx:pt idx="4389">181800</cx:pt>
          <cx:pt idx="4390">181800</cx:pt>
          <cx:pt idx="4391">181850</cx:pt>
          <cx:pt idx="4392">181905</cx:pt>
          <cx:pt idx="4393">181956</cx:pt>
          <cx:pt idx="4394">181956</cx:pt>
          <cx:pt idx="4395">182157</cx:pt>
          <cx:pt idx="4396">182227</cx:pt>
          <cx:pt idx="4397">182418</cx:pt>
          <cx:pt idx="4398">182461</cx:pt>
          <cx:pt idx="4399">182489</cx:pt>
          <cx:pt idx="4400">182620</cx:pt>
          <cx:pt idx="4401">182639</cx:pt>
          <cx:pt idx="4402">182741</cx:pt>
          <cx:pt idx="4403">182772</cx:pt>
          <cx:pt idx="4404">182798</cx:pt>
          <cx:pt idx="4405">182826</cx:pt>
          <cx:pt idx="4406">182868</cx:pt>
          <cx:pt idx="4407">182875</cx:pt>
          <cx:pt idx="4408">182927</cx:pt>
          <cx:pt idx="4409">183007</cx:pt>
          <cx:pt idx="4410">183055</cx:pt>
          <cx:pt idx="4411">183233</cx:pt>
          <cx:pt idx="4412">183321</cx:pt>
          <cx:pt idx="4413">183323</cx:pt>
          <cx:pt idx="4414">183335</cx:pt>
          <cx:pt idx="4415">183349</cx:pt>
          <cx:pt idx="4416">183358</cx:pt>
          <cx:pt idx="4417">183402</cx:pt>
          <cx:pt idx="4418">183411</cx:pt>
          <cx:pt idx="4419">183539</cx:pt>
          <cx:pt idx="4420">183682</cx:pt>
          <cx:pt idx="4421">183854</cx:pt>
          <cx:pt idx="4422">183870</cx:pt>
          <cx:pt idx="4423">183875</cx:pt>
          <cx:pt idx="4424">184038</cx:pt>
          <cx:pt idx="4425">184051</cx:pt>
          <cx:pt idx="4426">184174</cx:pt>
          <cx:pt idx="4427">184183</cx:pt>
          <cx:pt idx="4428">184203</cx:pt>
          <cx:pt idx="4429">184205</cx:pt>
          <cx:pt idx="4430">184345</cx:pt>
          <cx:pt idx="4431">184413</cx:pt>
          <cx:pt idx="4432">184419</cx:pt>
          <cx:pt idx="4433">184501</cx:pt>
          <cx:pt idx="4434">184594</cx:pt>
          <cx:pt idx="4435">184601</cx:pt>
          <cx:pt idx="4436">184690</cx:pt>
          <cx:pt idx="4437">184866</cx:pt>
          <cx:pt idx="4438">184953</cx:pt>
          <cx:pt idx="4439">184975</cx:pt>
          <cx:pt idx="4440">184990</cx:pt>
          <cx:pt idx="4441">185118</cx:pt>
          <cx:pt idx="4442">185133</cx:pt>
          <cx:pt idx="4443">185265</cx:pt>
          <cx:pt idx="4444">185304</cx:pt>
          <cx:pt idx="4445">185383</cx:pt>
          <cx:pt idx="4446">185547</cx:pt>
          <cx:pt idx="4447">185551</cx:pt>
          <cx:pt idx="4448">185587</cx:pt>
          <cx:pt idx="4449">185608</cx:pt>
          <cx:pt idx="4450">185750</cx:pt>
          <cx:pt idx="4451">185878</cx:pt>
          <cx:pt idx="4452">185898</cx:pt>
          <cx:pt idx="4453">186149</cx:pt>
          <cx:pt idx="4454">186287</cx:pt>
          <cx:pt idx="4455">186365</cx:pt>
          <cx:pt idx="4456">186393</cx:pt>
          <cx:pt idx="4457">186393</cx:pt>
          <cx:pt idx="4458">186422</cx:pt>
          <cx:pt idx="4459">186541</cx:pt>
          <cx:pt idx="4460">186554</cx:pt>
          <cx:pt idx="4461">186669</cx:pt>
          <cx:pt idx="4462">186683</cx:pt>
          <cx:pt idx="4463">186684</cx:pt>
          <cx:pt idx="4464">186749</cx:pt>
          <cx:pt idx="4465">186749</cx:pt>
          <cx:pt idx="4466">186769</cx:pt>
          <cx:pt idx="4467">186822</cx:pt>
          <cx:pt idx="4468">186827</cx:pt>
          <cx:pt idx="4469">186989</cx:pt>
          <cx:pt idx="4470">187005</cx:pt>
          <cx:pt idx="4471">187133</cx:pt>
          <cx:pt idx="4472">187164</cx:pt>
          <cx:pt idx="4473">187173</cx:pt>
          <cx:pt idx="4474">187198</cx:pt>
          <cx:pt idx="4475">187216</cx:pt>
          <cx:pt idx="4476">187224</cx:pt>
          <cx:pt idx="4477">187388</cx:pt>
          <cx:pt idx="4478">187483</cx:pt>
          <cx:pt idx="4479">187524</cx:pt>
          <cx:pt idx="4480">187599</cx:pt>
          <cx:pt idx="4481">187635</cx:pt>
          <cx:pt idx="4482">187722</cx:pt>
          <cx:pt idx="4483">187743</cx:pt>
          <cx:pt idx="4484">187829</cx:pt>
          <cx:pt idx="4485">187895</cx:pt>
          <cx:pt idx="4486">188135</cx:pt>
          <cx:pt idx="4487">188228</cx:pt>
          <cx:pt idx="4488">188330</cx:pt>
          <cx:pt idx="4489">188330</cx:pt>
          <cx:pt idx="4490">188333</cx:pt>
          <cx:pt idx="4491">188333</cx:pt>
          <cx:pt idx="4492">188348</cx:pt>
          <cx:pt idx="4493">188427</cx:pt>
          <cx:pt idx="4494">188446</cx:pt>
          <cx:pt idx="4495">188503</cx:pt>
          <cx:pt idx="4496">188503</cx:pt>
          <cx:pt idx="4497">188649</cx:pt>
          <cx:pt idx="4498">188734</cx:pt>
          <cx:pt idx="4499">188842</cx:pt>
          <cx:pt idx="4500">188845</cx:pt>
          <cx:pt idx="4501">188890</cx:pt>
          <cx:pt idx="4502">188890</cx:pt>
          <cx:pt idx="4503">189112</cx:pt>
          <cx:pt idx="4504">189330</cx:pt>
          <cx:pt idx="4505">189454</cx:pt>
          <cx:pt idx="4506">189454</cx:pt>
          <cx:pt idx="4507">189650</cx:pt>
          <cx:pt idx="4508">189650</cx:pt>
          <cx:pt idx="4509">189832</cx:pt>
          <cx:pt idx="4510">189876</cx:pt>
          <cx:pt idx="4511">189944</cx:pt>
          <cx:pt idx="4512">190003</cx:pt>
          <cx:pt idx="4513">190020</cx:pt>
          <cx:pt idx="4514">190112</cx:pt>
          <cx:pt idx="4515">190374</cx:pt>
          <cx:pt idx="4516">190392</cx:pt>
          <cx:pt idx="4517">190412</cx:pt>
          <cx:pt idx="4518">190443</cx:pt>
          <cx:pt idx="4519">190588</cx:pt>
          <cx:pt idx="4520">190611</cx:pt>
          <cx:pt idx="4521">190883</cx:pt>
          <cx:pt idx="4522">190930</cx:pt>
          <cx:pt idx="4523">191035</cx:pt>
          <cx:pt idx="4524">191035</cx:pt>
          <cx:pt idx="4525">191307</cx:pt>
          <cx:pt idx="4526">191365</cx:pt>
          <cx:pt idx="4527">191386</cx:pt>
          <cx:pt idx="4528">191526</cx:pt>
          <cx:pt idx="4529">191722</cx:pt>
          <cx:pt idx="4530">191786</cx:pt>
          <cx:pt idx="4531">191835</cx:pt>
          <cx:pt idx="4532">191835</cx:pt>
          <cx:pt idx="4533">191865</cx:pt>
          <cx:pt idx="4534">191887</cx:pt>
          <cx:pt idx="4535">191890</cx:pt>
          <cx:pt idx="4536">192009</cx:pt>
          <cx:pt idx="4537">192009</cx:pt>
          <cx:pt idx="4538">192035</cx:pt>
          <cx:pt idx="4539">192193</cx:pt>
          <cx:pt idx="4540">192216</cx:pt>
          <cx:pt idx="4541">192481</cx:pt>
          <cx:pt idx="4542">192481</cx:pt>
          <cx:pt idx="4543">192553</cx:pt>
          <cx:pt idx="4544">192660</cx:pt>
          <cx:pt idx="4545">192676</cx:pt>
          <cx:pt idx="4546">192682</cx:pt>
          <cx:pt idx="4547">192958</cx:pt>
          <cx:pt idx="4548">193177</cx:pt>
          <cx:pt idx="4549">193198</cx:pt>
          <cx:pt idx="4550">193208</cx:pt>
          <cx:pt idx="4551">193293</cx:pt>
          <cx:pt idx="4552">193326</cx:pt>
          <cx:pt idx="4553">193332</cx:pt>
          <cx:pt idx="4554">193376</cx:pt>
          <cx:pt idx="4555">193500</cx:pt>
          <cx:pt idx="4556">193510</cx:pt>
          <cx:pt idx="4557">193566</cx:pt>
          <cx:pt idx="4558">193620</cx:pt>
          <cx:pt idx="4559">193637</cx:pt>
          <cx:pt idx="4560">193727</cx:pt>
          <cx:pt idx="4561">193782</cx:pt>
          <cx:pt idx="4562">193919</cx:pt>
          <cx:pt idx="4563">194006</cx:pt>
          <cx:pt idx="4564">194041</cx:pt>
          <cx:pt idx="4565">194224</cx:pt>
          <cx:pt idx="4566">194269</cx:pt>
          <cx:pt idx="4567">194280</cx:pt>
          <cx:pt idx="4568">194326</cx:pt>
          <cx:pt idx="4569">194396</cx:pt>
          <cx:pt idx="4570">194573</cx:pt>
          <cx:pt idx="4571">194677</cx:pt>
          <cx:pt idx="4572">194738</cx:pt>
          <cx:pt idx="4573">194850</cx:pt>
          <cx:pt idx="4574">194958</cx:pt>
          <cx:pt idx="4575">194984</cx:pt>
          <cx:pt idx="4576">194994</cx:pt>
          <cx:pt idx="4577">195066</cx:pt>
          <cx:pt idx="4578">195066</cx:pt>
          <cx:pt idx="4579">195085</cx:pt>
          <cx:pt idx="4580">195138</cx:pt>
          <cx:pt idx="4581">195216</cx:pt>
          <cx:pt idx="4582">195216</cx:pt>
          <cx:pt idx="4583">195276</cx:pt>
          <cx:pt idx="4584">195316</cx:pt>
          <cx:pt idx="4585">195471</cx:pt>
          <cx:pt idx="4586">195539</cx:pt>
          <cx:pt idx="4587">195539</cx:pt>
          <cx:pt idx="4588">195710</cx:pt>
          <cx:pt idx="4589">195800</cx:pt>
          <cx:pt idx="4590">195868</cx:pt>
          <cx:pt idx="4591">195901</cx:pt>
          <cx:pt idx="4592">195916</cx:pt>
          <cx:pt idx="4593">195965</cx:pt>
          <cx:pt idx="4594">196008</cx:pt>
          <cx:pt idx="4595">196350</cx:pt>
          <cx:pt idx="4596">196350</cx:pt>
          <cx:pt idx="4597">196385</cx:pt>
          <cx:pt idx="4598">196668</cx:pt>
          <cx:pt idx="4599">196700</cx:pt>
          <cx:pt idx="4600">196712</cx:pt>
          <cx:pt idx="4601">196740</cx:pt>
          <cx:pt idx="4602">196868</cx:pt>
          <cx:pt idx="4603">196910</cx:pt>
          <cx:pt idx="4604">196933</cx:pt>
          <cx:pt idx="4605">197006</cx:pt>
          <cx:pt idx="4606">197116</cx:pt>
          <cx:pt idx="4607">197203</cx:pt>
          <cx:pt idx="4608">197215</cx:pt>
          <cx:pt idx="4609">197243</cx:pt>
          <cx:pt idx="4610">197305</cx:pt>
          <cx:pt idx="4611">197465</cx:pt>
          <cx:pt idx="4612">197500</cx:pt>
          <cx:pt idx="4613">197538</cx:pt>
          <cx:pt idx="4614">197775</cx:pt>
          <cx:pt idx="4615">197799</cx:pt>
          <cx:pt idx="4616">197866</cx:pt>
          <cx:pt idx="4617">198031</cx:pt>
          <cx:pt idx="4618">198062</cx:pt>
          <cx:pt idx="4619">198302</cx:pt>
          <cx:pt idx="4620">198390</cx:pt>
          <cx:pt idx="4621">198450</cx:pt>
          <cx:pt idx="4622">198571</cx:pt>
          <cx:pt idx="4623">198605</cx:pt>
          <cx:pt idx="4624">198813</cx:pt>
          <cx:pt idx="4625">198816</cx:pt>
          <cx:pt idx="4626">198874</cx:pt>
          <cx:pt idx="4627">198898</cx:pt>
          <cx:pt idx="4628">198909</cx:pt>
          <cx:pt idx="4629">198999</cx:pt>
          <cx:pt idx="4630">199147</cx:pt>
          <cx:pt idx="4631">199212</cx:pt>
          <cx:pt idx="4632">199257</cx:pt>
          <cx:pt idx="4633">199458</cx:pt>
          <cx:pt idx="4634">199492</cx:pt>
          <cx:pt idx="4635">199581</cx:pt>
          <cx:pt idx="4636">199583</cx:pt>
          <cx:pt idx="4637">199583</cx:pt>
          <cx:pt idx="4638">199619</cx:pt>
          <cx:pt idx="4639">199642</cx:pt>
          <cx:pt idx="4640">199666</cx:pt>
          <cx:pt idx="4641">199896</cx:pt>
          <cx:pt idx="4642">199991</cx:pt>
          <cx:pt idx="4643">200000</cx:pt>
          <cx:pt idx="4644">200000</cx:pt>
          <cx:pt idx="4645">200000</cx:pt>
          <cx:pt idx="4646">200000</cx:pt>
          <cx:pt idx="4647">200000</cx:pt>
          <cx:pt idx="4648">200000</cx:pt>
          <cx:pt idx="4649">200000</cx:pt>
          <cx:pt idx="4650">200000</cx:pt>
          <cx:pt idx="4651">200000</cx:pt>
          <cx:pt idx="4652">200000</cx:pt>
          <cx:pt idx="4653">200000</cx:pt>
          <cx:pt idx="4654">200000</cx:pt>
          <cx:pt idx="4655">200000</cx:pt>
          <cx:pt idx="4656">200002</cx:pt>
          <cx:pt idx="4657">200125</cx:pt>
          <cx:pt idx="4658">200166</cx:pt>
          <cx:pt idx="4659">200199</cx:pt>
          <cx:pt idx="4660">200250</cx:pt>
          <cx:pt idx="4661">200292</cx:pt>
          <cx:pt idx="4662">200360</cx:pt>
          <cx:pt idx="4663">200366</cx:pt>
          <cx:pt idx="4664">200399</cx:pt>
          <cx:pt idx="4665">200420</cx:pt>
          <cx:pt idx="4666">200435</cx:pt>
          <cx:pt idx="4667">200459</cx:pt>
          <cx:pt idx="4668">200540</cx:pt>
          <cx:pt idx="4669">200661</cx:pt>
          <cx:pt idx="4670">200708</cx:pt>
          <cx:pt idx="4671">200774</cx:pt>
          <cx:pt idx="4672">200983</cx:pt>
          <cx:pt idx="4673">201363</cx:pt>
          <cx:pt idx="4674">201384</cx:pt>
          <cx:pt idx="4675">201570</cx:pt>
          <cx:pt idx="4676">201624</cx:pt>
          <cx:pt idx="4677">201660</cx:pt>
          <cx:pt idx="4678">201738</cx:pt>
          <cx:pt idx="4679">202019</cx:pt>
          <cx:pt idx="4680">202120</cx:pt>
          <cx:pt idx="4681">202165</cx:pt>
          <cx:pt idx="4682">202269</cx:pt>
          <cx:pt idx="4683">202284</cx:pt>
          <cx:pt idx="4684">202284</cx:pt>
          <cx:pt idx="4685">202298</cx:pt>
          <cx:pt idx="4686">202308</cx:pt>
          <cx:pt idx="4687">202337</cx:pt>
          <cx:pt idx="4688">202350</cx:pt>
          <cx:pt idx="4689">202381</cx:pt>
          <cx:pt idx="4690">202381</cx:pt>
          <cx:pt idx="4691">202696</cx:pt>
          <cx:pt idx="4692">202750</cx:pt>
          <cx:pt idx="4693">202754</cx:pt>
          <cx:pt idx="4694">202847</cx:pt>
          <cx:pt idx="4695">203170</cx:pt>
          <cx:pt idx="4696">203286</cx:pt>
          <cx:pt idx="4697">203324</cx:pt>
          <cx:pt idx="4698">203331</cx:pt>
          <cx:pt idx="4699">203333</cx:pt>
          <cx:pt idx="4700">203417</cx:pt>
          <cx:pt idx="4701">203455</cx:pt>
          <cx:pt idx="4702">203455</cx:pt>
          <cx:pt idx="4703">203673</cx:pt>
          <cx:pt idx="4704">203743</cx:pt>
          <cx:pt idx="4705">203985</cx:pt>
          <cx:pt idx="4706">204051</cx:pt>
          <cx:pt idx="4707">204114</cx:pt>
          <cx:pt idx="4708">204114</cx:pt>
          <cx:pt idx="4709">204117</cx:pt>
          <cx:pt idx="4710">204166</cx:pt>
          <cx:pt idx="4711">204190</cx:pt>
          <cx:pt idx="4712">204190</cx:pt>
          <cx:pt idx="4713">204190</cx:pt>
          <cx:pt idx="4714">204416</cx:pt>
          <cx:pt idx="4715">204523</cx:pt>
          <cx:pt idx="4716">204536</cx:pt>
          <cx:pt idx="4717">204675</cx:pt>
          <cx:pt idx="4718">204712</cx:pt>
          <cx:pt idx="4719">204849</cx:pt>
          <cx:pt idx="4720">205077</cx:pt>
          <cx:pt idx="4721">205097</cx:pt>
          <cx:pt idx="4722">205190</cx:pt>
          <cx:pt idx="4723">205269</cx:pt>
          <cx:pt idx="4724">205269</cx:pt>
          <cx:pt idx="4725">205434</cx:pt>
          <cx:pt idx="4726">205504</cx:pt>
          <cx:pt idx="4727">205681</cx:pt>
          <cx:pt idx="4728">205696</cx:pt>
          <cx:pt idx="4729">205714</cx:pt>
          <cx:pt idx="4730">205789</cx:pt>
          <cx:pt idx="4731">205797</cx:pt>
          <cx:pt idx="4732">205838</cx:pt>
          <cx:pt idx="4733">205905</cx:pt>
          <cx:pt idx="4734">205976</cx:pt>
          <cx:pt idx="4735">206014</cx:pt>
          <cx:pt idx="4736">206116</cx:pt>
          <cx:pt idx="4737">206187</cx:pt>
          <cx:pt idx="4738">206188</cx:pt>
          <cx:pt idx="4739">206203</cx:pt>
          <cx:pt idx="4740">206211</cx:pt>
          <cx:pt idx="4741">206214</cx:pt>
          <cx:pt idx="4742">206473</cx:pt>
          <cx:pt idx="4743">206497</cx:pt>
          <cx:pt idx="4744">206572</cx:pt>
          <cx:pt idx="4745">206610</cx:pt>
          <cx:pt idx="4746">206633</cx:pt>
          <cx:pt idx="4747">206740</cx:pt>
          <cx:pt idx="4748">206878</cx:pt>
          <cx:pt idx="4749">206971</cx:pt>
          <cx:pt idx="4750">206983</cx:pt>
          <cx:pt idx="4751">207124</cx:pt>
          <cx:pt idx="4752">207167</cx:pt>
          <cx:pt idx="4753">207209</cx:pt>
          <cx:pt idx="4754">207435</cx:pt>
          <cx:pt idx="4755">207484</cx:pt>
          <cx:pt idx="4756">207487</cx:pt>
          <cx:pt idx="4757">207487</cx:pt>
          <cx:pt idx="4758">207516</cx:pt>
          <cx:pt idx="4759">207536</cx:pt>
          <cx:pt idx="4760">207564</cx:pt>
          <cx:pt idx="4761">207594</cx:pt>
          <cx:pt idx="4762">207597</cx:pt>
          <cx:pt idx="4763">207624</cx:pt>
          <cx:pt idx="4764">207688</cx:pt>
          <cx:pt idx="4765">207776</cx:pt>
          <cx:pt idx="4766">207776</cx:pt>
          <cx:pt idx="4767">207841</cx:pt>
          <cx:pt idx="4768">207944</cx:pt>
          <cx:pt idx="4769">208096</cx:pt>
          <cx:pt idx="4770">208131</cx:pt>
          <cx:pt idx="4771">208174</cx:pt>
          <cx:pt idx="4772">208179</cx:pt>
          <cx:pt idx="4773">208246</cx:pt>
          <cx:pt idx="4774">208373</cx:pt>
          <cx:pt idx="4775">208438</cx:pt>
          <cx:pt idx="4776">208461</cx:pt>
          <cx:pt idx="4777">208654</cx:pt>
          <cx:pt idx="4778">208654</cx:pt>
          <cx:pt idx="4779">208654</cx:pt>
          <cx:pt idx="4780">208760</cx:pt>
          <cx:pt idx="4781">208817</cx:pt>
          <cx:pt idx="4782">208824</cx:pt>
          <cx:pt idx="4783">208873</cx:pt>
          <cx:pt idx="4784">208980</cx:pt>
          <cx:pt idx="4785">209102</cx:pt>
          <cx:pt idx="4786">209103</cx:pt>
          <cx:pt idx="4787">209221</cx:pt>
          <cx:pt idx="4788">209298</cx:pt>
          <cx:pt idx="4789">209467</cx:pt>
          <cx:pt idx="4790">209467</cx:pt>
          <cx:pt idx="4791">209708</cx:pt>
          <cx:pt idx="4792">210036</cx:pt>
          <cx:pt idx="4793">210036</cx:pt>
          <cx:pt idx="4794">210066</cx:pt>
          <cx:pt idx="4795">210114</cx:pt>
          <cx:pt idx="4796">210611</cx:pt>
          <cx:pt idx="4797">210611</cx:pt>
          <cx:pt idx="4798">210721</cx:pt>
          <cx:pt idx="4799">210775</cx:pt>
          <cx:pt idx="4800">210865</cx:pt>
          <cx:pt idx="4801">210885</cx:pt>
          <cx:pt idx="4802">210969</cx:pt>
          <cx:pt idx="4803">210980</cx:pt>
          <cx:pt idx="4804">211014</cx:pt>
          <cx:pt idx="4805">211024</cx:pt>
          <cx:pt idx="4806">211034</cx:pt>
          <cx:pt idx="4807">211047</cx:pt>
          <cx:pt idx="4808">211143</cx:pt>
          <cx:pt idx="4809">211183</cx:pt>
          <cx:pt idx="4810">211223</cx:pt>
          <cx:pt idx="4811">211250</cx:pt>
          <cx:pt idx="4812">211319</cx:pt>
          <cx:pt idx="4813">211378</cx:pt>
          <cx:pt idx="4814">211378</cx:pt>
          <cx:pt idx="4815">211429</cx:pt>
          <cx:pt idx="4816">211511</cx:pt>
          <cx:pt idx="4817">211658</cx:pt>
          <cx:pt idx="4818">211658</cx:pt>
          <cx:pt idx="4819">211658</cx:pt>
          <cx:pt idx="4820">211766</cx:pt>
          <cx:pt idx="4821">211986</cx:pt>
          <cx:pt idx="4822">211986</cx:pt>
          <cx:pt idx="4823">211986</cx:pt>
          <cx:pt idx="4824">212036</cx:pt>
          <cx:pt idx="4825">212191</cx:pt>
          <cx:pt idx="4826">212191</cx:pt>
          <cx:pt idx="4827">212191</cx:pt>
          <cx:pt idx="4828">212191</cx:pt>
          <cx:pt idx="4829">212191</cx:pt>
          <cx:pt idx="4830">212191</cx:pt>
          <cx:pt idx="4831">212191</cx:pt>
          <cx:pt idx="4832">212191</cx:pt>
          <cx:pt idx="4833">212191</cx:pt>
          <cx:pt idx="4834">212191</cx:pt>
          <cx:pt idx="4835">212191</cx:pt>
          <cx:pt idx="4836">212191</cx:pt>
          <cx:pt idx="4837">212200</cx:pt>
          <cx:pt idx="4838">212234</cx:pt>
          <cx:pt idx="4839">212433</cx:pt>
          <cx:pt idx="4840">212561</cx:pt>
          <cx:pt idx="4841">212660</cx:pt>
          <cx:pt idx="4842">212857</cx:pt>
          <cx:pt idx="4843">212867</cx:pt>
          <cx:pt idx="4844">212902</cx:pt>
          <cx:pt idx="4845">212969</cx:pt>
          <cx:pt idx="4846">213234</cx:pt>
          <cx:pt idx="4847">213285</cx:pt>
          <cx:pt idx="4848">213322</cx:pt>
          <cx:pt idx="4849">213349</cx:pt>
          <cx:pt idx="4850">213422</cx:pt>
          <cx:pt idx="4851">213440</cx:pt>
          <cx:pt idx="4852">213464</cx:pt>
          <cx:pt idx="4853">213475</cx:pt>
          <cx:pt idx="4854">213878</cx:pt>
          <cx:pt idx="4855">213896</cx:pt>
          <cx:pt idx="4856">213999</cx:pt>
          <cx:pt idx="4857">214003</cx:pt>
          <cx:pt idx="4858">214033</cx:pt>
          <cx:pt idx="4859">214055</cx:pt>
          <cx:pt idx="4860">214293</cx:pt>
          <cx:pt idx="4861">214467</cx:pt>
          <cx:pt idx="4862">214635</cx:pt>
          <cx:pt idx="4863">214741</cx:pt>
          <cx:pt idx="4864">214741</cx:pt>
          <cx:pt idx="4865">215066</cx:pt>
          <cx:pt idx="4866">215382</cx:pt>
          <cx:pt idx="4867">215382</cx:pt>
          <cx:pt idx="4868">215445</cx:pt>
          <cx:pt idx="4869">215497</cx:pt>
          <cx:pt idx="4870">215515</cx:pt>
          <cx:pt idx="4871">215556</cx:pt>
          <cx:pt idx="4872">215558</cx:pt>
          <cx:pt idx="4873">215618</cx:pt>
          <cx:pt idx="4874">215647</cx:pt>
          <cx:pt idx="4875">215671</cx:pt>
          <cx:pt idx="4876">215700</cx:pt>
          <cx:pt idx="4877">215729</cx:pt>
          <cx:pt idx="4878">216000</cx:pt>
          <cx:pt idx="4879">216045</cx:pt>
          <cx:pt idx="4880">216050</cx:pt>
          <cx:pt idx="4881">216342</cx:pt>
          <cx:pt idx="4882">216381</cx:pt>
          <cx:pt idx="4883">216381</cx:pt>
          <cx:pt idx="4884">216393</cx:pt>
          <cx:pt idx="4885">216474</cx:pt>
          <cx:pt idx="4886">216967</cx:pt>
          <cx:pt idx="4887">217150</cx:pt>
          <cx:pt idx="4888">217304</cx:pt>
          <cx:pt idx="4889">217368</cx:pt>
          <cx:pt idx="4890">217428</cx:pt>
          <cx:pt idx="4891">217428</cx:pt>
          <cx:pt idx="4892">217539</cx:pt>
          <cx:pt idx="4893">217616</cx:pt>
          <cx:pt idx="4894">217639</cx:pt>
          <cx:pt idx="4895">217656</cx:pt>
          <cx:pt idx="4896">217671</cx:pt>
          <cx:pt idx="4897">217696</cx:pt>
          <cx:pt idx="4898">217780</cx:pt>
          <cx:pt idx="4899">217845</cx:pt>
          <cx:pt idx="4900">217845</cx:pt>
          <cx:pt idx="4901">217939</cx:pt>
          <cx:pt idx="4902">217939</cx:pt>
          <cx:pt idx="4903">217995</cx:pt>
          <cx:pt idx="4904">218016</cx:pt>
          <cx:pt idx="4905">218506</cx:pt>
          <cx:pt idx="4906">218546</cx:pt>
          <cx:pt idx="4907">218739</cx:pt>
          <cx:pt idx="4908">218888</cx:pt>
          <cx:pt idx="4909">218888</cx:pt>
          <cx:pt idx="4910">219000</cx:pt>
          <cx:pt idx="4911">219000</cx:pt>
          <cx:pt idx="4912">219116</cx:pt>
          <cx:pt idx="4913">219229</cx:pt>
          <cx:pt idx="4914">219366</cx:pt>
          <cx:pt idx="4915">219645</cx:pt>
          <cx:pt idx="4916">219645</cx:pt>
          <cx:pt idx="4917">219675</cx:pt>
          <cx:pt idx="4918">219714</cx:pt>
          <cx:pt idx="4919">219763</cx:pt>
          <cx:pt idx="4920">219770</cx:pt>
          <cx:pt idx="4921">219777</cx:pt>
          <cx:pt idx="4922">219911</cx:pt>
          <cx:pt idx="4923">219932</cx:pt>
          <cx:pt idx="4924">219977</cx:pt>
          <cx:pt idx="4925">220149</cx:pt>
          <cx:pt idx="4926">220263</cx:pt>
          <cx:pt idx="4927">220277</cx:pt>
          <cx:pt idx="4928">220475</cx:pt>
          <cx:pt idx="4929">220599</cx:pt>
          <cx:pt idx="4930">220668</cx:pt>
          <cx:pt idx="4931">220772</cx:pt>
          <cx:pt idx="4932">221270</cx:pt>
          <cx:pt idx="4933">221346</cx:pt>
          <cx:pt idx="4934">221384</cx:pt>
          <cx:pt idx="4935">221441</cx:pt>
          <cx:pt idx="4936">221463</cx:pt>
          <cx:pt idx="4937">221785</cx:pt>
          <cx:pt idx="4938">221792</cx:pt>
          <cx:pt idx="4939">221838</cx:pt>
          <cx:pt idx="4940">222021</cx:pt>
          <cx:pt idx="4941">222028</cx:pt>
          <cx:pt idx="4942">222204</cx:pt>
          <cx:pt idx="4943">222509</cx:pt>
          <cx:pt idx="4944">222509</cx:pt>
          <cx:pt idx="4945">222525</cx:pt>
          <cx:pt idx="4946">222663</cx:pt>
          <cx:pt idx="4947">222677</cx:pt>
          <cx:pt idx="4948">222718</cx:pt>
          <cx:pt idx="4949">222744</cx:pt>
          <cx:pt idx="4950">222910</cx:pt>
          <cx:pt idx="4951">222940</cx:pt>
          <cx:pt idx="4952">222996</cx:pt>
          <cx:pt idx="4953">223383</cx:pt>
          <cx:pt idx="4954">223547</cx:pt>
          <cx:pt idx="4955">223691</cx:pt>
          <cx:pt idx="4956">223767</cx:pt>
          <cx:pt idx="4957">223943</cx:pt>
          <cx:pt idx="4958">223971</cx:pt>
          <cx:pt idx="4959">223979</cx:pt>
          <cx:pt idx="4960">223981</cx:pt>
          <cx:pt idx="4961">224131</cx:pt>
          <cx:pt idx="4962">224154</cx:pt>
          <cx:pt idx="4963">224193</cx:pt>
          <cx:pt idx="4964">224201</cx:pt>
          <cx:pt idx="4965">224218</cx:pt>
          <cx:pt idx="4966">224392</cx:pt>
          <cx:pt idx="4967">224883</cx:pt>
          <cx:pt idx="4968">224994</cx:pt>
          <cx:pt idx="4969">225033</cx:pt>
          <cx:pt idx="4970">225100</cx:pt>
          <cx:pt idx="4971">225119</cx:pt>
          <cx:pt idx="4972">225249</cx:pt>
          <cx:pt idx="4973">225374</cx:pt>
          <cx:pt idx="4974">225585</cx:pt>
          <cx:pt idx="4975">225666</cx:pt>
          <cx:pt idx="4976">225720</cx:pt>
          <cx:pt idx="4977">225978</cx:pt>
          <cx:pt idx="4978">225992</cx:pt>
          <cx:pt idx="4979">225998</cx:pt>
          <cx:pt idx="4980">226135</cx:pt>
          <cx:pt idx="4981">226466</cx:pt>
          <cx:pt idx="4982">226528</cx:pt>
          <cx:pt idx="4983">226641</cx:pt>
          <cx:pt idx="4984">226662</cx:pt>
          <cx:pt idx="4985">226879</cx:pt>
          <cx:pt idx="4986">226911</cx:pt>
          <cx:pt idx="4987">226915</cx:pt>
          <cx:pt idx="4988">227102</cx:pt>
          <cx:pt idx="4989">227132</cx:pt>
          <cx:pt idx="4990">227365</cx:pt>
          <cx:pt idx="4991">227868</cx:pt>
          <cx:pt idx="4992">228033</cx:pt>
          <cx:pt idx="4993">228041</cx:pt>
          <cx:pt idx="4994">228200</cx:pt>
          <cx:pt idx="4995">228250</cx:pt>
          <cx:pt idx="4996">228378</cx:pt>
          <cx:pt idx="4997">228439</cx:pt>
          <cx:pt idx="4998">228491</cx:pt>
          <cx:pt idx="4999">228491</cx:pt>
          <cx:pt idx="5000">228681</cx:pt>
          <cx:pt idx="5001">228838</cx:pt>
          <cx:pt idx="5002">228926</cx:pt>
          <cx:pt idx="5003">228958</cx:pt>
          <cx:pt idx="5004">229243</cx:pt>
          <cx:pt idx="5005">229272</cx:pt>
          <cx:pt idx="5006">229431</cx:pt>
          <cx:pt idx="5007">229506</cx:pt>
          <cx:pt idx="5008">229851</cx:pt>
          <cx:pt idx="5009">230254</cx:pt>
          <cx:pt idx="5010">230385</cx:pt>
          <cx:pt idx="5011">230625</cx:pt>
          <cx:pt idx="5012">230666</cx:pt>
          <cx:pt idx="5013">230840</cx:pt>
          <cx:pt idx="5014">230840</cx:pt>
          <cx:pt idx="5015">230897</cx:pt>
          <cx:pt idx="5016">230908</cx:pt>
          <cx:pt idx="5017">230964</cx:pt>
          <cx:pt idx="5018">231066</cx:pt>
          <cx:pt idx="5019">231331</cx:pt>
          <cx:pt idx="5020">231331</cx:pt>
          <cx:pt idx="5021">231622</cx:pt>
          <cx:pt idx="5022">231794</cx:pt>
          <cx:pt idx="5023">231820</cx:pt>
          <cx:pt idx="5024">231944</cx:pt>
          <cx:pt idx="5025">232150</cx:pt>
          <cx:pt idx="5026">232289</cx:pt>
          <cx:pt idx="5027">232444</cx:pt>
          <cx:pt idx="5028">232483</cx:pt>
          <cx:pt idx="5029">232527</cx:pt>
          <cx:pt idx="5030">232527</cx:pt>
          <cx:pt idx="5031">232746</cx:pt>
          <cx:pt idx="5032">233133</cx:pt>
          <cx:pt idx="5033">233133</cx:pt>
          <cx:pt idx="5034">233188</cx:pt>
          <cx:pt idx="5035">233188</cx:pt>
          <cx:pt idx="5036">233338</cx:pt>
          <cx:pt idx="5037">233600</cx:pt>
          <cx:pt idx="5038">233605</cx:pt>
          <cx:pt idx="5039">233962</cx:pt>
          <cx:pt idx="5040">233962</cx:pt>
          <cx:pt idx="5041">234166</cx:pt>
          <cx:pt idx="5042">234456</cx:pt>
          <cx:pt idx="5043">234456</cx:pt>
          <cx:pt idx="5044">234514</cx:pt>
          <cx:pt idx="5045">234514</cx:pt>
          <cx:pt idx="5046">234526</cx:pt>
          <cx:pt idx="5047">234750</cx:pt>
          <cx:pt idx="5048">234756</cx:pt>
          <cx:pt idx="5049">234833</cx:pt>
          <cx:pt idx="5050">234958</cx:pt>
          <cx:pt idx="5051">235631</cx:pt>
          <cx:pt idx="5052">235718</cx:pt>
          <cx:pt idx="5053">235856</cx:pt>
          <cx:pt idx="5054">235934</cx:pt>
          <cx:pt idx="5055">236086</cx:pt>
          <cx:pt idx="5056">236242</cx:pt>
          <cx:pt idx="5057">236355</cx:pt>
          <cx:pt idx="5058">236387</cx:pt>
          <cx:pt idx="5059">236492</cx:pt>
          <cx:pt idx="5060">236492</cx:pt>
          <cx:pt idx="5061">236492</cx:pt>
          <cx:pt idx="5062">236492</cx:pt>
          <cx:pt idx="5063">236492</cx:pt>
          <cx:pt idx="5064">236492</cx:pt>
          <cx:pt idx="5065">236632</cx:pt>
          <cx:pt idx="5066">236659</cx:pt>
          <cx:pt idx="5067">236682</cx:pt>
          <cx:pt idx="5068">236820</cx:pt>
          <cx:pt idx="5069">236832</cx:pt>
          <cx:pt idx="5070">236832</cx:pt>
          <cx:pt idx="5071">237019</cx:pt>
          <cx:pt idx="5072">237128</cx:pt>
          <cx:pt idx="5073">237132</cx:pt>
          <cx:pt idx="5074">237186</cx:pt>
          <cx:pt idx="5075">237385</cx:pt>
          <cx:pt idx="5076">237413</cx:pt>
          <cx:pt idx="5077">237677</cx:pt>
          <cx:pt idx="5078">237689</cx:pt>
          <cx:pt idx="5079">237799</cx:pt>
          <cx:pt idx="5080">237799</cx:pt>
          <cx:pt idx="5081">237948</cx:pt>
          <cx:pt idx="5082">238333</cx:pt>
          <cx:pt idx="5083">238506</cx:pt>
          <cx:pt idx="5084">238513</cx:pt>
          <cx:pt idx="5085">238558</cx:pt>
          <cx:pt idx="5086">238566</cx:pt>
          <cx:pt idx="5087">238636</cx:pt>
          <cx:pt idx="5088">238663</cx:pt>
          <cx:pt idx="5089">238667</cx:pt>
          <cx:pt idx="5090">238782</cx:pt>
          <cx:pt idx="5091">238814</cx:pt>
          <cx:pt idx="5092">239127</cx:pt>
          <cx:pt idx="5093">239236</cx:pt>
          <cx:pt idx="5094">239244</cx:pt>
          <cx:pt idx="5095">239453</cx:pt>
          <cx:pt idx="5096">239453</cx:pt>
          <cx:pt idx="5097">239528</cx:pt>
          <cx:pt idx="5098">239596</cx:pt>
          <cx:pt idx="5099">239602</cx:pt>
          <cx:pt idx="5100">239602</cx:pt>
          <cx:pt idx="5101">239743</cx:pt>
          <cx:pt idx="5102">239817</cx:pt>
          <cx:pt idx="5103">239972</cx:pt>
          <cx:pt idx="5104">240216</cx:pt>
          <cx:pt idx="5105">240227</cx:pt>
          <cx:pt idx="5106">240263</cx:pt>
          <cx:pt idx="5107">240263</cx:pt>
          <cx:pt idx="5108">240384</cx:pt>
          <cx:pt idx="5109">240625</cx:pt>
          <cx:pt idx="5110">240643</cx:pt>
          <cx:pt idx="5111">240674</cx:pt>
          <cx:pt idx="5112">240794</cx:pt>
          <cx:pt idx="5113">240804</cx:pt>
          <cx:pt idx="5114">241040</cx:pt>
          <cx:pt idx="5115">241110</cx:pt>
          <cx:pt idx="5116">241345</cx:pt>
          <cx:pt idx="5117">241447</cx:pt>
          <cx:pt idx="5118">241718</cx:pt>
          <cx:pt idx="5119">241733</cx:pt>
          <cx:pt idx="5120">241895</cx:pt>
          <cx:pt idx="5121">242033</cx:pt>
          <cx:pt idx="5122">242263</cx:pt>
          <cx:pt idx="5123">242423</cx:pt>
          <cx:pt idx="5124">242513</cx:pt>
          <cx:pt idx="5125">242614</cx:pt>
          <cx:pt idx="5126">242692</cx:pt>
          <cx:pt idx="5127">242846</cx:pt>
          <cx:pt idx="5128">242846</cx:pt>
          <cx:pt idx="5129">242999</cx:pt>
          <cx:pt idx="5130">243034</cx:pt>
          <cx:pt idx="5131">243179</cx:pt>
          <cx:pt idx="5132">243516</cx:pt>
          <cx:pt idx="5133">243744</cx:pt>
          <cx:pt idx="5134">243852</cx:pt>
          <cx:pt idx="5135">243852</cx:pt>
          <cx:pt idx="5136">243866</cx:pt>
          <cx:pt idx="5137">243940</cx:pt>
          <cx:pt idx="5138">243940</cx:pt>
          <cx:pt idx="5139">244023</cx:pt>
          <cx:pt idx="5140">244078</cx:pt>
          <cx:pt idx="5141">244096</cx:pt>
          <cx:pt idx="5142">244245</cx:pt>
          <cx:pt idx="5143">244496</cx:pt>
          <cx:pt idx="5144">244532</cx:pt>
          <cx:pt idx="5145">244668</cx:pt>
          <cx:pt idx="5146">244791</cx:pt>
          <cx:pt idx="5147">245542</cx:pt>
          <cx:pt idx="5148">245616</cx:pt>
          <cx:pt idx="5149">245628</cx:pt>
          <cx:pt idx="5150">245817</cx:pt>
          <cx:pt idx="5151">245831</cx:pt>
          <cx:pt idx="5152">245847</cx:pt>
          <cx:pt idx="5153">246190</cx:pt>
          <cx:pt idx="5154">246190</cx:pt>
          <cx:pt idx="5155">246314</cx:pt>
          <cx:pt idx="5156">246365</cx:pt>
          <cx:pt idx="5157">246365</cx:pt>
          <cx:pt idx="5158">246416</cx:pt>
          <cx:pt idx="5159">246457</cx:pt>
          <cx:pt idx="5160">246503</cx:pt>
          <cx:pt idx="5161">246666</cx:pt>
          <cx:pt idx="5162">246792</cx:pt>
          <cx:pt idx="5163">246813</cx:pt>
          <cx:pt idx="5164">247687</cx:pt>
          <cx:pt idx="5165">247831</cx:pt>
          <cx:pt idx="5166">248137</cx:pt>
          <cx:pt idx="5167">248137</cx:pt>
          <cx:pt idx="5168">248245</cx:pt>
          <cx:pt idx="5169">248281</cx:pt>
          <cx:pt idx="5170">248407</cx:pt>
          <cx:pt idx="5171">248616</cx:pt>
          <cx:pt idx="5172">248616</cx:pt>
          <cx:pt idx="5173">248616</cx:pt>
          <cx:pt idx="5174">249420</cx:pt>
          <cx:pt idx="5175">249614</cx:pt>
          <cx:pt idx="5176">249860</cx:pt>
          <cx:pt idx="5177">250000</cx:pt>
          <cx:pt idx="5178">250003</cx:pt>
          <cx:pt idx="5179">250066</cx:pt>
          <cx:pt idx="5180">250198</cx:pt>
          <cx:pt idx="5181">250566</cx:pt>
          <cx:pt idx="5182">250655</cx:pt>
          <cx:pt idx="5183">250788</cx:pt>
          <cx:pt idx="5184">250900</cx:pt>
          <cx:pt idx="5185">251048</cx:pt>
          <cx:pt idx="5186">251493</cx:pt>
          <cx:pt idx="5187">251493</cx:pt>
          <cx:pt idx="5188">251511</cx:pt>
          <cx:pt idx="5189">251852</cx:pt>
          <cx:pt idx="5190">252357</cx:pt>
          <cx:pt idx="5191">252428</cx:pt>
          <cx:pt idx="5192">252500</cx:pt>
          <cx:pt idx="5193">252507</cx:pt>
          <cx:pt idx="5194">252733</cx:pt>
          <cx:pt idx="5195">252788</cx:pt>
          <cx:pt idx="5196">252788</cx:pt>
          <cx:pt idx="5197">252913</cx:pt>
          <cx:pt idx="5198">253580</cx:pt>
          <cx:pt idx="5199">253602</cx:pt>
          <cx:pt idx="5200">253887</cx:pt>
          <cx:pt idx="5201">253946</cx:pt>
          <cx:pt idx="5202">253949</cx:pt>
          <cx:pt idx="5203">254003</cx:pt>
          <cx:pt idx="5204">254341</cx:pt>
          <cx:pt idx="5205">254341</cx:pt>
          <cx:pt idx="5206">254344</cx:pt>
          <cx:pt idx="5207">254599</cx:pt>
          <cx:pt idx="5208">254718</cx:pt>
          <cx:pt idx="5209">255555</cx:pt>
          <cx:pt idx="5210">255641</cx:pt>
          <cx:pt idx="5211">256170</cx:pt>
          <cx:pt idx="5212">256170</cx:pt>
          <cx:pt idx="5213">256430</cx:pt>
          <cx:pt idx="5214">256439</cx:pt>
          <cx:pt idx="5215">256500</cx:pt>
          <cx:pt idx="5216">256563</cx:pt>
          <cx:pt idx="5217">256723</cx:pt>
          <cx:pt idx="5218">256857</cx:pt>
          <cx:pt idx="5219">257003</cx:pt>
          <cx:pt idx="5220">257057</cx:pt>
          <cx:pt idx="5221">257170</cx:pt>
          <cx:pt idx="5222">257235</cx:pt>
          <cx:pt idx="5223">257235</cx:pt>
          <cx:pt idx="5224">257334</cx:pt>
          <cx:pt idx="5225">257625</cx:pt>
          <cx:pt idx="5226">258080</cx:pt>
          <cx:pt idx="5227">258284</cx:pt>
          <cx:pt idx="5228">258940</cx:pt>
          <cx:pt idx="5229">259660</cx:pt>
          <cx:pt idx="5230">259799</cx:pt>
          <cx:pt idx="5231">259833</cx:pt>
          <cx:pt idx="5232">259999</cx:pt>
          <cx:pt idx="5233">259999</cx:pt>
          <cx:pt idx="5234">260007</cx:pt>
          <cx:pt idx="5235">260012</cx:pt>
          <cx:pt idx="5236">260161</cx:pt>
          <cx:pt idx="5237">261124</cx:pt>
          <cx:pt idx="5238">261124</cx:pt>
          <cx:pt idx="5239">261124</cx:pt>
          <cx:pt idx="5240">261163</cx:pt>
          <cx:pt idx="5241">261163</cx:pt>
          <cx:pt idx="5242">261309</cx:pt>
          <cx:pt idx="5243">261685</cx:pt>
          <cx:pt idx="5244">261685</cx:pt>
          <cx:pt idx="5245">261703</cx:pt>
          <cx:pt idx="5246">262134</cx:pt>
          <cx:pt idx="5247">262298</cx:pt>
          <cx:pt idx="5248">262298</cx:pt>
          <cx:pt idx="5249">262516</cx:pt>
          <cx:pt idx="5250">262688</cx:pt>
          <cx:pt idx="5251">262921</cx:pt>
          <cx:pt idx="5252">262972</cx:pt>
          <cx:pt idx="5253">263048</cx:pt>
          <cx:pt idx="5254">263184</cx:pt>
          <cx:pt idx="5255">263184</cx:pt>
          <cx:pt idx="5256">263253</cx:pt>
          <cx:pt idx="5257">263311</cx:pt>
          <cx:pt idx="5258">263529</cx:pt>
          <cx:pt idx="5259">263529</cx:pt>
          <cx:pt idx="5260">263757</cx:pt>
          <cx:pt idx="5261">264139</cx:pt>
          <cx:pt idx="5262">264680</cx:pt>
          <cx:pt idx="5263">265398</cx:pt>
          <cx:pt idx="5264">265511</cx:pt>
          <cx:pt idx="5265">265511</cx:pt>
          <cx:pt idx="5266">265539</cx:pt>
          <cx:pt idx="5267">266017</cx:pt>
          <cx:pt idx="5268">266017</cx:pt>
          <cx:pt idx="5269">266616</cx:pt>
          <cx:pt idx="5270">266616</cx:pt>
          <cx:pt idx="5271">266664</cx:pt>
          <cx:pt idx="5272">267350</cx:pt>
          <cx:pt idx="5273">267481</cx:pt>
          <cx:pt idx="5274">267516</cx:pt>
          <cx:pt idx="5275">267872</cx:pt>
          <cx:pt idx="5276">267923</cx:pt>
          <cx:pt idx="5277">267935</cx:pt>
          <cx:pt idx="5278">268357</cx:pt>
          <cx:pt idx="5279">268405</cx:pt>
          <cx:pt idx="5280">268405</cx:pt>
          <cx:pt idx="5281">269378</cx:pt>
          <cx:pt idx="5282">269378</cx:pt>
          <cx:pt idx="5283">270000</cx:pt>
          <cx:pt idx="5284">270279</cx:pt>
          <cx:pt idx="5285">270570</cx:pt>
          <cx:pt idx="5286">270698</cx:pt>
          <cx:pt idx="5287">271074</cx:pt>
          <cx:pt idx="5288">271152</cx:pt>
          <cx:pt idx="5289">271152</cx:pt>
          <cx:pt idx="5290">271228</cx:pt>
          <cx:pt idx="5291">271337</cx:pt>
          <cx:pt idx="5292">271383</cx:pt>
          <cx:pt idx="5293">271438</cx:pt>
          <cx:pt idx="5294">271438</cx:pt>
          <cx:pt idx="5295">271460</cx:pt>
          <cx:pt idx="5296">271657</cx:pt>
          <cx:pt idx="5297">272085</cx:pt>
          <cx:pt idx="5298">272245</cx:pt>
          <cx:pt idx="5299">272356</cx:pt>
          <cx:pt idx="5300">272356</cx:pt>
          <cx:pt idx="5301">272590</cx:pt>
          <cx:pt idx="5302">272709</cx:pt>
          <cx:pt idx="5303">273050</cx:pt>
          <cx:pt idx="5304">273187</cx:pt>
          <cx:pt idx="5305">273441</cx:pt>
          <cx:pt idx="5306">273559</cx:pt>
          <cx:pt idx="5307">273737</cx:pt>
          <cx:pt idx="5308">273796</cx:pt>
          <cx:pt idx="5309">274020</cx:pt>
          <cx:pt idx="5310">274020</cx:pt>
          <cx:pt idx="5311">274049</cx:pt>
          <cx:pt idx="5312">274126</cx:pt>
          <cx:pt idx="5313">274126</cx:pt>
          <cx:pt idx="5314">274220</cx:pt>
          <cx:pt idx="5315">274797</cx:pt>
          <cx:pt idx="5316">275183</cx:pt>
          <cx:pt idx="5317">275183</cx:pt>
          <cx:pt idx="5318">275367</cx:pt>
          <cx:pt idx="5319">275431</cx:pt>
          <cx:pt idx="5320">275941</cx:pt>
          <cx:pt idx="5321">276538</cx:pt>
          <cx:pt idx="5322">276946</cx:pt>
          <cx:pt idx="5323">277095</cx:pt>
          <cx:pt idx="5324">277095</cx:pt>
          <cx:pt idx="5325">277535</cx:pt>
          <cx:pt idx="5326">277582</cx:pt>
          <cx:pt idx="5327">277653</cx:pt>
          <cx:pt idx="5328">278059</cx:pt>
          <cx:pt idx="5329">278234</cx:pt>
          <cx:pt idx="5330">278234</cx:pt>
          <cx:pt idx="5331">278269</cx:pt>
          <cx:pt idx="5332">278483</cx:pt>
          <cx:pt idx="5333">278585</cx:pt>
          <cx:pt idx="5334">279440</cx:pt>
          <cx:pt idx="5335">279695</cx:pt>
          <cx:pt idx="5336">279723</cx:pt>
          <cx:pt idx="5337">279983</cx:pt>
          <cx:pt idx="5338">280011</cx:pt>
          <cx:pt idx="5339">280054</cx:pt>
          <cx:pt idx="5340">280266</cx:pt>
          <cx:pt idx="5341">280266</cx:pt>
          <cx:pt idx="5342">280583</cx:pt>
          <cx:pt idx="5343">281008</cx:pt>
          <cx:pt idx="5344">281608</cx:pt>
          <cx:pt idx="5345">281710</cx:pt>
          <cx:pt idx="5346">282305</cx:pt>
          <cx:pt idx="5347">282305</cx:pt>
          <cx:pt idx="5348">282305</cx:pt>
          <cx:pt idx="5349">282305</cx:pt>
          <cx:pt idx="5350">282305</cx:pt>
          <cx:pt idx="5351">282305</cx:pt>
          <cx:pt idx="5352">282555</cx:pt>
          <cx:pt idx="5353">282586</cx:pt>
          <cx:pt idx="5354">282760</cx:pt>
          <cx:pt idx="5355">282778</cx:pt>
          <cx:pt idx="5356">282795</cx:pt>
          <cx:pt idx="5357">282865</cx:pt>
          <cx:pt idx="5358">282991</cx:pt>
          <cx:pt idx="5359">283384</cx:pt>
          <cx:pt idx="5360">284085</cx:pt>
          <cx:pt idx="5361">284332</cx:pt>
          <cx:pt idx="5362">284370</cx:pt>
          <cx:pt idx="5363">285037</cx:pt>
          <cx:pt idx="5364">285373</cx:pt>
          <cx:pt idx="5365">285492</cx:pt>
          <cx:pt idx="5366">285757</cx:pt>
          <cx:pt idx="5367">285778</cx:pt>
          <cx:pt idx="5368">285967</cx:pt>
          <cx:pt idx="5369">286096</cx:pt>
          <cx:pt idx="5370">286275</cx:pt>
          <cx:pt idx="5371">286389</cx:pt>
          <cx:pt idx="5372">286635</cx:pt>
          <cx:pt idx="5373">286635</cx:pt>
          <cx:pt idx="5374">286635</cx:pt>
          <cx:pt idx="5375">287066</cx:pt>
          <cx:pt idx="5376">287760</cx:pt>
          <cx:pt idx="5377">287935</cx:pt>
          <cx:pt idx="5378">288141</cx:pt>
          <cx:pt idx="5379">288141</cx:pt>
          <cx:pt idx="5380">288141</cx:pt>
          <cx:pt idx="5381">288211</cx:pt>
          <cx:pt idx="5382">288623</cx:pt>
          <cx:pt idx="5383">288623</cx:pt>
          <cx:pt idx="5384">288623</cx:pt>
          <cx:pt idx="5385">288653</cx:pt>
          <cx:pt idx="5386">288693</cx:pt>
          <cx:pt idx="5387">288957</cx:pt>
          <cx:pt idx="5388">288957</cx:pt>
          <cx:pt idx="5389">289113</cx:pt>
          <cx:pt idx="5390">289123</cx:pt>
          <cx:pt idx="5391">289785</cx:pt>
          <cx:pt idx="5392">289816</cx:pt>
          <cx:pt idx="5393">289816</cx:pt>
          <cx:pt idx="5394">290000</cx:pt>
          <cx:pt idx="5395">290672</cx:pt>
          <cx:pt idx="5396">290965</cx:pt>
          <cx:pt idx="5397">291383</cx:pt>
          <cx:pt idx="5398">291516</cx:pt>
          <cx:pt idx="5399">291768</cx:pt>
          <cx:pt idx="5400">291782</cx:pt>
          <cx:pt idx="5401">291865</cx:pt>
          <cx:pt idx="5402">292000</cx:pt>
          <cx:pt idx="5403">292262</cx:pt>
          <cx:pt idx="5404">292534</cx:pt>
          <cx:pt idx="5405">292809</cx:pt>
          <cx:pt idx="5406">293902</cx:pt>
          <cx:pt idx="5407">293902</cx:pt>
          <cx:pt idx="5408">294603</cx:pt>
          <cx:pt idx="5409">295193</cx:pt>
          <cx:pt idx="5410">296894</cx:pt>
          <cx:pt idx="5411">297754</cx:pt>
          <cx:pt idx="5412">297760</cx:pt>
          <cx:pt idx="5413">298031</cx:pt>
          <cx:pt idx="5414">298113</cx:pt>
          <cx:pt idx="5415">298548</cx:pt>
          <cx:pt idx="5416">298740</cx:pt>
          <cx:pt idx="5417">299173</cx:pt>
          <cx:pt idx="5418">299173</cx:pt>
          <cx:pt idx="5419">299173</cx:pt>
          <cx:pt idx="5420">299173</cx:pt>
          <cx:pt idx="5421">299173</cx:pt>
          <cx:pt idx="5422">299173</cx:pt>
          <cx:pt idx="5423">299478</cx:pt>
          <cx:pt idx="5424">299625</cx:pt>
          <cx:pt idx="5425">299783</cx:pt>
          <cx:pt idx="5426">299984</cx:pt>
          <cx:pt idx="5427">299984</cx:pt>
          <cx:pt idx="5428">299996</cx:pt>
          <cx:pt idx="5429">300006</cx:pt>
          <cx:pt idx="5430">300006</cx:pt>
          <cx:pt idx="5431">300093</cx:pt>
          <cx:pt idx="5432">300093</cx:pt>
          <cx:pt idx="5433">300132</cx:pt>
          <cx:pt idx="5434">300132</cx:pt>
          <cx:pt idx="5435">300234</cx:pt>
          <cx:pt idx="5436">300325</cx:pt>
          <cx:pt idx="5437">300462</cx:pt>
          <cx:pt idx="5438">300594</cx:pt>
          <cx:pt idx="5439">300876</cx:pt>
          <cx:pt idx="5440">300876</cx:pt>
          <cx:pt idx="5441">301303</cx:pt>
          <cx:pt idx="5442">302229</cx:pt>
          <cx:pt idx="5443">302535</cx:pt>
          <cx:pt idx="5444">302582</cx:pt>
          <cx:pt idx="5445">302688</cx:pt>
          <cx:pt idx="5446">302859</cx:pt>
          <cx:pt idx="5447">302859</cx:pt>
          <cx:pt idx="5448">303166</cx:pt>
          <cx:pt idx="5449">303202</cx:pt>
          <cx:pt idx="5450">303318</cx:pt>
          <cx:pt idx="5451">304339</cx:pt>
          <cx:pt idx="5452">304505</cx:pt>
          <cx:pt idx="5453">304599</cx:pt>
          <cx:pt idx="5454">304684</cx:pt>
          <cx:pt idx="5455">304869</cx:pt>
          <cx:pt idx="5456">304958</cx:pt>
          <cx:pt idx="5457">305400</cx:pt>
          <cx:pt idx="5458">305400</cx:pt>
          <cx:pt idx="5459">305702</cx:pt>
          <cx:pt idx="5460">305948</cx:pt>
          <cx:pt idx="5461">306399</cx:pt>
          <cx:pt idx="5462">306732</cx:pt>
          <cx:pt idx="5463">306930</cx:pt>
          <cx:pt idx="5464">306963</cx:pt>
          <cx:pt idx="5465">306963</cx:pt>
          <cx:pt idx="5466">307053</cx:pt>
          <cx:pt idx="5467">307227</cx:pt>
          <cx:pt idx="5468">307514</cx:pt>
          <cx:pt idx="5469">307647</cx:pt>
          <cx:pt idx="5470">307674</cx:pt>
          <cx:pt idx="5471">308017</cx:pt>
          <cx:pt idx="5472">308154</cx:pt>
          <cx:pt idx="5473">308203</cx:pt>
          <cx:pt idx="5474">308357</cx:pt>
          <cx:pt idx="5475">308357</cx:pt>
          <cx:pt idx="5476">308718</cx:pt>
          <cx:pt idx="5477">309041</cx:pt>
          <cx:pt idx="5478">309041</cx:pt>
          <cx:pt idx="5479">309235</cx:pt>
          <cx:pt idx="5480">309913</cx:pt>
          <cx:pt idx="5481">310090</cx:pt>
          <cx:pt idx="5482">310293</cx:pt>
          <cx:pt idx="5483">310324</cx:pt>
          <cx:pt idx="5484">310407</cx:pt>
          <cx:pt idx="5485">310446</cx:pt>
          <cx:pt idx="5486">310873</cx:pt>
          <cx:pt idx="5487">311110</cx:pt>
          <cx:pt idx="5488">311110</cx:pt>
          <cx:pt idx="5489">311278</cx:pt>
          <cx:pt idx="5490">311682</cx:pt>
          <cx:pt idx="5491">312329</cx:pt>
          <cx:pt idx="5492">312329</cx:pt>
          <cx:pt idx="5493">312839</cx:pt>
          <cx:pt idx="5494">312839</cx:pt>
          <cx:pt idx="5495">313028</cx:pt>
          <cx:pt idx="5496">313034</cx:pt>
          <cx:pt idx="5497">313142</cx:pt>
          <cx:pt idx="5498">313142</cx:pt>
          <cx:pt idx="5499">313563</cx:pt>
          <cx:pt idx="5500">313886</cx:pt>
          <cx:pt idx="5501">313903</cx:pt>
          <cx:pt idx="5502">313955</cx:pt>
          <cx:pt idx="5503">314322</cx:pt>
          <cx:pt idx="5504">314555</cx:pt>
          <cx:pt idx="5505">314555</cx:pt>
          <cx:pt idx="5506">314628</cx:pt>
          <cx:pt idx="5507">314671</cx:pt>
          <cx:pt idx="5508">314864</cx:pt>
          <cx:pt idx="5509">314864</cx:pt>
          <cx:pt idx="5510">315157</cx:pt>
          <cx:pt idx="5511">315157</cx:pt>
          <cx:pt idx="5512">315230</cx:pt>
          <cx:pt idx="5513">315338</cx:pt>
          <cx:pt idx="5514">315674</cx:pt>
          <cx:pt idx="5515">315833</cx:pt>
          <cx:pt idx="5516">315833</cx:pt>
          <cx:pt idx="5517">315859</cx:pt>
          <cx:pt idx="5518">315956</cx:pt>
          <cx:pt idx="5519">316855</cx:pt>
          <cx:pt idx="5520">317004</cx:pt>
          <cx:pt idx="5521">317236</cx:pt>
          <cx:pt idx="5522">317286</cx:pt>
          <cx:pt idx="5523">317286</cx:pt>
          <cx:pt idx="5524">317487</cx:pt>
          <cx:pt idx="5525">317991</cx:pt>
          <cx:pt idx="5526">318227</cx:pt>
          <cx:pt idx="5527">318413</cx:pt>
          <cx:pt idx="5528">318481</cx:pt>
          <cx:pt idx="5529">318790</cx:pt>
          <cx:pt idx="5530">319420</cx:pt>
          <cx:pt idx="5531">319420</cx:pt>
          <cx:pt idx="5532">319485</cx:pt>
          <cx:pt idx="5533">319706</cx:pt>
          <cx:pt idx="5534">319956</cx:pt>
          <cx:pt idx="5535">320209</cx:pt>
          <cx:pt idx="5536">320232</cx:pt>
          <cx:pt idx="5537">320664</cx:pt>
          <cx:pt idx="5538">320844</cx:pt>
          <cx:pt idx="5539">320925</cx:pt>
          <cx:pt idx="5540">321420</cx:pt>
          <cx:pt idx="5541">321527</cx:pt>
          <cx:pt idx="5542">321560</cx:pt>
          <cx:pt idx="5543">321946</cx:pt>
          <cx:pt idx="5544">322091</cx:pt>
          <cx:pt idx="5545">322126</cx:pt>
          <cx:pt idx="5546">322609</cx:pt>
          <cx:pt idx="5547">322722</cx:pt>
          <cx:pt idx="5548">322863</cx:pt>
          <cx:pt idx="5549">324597</cx:pt>
          <cx:pt idx="5550">324767</cx:pt>
          <cx:pt idx="5551">326407</cx:pt>
          <cx:pt idx="5552">326491</cx:pt>
          <cx:pt idx="5553">326491</cx:pt>
          <cx:pt idx="5554">326809</cx:pt>
          <cx:pt idx="5555">328035</cx:pt>
          <cx:pt idx="5556">328666</cx:pt>
          <cx:pt idx="5557">328666</cx:pt>
          <cx:pt idx="5558">328801</cx:pt>
          <cx:pt idx="5559">329084</cx:pt>
          <cx:pt idx="5560">329474</cx:pt>
          <cx:pt idx="5561">329695</cx:pt>
          <cx:pt idx="5562">329815</cx:pt>
          <cx:pt idx="5563">329815</cx:pt>
          <cx:pt idx="5564">330002</cx:pt>
          <cx:pt idx="5565">330277</cx:pt>
          <cx:pt idx="5566">330406</cx:pt>
          <cx:pt idx="5567">330406</cx:pt>
          <cx:pt idx="5568">330587</cx:pt>
          <cx:pt idx="5569">330587</cx:pt>
          <cx:pt idx="5570">331525</cx:pt>
          <cx:pt idx="5571">332046</cx:pt>
          <cx:pt idx="5572">332954</cx:pt>
          <cx:pt idx="5573">333117</cx:pt>
          <cx:pt idx="5574">333155</cx:pt>
          <cx:pt idx="5575">333472</cx:pt>
          <cx:pt idx="5576">333472</cx:pt>
          <cx:pt idx="5577">335013</cx:pt>
          <cx:pt idx="5578">335074</cx:pt>
          <cx:pt idx="5579">335166</cx:pt>
          <cx:pt idx="5580">335166</cx:pt>
          <cx:pt idx="5581">335184</cx:pt>
          <cx:pt idx="5582">335427</cx:pt>
          <cx:pt idx="5583">335680</cx:pt>
          <cx:pt idx="5584">335981</cx:pt>
          <cx:pt idx="5585">336437</cx:pt>
          <cx:pt idx="5586">336437</cx:pt>
          <cx:pt idx="5587">337187</cx:pt>
          <cx:pt idx="5588">337187</cx:pt>
          <cx:pt idx="5589">337858</cx:pt>
          <cx:pt idx="5590">337868</cx:pt>
          <cx:pt idx="5591">338178</cx:pt>
          <cx:pt idx="5592">338993</cx:pt>
          <cx:pt idx="5593">339789</cx:pt>
          <cx:pt idx="5594">339816</cx:pt>
          <cx:pt idx="5595">340030</cx:pt>
          <cx:pt idx="5596">340030</cx:pt>
          <cx:pt idx="5597">340049</cx:pt>
          <cx:pt idx="5598">340125</cx:pt>
          <cx:pt idx="5599">340125</cx:pt>
          <cx:pt idx="5600">340466</cx:pt>
          <cx:pt idx="5601">340607</cx:pt>
          <cx:pt idx="5602">340638</cx:pt>
          <cx:pt idx="5603">341550</cx:pt>
          <cx:pt idx="5604">341550</cx:pt>
          <cx:pt idx="5605">342149</cx:pt>
          <cx:pt idx="5606">342149</cx:pt>
          <cx:pt idx="5607">342161</cx:pt>
          <cx:pt idx="5608">342161</cx:pt>
          <cx:pt idx="5609">343033</cx:pt>
          <cx:pt idx="5610">343287</cx:pt>
          <cx:pt idx="5611">343287</cx:pt>
          <cx:pt idx="5612">343550</cx:pt>
          <cx:pt idx="5613">343673</cx:pt>
          <cx:pt idx="5614">343903</cx:pt>
          <cx:pt idx="5615">344300</cx:pt>
          <cx:pt idx="5616">344464</cx:pt>
          <cx:pt idx="5617">344464</cx:pt>
          <cx:pt idx="5618">344782</cx:pt>
          <cx:pt idx="5619">345300</cx:pt>
          <cx:pt idx="5620">345843</cx:pt>
          <cx:pt idx="5621">347616</cx:pt>
          <cx:pt idx="5622">347805</cx:pt>
          <cx:pt idx="5623">347805</cx:pt>
          <cx:pt idx="5624">347938</cx:pt>
          <cx:pt idx="5625">347963</cx:pt>
          <cx:pt idx="5626">348288</cx:pt>
          <cx:pt idx="5627">348307</cx:pt>
          <cx:pt idx="5628">348307</cx:pt>
          <cx:pt idx="5629">348898</cx:pt>
          <cx:pt idx="5630">349132</cx:pt>
          <cx:pt idx="5631">349132</cx:pt>
          <cx:pt idx="5632">349314</cx:pt>
          <cx:pt idx="5633">349663</cx:pt>
          <cx:pt idx="5634">350272</cx:pt>
          <cx:pt idx="5635">350877</cx:pt>
          <cx:pt idx="5636">351116</cx:pt>
          <cx:pt idx="5637">351116</cx:pt>
          <cx:pt idx="5638">352722</cx:pt>
          <cx:pt idx="5639">352722</cx:pt>
          <cx:pt idx="5640">353113</cx:pt>
          <cx:pt idx="5641">353767</cx:pt>
          <cx:pt idx="5642">353767</cx:pt>
          <cx:pt idx="5643">354141</cx:pt>
          <cx:pt idx="5644">354141</cx:pt>
          <cx:pt idx="5645">354141</cx:pt>
          <cx:pt idx="5646">354277</cx:pt>
          <cx:pt idx="5647">354760</cx:pt>
          <cx:pt idx="5648">354760</cx:pt>
          <cx:pt idx="5649">355112</cx:pt>
          <cx:pt idx="5650">355112</cx:pt>
          <cx:pt idx="5651">355620</cx:pt>
          <cx:pt idx="5652">355620</cx:pt>
          <cx:pt idx="5653">355775</cx:pt>
          <cx:pt idx="5654">356058</cx:pt>
          <cx:pt idx="5655">356181</cx:pt>
          <cx:pt idx="5656">356181</cx:pt>
          <cx:pt idx="5657">356716</cx:pt>
          <cx:pt idx="5658">356716</cx:pt>
          <cx:pt idx="5659">357277</cx:pt>
          <cx:pt idx="5660">357277</cx:pt>
          <cx:pt idx="5661">357478</cx:pt>
          <cx:pt idx="5662">358429</cx:pt>
          <cx:pt idx="5663">359534</cx:pt>
          <cx:pt idx="5664">360179</cx:pt>
          <cx:pt idx="5665">360828</cx:pt>
          <cx:pt idx="5666">360828</cx:pt>
          <cx:pt idx="5667">361129</cx:pt>
          <cx:pt idx="5668">361129</cx:pt>
          <cx:pt idx="5669">361239</cx:pt>
          <cx:pt idx="5670">363599</cx:pt>
          <cx:pt idx="5671">363960</cx:pt>
          <cx:pt idx="5672">363960</cx:pt>
          <cx:pt idx="5673">364337</cx:pt>
          <cx:pt idx="5674">364346</cx:pt>
          <cx:pt idx="5675">365866</cx:pt>
          <cx:pt idx="5676">366367</cx:pt>
          <cx:pt idx="5677">366367</cx:pt>
          <cx:pt idx="5678">367062</cx:pt>
          <cx:pt idx="5679">367585</cx:pt>
          <cx:pt idx="5680">368464</cx:pt>
          <cx:pt idx="5681">368761</cx:pt>
          <cx:pt idx="5682">368816</cx:pt>
          <cx:pt idx="5683">369157</cx:pt>
          <cx:pt idx="5684">370745</cx:pt>
          <cx:pt idx="5685">370745</cx:pt>
          <cx:pt idx="5686">372603</cx:pt>
          <cx:pt idx="5687">373434</cx:pt>
          <cx:pt idx="5688">373927</cx:pt>
          <cx:pt idx="5689">376215</cx:pt>
          <cx:pt idx="5690">376790</cx:pt>
          <cx:pt idx="5691">376894</cx:pt>
          <cx:pt idx="5692">378894</cx:pt>
          <cx:pt idx="5693">378894</cx:pt>
          <cx:pt idx="5694">379036</cx:pt>
          <cx:pt idx="5695">379306</cx:pt>
          <cx:pt idx="5696">379306</cx:pt>
          <cx:pt idx="5697">379660</cx:pt>
          <cx:pt idx="5698">380192</cx:pt>
          <cx:pt idx="5699">380586</cx:pt>
          <cx:pt idx="5700">381006</cx:pt>
          <cx:pt idx="5701">381123</cx:pt>
          <cx:pt idx="5702">381123</cx:pt>
          <cx:pt idx="5703">382970</cx:pt>
          <cx:pt idx="5704">383242</cx:pt>
          <cx:pt idx="5705">384097</cx:pt>
          <cx:pt idx="5706">384282</cx:pt>
          <cx:pt idx="5707">384282</cx:pt>
          <cx:pt idx="5708">384677</cx:pt>
          <cx:pt idx="5709">385329</cx:pt>
          <cx:pt idx="5710">386189</cx:pt>
          <cx:pt idx="5711">387742</cx:pt>
          <cx:pt idx="5712">388064</cx:pt>
          <cx:pt idx="5713">388064</cx:pt>
          <cx:pt idx="5714">388234</cx:pt>
          <cx:pt idx="5715">389442</cx:pt>
          <cx:pt idx="5716">389442</cx:pt>
          <cx:pt idx="5717">389451</cx:pt>
          <cx:pt idx="5718">389693</cx:pt>
          <cx:pt idx="5719">389693</cx:pt>
          <cx:pt idx="5720">390688</cx:pt>
          <cx:pt idx="5721">391396</cx:pt>
          <cx:pt idx="5722">391396</cx:pt>
          <cx:pt idx="5723">391991</cx:pt>
          <cx:pt idx="5724">392497</cx:pt>
          <cx:pt idx="5725">393421</cx:pt>
          <cx:pt idx="5726">393683</cx:pt>
          <cx:pt idx="5727">394971</cx:pt>
          <cx:pt idx="5728">396695</cx:pt>
          <cx:pt idx="5729">396695</cx:pt>
          <cx:pt idx="5730">397148</cx:pt>
          <cx:pt idx="5731">397587</cx:pt>
          <cx:pt idx="5732">397587</cx:pt>
          <cx:pt idx="5733">398969</cx:pt>
          <cx:pt idx="5734">398969</cx:pt>
          <cx:pt idx="5735">399038</cx:pt>
          <cx:pt idx="5736">399945</cx:pt>
          <cx:pt idx="5737">399978</cx:pt>
          <cx:pt idx="5738">399978</cx:pt>
          <cx:pt idx="5739">400458</cx:pt>
          <cx:pt idx="5740">400706</cx:pt>
          <cx:pt idx="5741">401298</cx:pt>
          <cx:pt idx="5742">401298</cx:pt>
          <cx:pt idx="5743">401737</cx:pt>
          <cx:pt idx="5744">402121</cx:pt>
          <cx:pt idx="5745">402758</cx:pt>
          <cx:pt idx="5746">403168</cx:pt>
          <cx:pt idx="5747">403262</cx:pt>
          <cx:pt idx="5748">403668</cx:pt>
          <cx:pt idx="5749">403711</cx:pt>
          <cx:pt idx="5750">403711</cx:pt>
          <cx:pt idx="5751">404199</cx:pt>
          <cx:pt idx="5752">404670</cx:pt>
          <cx:pt idx="5753">405465</cx:pt>
          <cx:pt idx="5754">405465</cx:pt>
          <cx:pt idx="5755">408596</cx:pt>
          <cx:pt idx="5756">408892</cx:pt>
          <cx:pt idx="5757">409541</cx:pt>
          <cx:pt idx="5758">410200</cx:pt>
          <cx:pt idx="5759">410200</cx:pt>
          <cx:pt idx="5760">410200</cx:pt>
          <cx:pt idx="5761">411245</cx:pt>
          <cx:pt idx="5762">412163</cx:pt>
          <cx:pt idx="5763">412166</cx:pt>
          <cx:pt idx="5764">413601</cx:pt>
          <cx:pt idx="5765">413700</cx:pt>
          <cx:pt idx="5766">414027</cx:pt>
          <cx:pt idx="5767">414546</cx:pt>
          <cx:pt idx="5768">414788</cx:pt>
          <cx:pt idx="5769">414886</cx:pt>
          <cx:pt idx="5770">416720</cx:pt>
          <cx:pt idx="5771">416720</cx:pt>
          <cx:pt idx="5772">417516</cx:pt>
          <cx:pt idx="5773">417671</cx:pt>
          <cx:pt idx="5774">417671</cx:pt>
          <cx:pt idx="5775">418433</cx:pt>
          <cx:pt idx="5776">418922</cx:pt>
          <cx:pt idx="5777">419428</cx:pt>
          <cx:pt idx="5778">420166</cx:pt>
          <cx:pt idx="5779">420469</cx:pt>
          <cx:pt idx="5780">420469</cx:pt>
          <cx:pt idx="5781">420603</cx:pt>
          <cx:pt idx="5782">420603</cx:pt>
          <cx:pt idx="5783">421010</cx:pt>
          <cx:pt idx="5784">421010</cx:pt>
          <cx:pt idx="5785">421528</cx:pt>
          <cx:pt idx="5786">422146</cx:pt>
          <cx:pt idx="5787">424697</cx:pt>
          <cx:pt idx="5788">424697</cx:pt>
          <cx:pt idx="5789">425309</cx:pt>
          <cx:pt idx="5790">426740</cx:pt>
          <cx:pt idx="5791">431807</cx:pt>
          <cx:pt idx="5792">432874</cx:pt>
          <cx:pt idx="5793">433056</cx:pt>
          <cx:pt idx="5794">433410</cx:pt>
          <cx:pt idx="5795">433783</cx:pt>
          <cx:pt idx="5796">433783</cx:pt>
          <cx:pt idx="5797">434010</cx:pt>
          <cx:pt idx="5798">438506</cx:pt>
          <cx:pt idx="5799">439207</cx:pt>
          <cx:pt idx="5800">439207</cx:pt>
          <cx:pt idx="5801">439941</cx:pt>
          <cx:pt idx="5802">440213</cx:pt>
          <cx:pt idx="5803">443622</cx:pt>
          <cx:pt idx="5804">443622</cx:pt>
          <cx:pt idx="5805">444383</cx:pt>
          <cx:pt idx="5806">444383</cx:pt>
          <cx:pt idx="5807">445347</cx:pt>
          <cx:pt idx="5808">445347</cx:pt>
          <cx:pt idx="5809">445407</cx:pt>
          <cx:pt idx="5810">446250</cx:pt>
          <cx:pt idx="5811">447792</cx:pt>
          <cx:pt idx="5812">447881</cx:pt>
          <cx:pt idx="5813">447881</cx:pt>
          <cx:pt idx="5814">448098</cx:pt>
          <cx:pt idx="5815">452999</cx:pt>
          <cx:pt idx="5816">452999</cx:pt>
          <cx:pt idx="5817">452999</cx:pt>
          <cx:pt idx="5818">452999</cx:pt>
          <cx:pt idx="5819">453217</cx:pt>
          <cx:pt idx="5820">453217</cx:pt>
          <cx:pt idx="5821">454062</cx:pt>
          <cx:pt idx="5822">454062</cx:pt>
          <cx:pt idx="5823">457352</cx:pt>
          <cx:pt idx="5824">459333</cx:pt>
          <cx:pt idx="5825">459333</cx:pt>
          <cx:pt idx="5826">460302</cx:pt>
          <cx:pt idx="5827">461857</cx:pt>
          <cx:pt idx="5828">461857</cx:pt>
          <cx:pt idx="5829">462122</cx:pt>
          <cx:pt idx="5830">462122</cx:pt>
          <cx:pt idx="5831">466955</cx:pt>
          <cx:pt idx="5832">466955</cx:pt>
          <cx:pt idx="5833">469076</cx:pt>
          <cx:pt idx="5834">469076</cx:pt>
          <cx:pt idx="5835">470160</cx:pt>
          <cx:pt idx="5836">470917</cx:pt>
          <cx:pt idx="5837">470917</cx:pt>
          <cx:pt idx="5838">471863</cx:pt>
          <cx:pt idx="5839">473119</cx:pt>
          <cx:pt idx="5840">474515</cx:pt>
          <cx:pt idx="5841">474515</cx:pt>
          <cx:pt idx="5842">475645</cx:pt>
          <cx:pt idx="5843">475645</cx:pt>
          <cx:pt idx="5844">477069</cx:pt>
          <cx:pt idx="5845">478962</cx:pt>
          <cx:pt idx="5846">481339</cx:pt>
          <cx:pt idx="5847">481339</cx:pt>
          <cx:pt idx="5848">482743</cx:pt>
          <cx:pt idx="5849">482743</cx:pt>
          <cx:pt idx="5850">485142</cx:pt>
          <cx:pt idx="5851">485142</cx:pt>
          <cx:pt idx="5852">487641</cx:pt>
          <cx:pt idx="5853">489445</cx:pt>
          <cx:pt idx="5854">491207</cx:pt>
          <cx:pt idx="5855">492409</cx:pt>
          <cx:pt idx="5856">493546</cx:pt>
          <cx:pt idx="5857">496840</cx:pt>
          <cx:pt idx="5858">499245</cx:pt>
          <cx:pt idx="5859">503973</cx:pt>
          <cx:pt idx="5860">503973</cx:pt>
          <cx:pt idx="5861">506465</cx:pt>
          <cx:pt idx="5862">506465</cx:pt>
          <cx:pt idx="5863">507188</cx:pt>
          <cx:pt idx="5864">511484</cx:pt>
          <cx:pt idx="5865">512664</cx:pt>
          <cx:pt idx="5866">512664</cx:pt>
          <cx:pt idx="5867">517302</cx:pt>
          <cx:pt idx="5868">518416</cx:pt>
          <cx:pt idx="5869">522257</cx:pt>
          <cx:pt idx="5870">527999</cx:pt>
          <cx:pt idx="5871">527999</cx:pt>
          <cx:pt idx="5872">529062</cx:pt>
          <cx:pt idx="5873">529103</cx:pt>
          <cx:pt idx="5874">529538</cx:pt>
          <cx:pt idx="5875">529538</cx:pt>
          <cx:pt idx="5876">532626</cx:pt>
          <cx:pt idx="5877">532626</cx:pt>
          <cx:pt idx="5878">535088</cx:pt>
          <cx:pt idx="5879">539066</cx:pt>
          <cx:pt idx="5880">540781</cx:pt>
          <cx:pt idx="5881">542436</cx:pt>
          <cx:pt idx="5882">544979</cx:pt>
          <cx:pt idx="5883">545891</cx:pt>
          <cx:pt idx="5884">560778</cx:pt>
          <cx:pt idx="5885">569147</cx:pt>
          <cx:pt idx="5886">569147</cx:pt>
          <cx:pt idx="5887">570732</cx:pt>
          <cx:pt idx="5888">570732</cx:pt>
          <cx:pt idx="5889">573653</cx:pt>
          <cx:pt idx="5890">573653</cx:pt>
          <cx:pt idx="5891">574953</cx:pt>
          <cx:pt idx="5892">580758</cx:pt>
          <cx:pt idx="5893">581943</cx:pt>
          <cx:pt idx="5894">581943</cx:pt>
          <cx:pt idx="5895">581943</cx:pt>
          <cx:pt idx="5896">583185</cx:pt>
          <cx:pt idx="5897">583185</cx:pt>
          <cx:pt idx="5898">584217</cx:pt>
          <cx:pt idx="5899">590257</cx:pt>
          <cx:pt idx="5900">590257</cx:pt>
          <cx:pt idx="5901">596210</cx:pt>
          <cx:pt idx="5902">605871</cx:pt>
          <cx:pt idx="5903">608652</cx:pt>
          <cx:pt idx="5904">610828</cx:pt>
          <cx:pt idx="5905">610828</cx:pt>
          <cx:pt idx="5906">610828</cx:pt>
          <cx:pt idx="5907">610828</cx:pt>
          <cx:pt idx="5908">617244</cx:pt>
          <cx:pt idx="5909">618682</cx:pt>
          <cx:pt idx="5910">618682</cx:pt>
          <cx:pt idx="5911">619276</cx:pt>
          <cx:pt idx="5912">619276</cx:pt>
          <cx:pt idx="5913">619283</cx:pt>
          <cx:pt idx="5914">619283</cx:pt>
          <cx:pt idx="5915">636427</cx:pt>
          <cx:pt idx="5916">636427</cx:pt>
          <cx:pt idx="5917">639101</cx:pt>
          <cx:pt idx="5918">639499</cx:pt>
          <cx:pt idx="5919">639499</cx:pt>
          <cx:pt idx="5920">643741</cx:pt>
          <cx:pt idx="5921">647783</cx:pt>
          <cx:pt idx="5922">649929</cx:pt>
          <cx:pt idx="5923">655735</cx:pt>
          <cx:pt idx="5924">656098</cx:pt>
          <cx:pt idx="5925">656098</cx:pt>
          <cx:pt idx="5926">656098</cx:pt>
          <cx:pt idx="5927">656098</cx:pt>
          <cx:pt idx="5928">657874</cx:pt>
          <cx:pt idx="5929">678494</cx:pt>
          <cx:pt idx="5930">678494</cx:pt>
          <cx:pt idx="5931">680397</cx:pt>
          <cx:pt idx="5932">680669</cx:pt>
          <cx:pt idx="5933">680669</cx:pt>
          <cx:pt idx="5934">694926</cx:pt>
          <cx:pt idx="5935">699096</cx:pt>
          <cx:pt idx="5936">699096</cx:pt>
          <cx:pt idx="5937">706581</cx:pt>
          <cx:pt idx="5938">719623</cx:pt>
          <cx:pt idx="5939">732666</cx:pt>
          <cx:pt idx="5940">732666</cx:pt>
          <cx:pt idx="5941">764213</cx:pt>
          <cx:pt idx="5942">766337</cx:pt>
          <cx:pt idx="5943">769449</cx:pt>
          <cx:pt idx="5944">769449</cx:pt>
          <cx:pt idx="5945">776282</cx:pt>
          <cx:pt idx="5946">804005</cx:pt>
          <cx:pt idx="5947">865497</cx:pt>
          <cx:pt idx="5948">887879</cx:pt>
          <cx:pt idx="5949">887879</cx:pt>
          <cx:pt idx="5950">941716</cx:pt>
          <cx:pt idx="5951">941716</cx:pt>
          <cx:pt idx="5952">1096214</cx:pt>
          <cx:pt idx="5953">1234169</cx:pt>
          <cx:pt idx="5954">1234169</cx:pt>
          <cx:pt idx="5955">1617278</cx:pt>
          <cx:pt idx="5956">1617278</cx:pt>
        </cx:lvl>
      </cx:numDim>
    </cx:data>
  </cx:chartData>
  <cx:chart>
    <cx:plotArea>
      <cx:plotAreaRegion>
        <cx:series layoutId="clusteredColumn" uniqueId="{ABF5ADF3-D2CA-416E-80B9-DD1CBDFFFCEC}">
          <cx:tx>
            <cx:txData>
              <cx:f>'[Input_Test RCM_2803.xlsx]Sheet1'!$B$1</cx:f>
              <cx:v>giá trị đơn hàng</cx:v>
            </cx:txData>
          </cx:tx>
          <cx:spPr>
            <a:solidFill>
              <a:srgbClr val="4472C4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'[Input_Test RCM_2803.xlsx]Sheet1'!$B$2:$B$5959</cx:f>
        <cx:lvl ptCount="5958" formatCode="General">
          <cx:pt idx="0">50005</cx:pt>
          <cx:pt idx="1">50017</cx:pt>
          <cx:pt idx="2">50023</cx:pt>
          <cx:pt idx="3">50049</cx:pt>
          <cx:pt idx="4">50333</cx:pt>
          <cx:pt idx="5">50333</cx:pt>
          <cx:pt idx="6">50368</cx:pt>
          <cx:pt idx="7">50534</cx:pt>
          <cx:pt idx="8">50571</cx:pt>
          <cx:pt idx="9">50572</cx:pt>
          <cx:pt idx="10">50608</cx:pt>
          <cx:pt idx="11">50665</cx:pt>
          <cx:pt idx="12">50692</cx:pt>
          <cx:pt idx="13">50765</cx:pt>
          <cx:pt idx="14">50788</cx:pt>
          <cx:pt idx="15">50800</cx:pt>
          <cx:pt idx="16">50845</cx:pt>
          <cx:pt idx="17">50927</cx:pt>
          <cx:pt idx="18">50927</cx:pt>
          <cx:pt idx="19">50944</cx:pt>
          <cx:pt idx="20">51166</cx:pt>
          <cx:pt idx="21">51166</cx:pt>
          <cx:pt idx="22">51331</cx:pt>
          <cx:pt idx="23">51428</cx:pt>
          <cx:pt idx="24">51428</cx:pt>
          <cx:pt idx="25">51428</cx:pt>
          <cx:pt idx="26">51428</cx:pt>
          <cx:pt idx="27">51428</cx:pt>
          <cx:pt idx="28">51429</cx:pt>
          <cx:pt idx="29">51429</cx:pt>
          <cx:pt idx="30">51429</cx:pt>
          <cx:pt idx="31">51429</cx:pt>
          <cx:pt idx="32">51429</cx:pt>
          <cx:pt idx="33">51429</cx:pt>
          <cx:pt idx="34">51429</cx:pt>
          <cx:pt idx="35">51429</cx:pt>
          <cx:pt idx="36">51429</cx:pt>
          <cx:pt idx="37">51429</cx:pt>
          <cx:pt idx="38">51429</cx:pt>
          <cx:pt idx="39">51429</cx:pt>
          <cx:pt idx="40">51429</cx:pt>
          <cx:pt idx="41">51429</cx:pt>
          <cx:pt idx="42">51429</cx:pt>
          <cx:pt idx="43">51450</cx:pt>
          <cx:pt idx="44">51567</cx:pt>
          <cx:pt idx="45">51576</cx:pt>
          <cx:pt idx="46">51627</cx:pt>
          <cx:pt idx="47">51716</cx:pt>
          <cx:pt idx="48">51794</cx:pt>
          <cx:pt idx="49">51855</cx:pt>
          <cx:pt idx="50">52043</cx:pt>
          <cx:pt idx="51">52079</cx:pt>
          <cx:pt idx="52">52133</cx:pt>
          <cx:pt idx="53">52301</cx:pt>
          <cx:pt idx="54">52325</cx:pt>
          <cx:pt idx="55">52340</cx:pt>
          <cx:pt idx="56">52400</cx:pt>
          <cx:pt idx="57">52421</cx:pt>
          <cx:pt idx="58">52500</cx:pt>
          <cx:pt idx="59">52500</cx:pt>
          <cx:pt idx="60">52658</cx:pt>
          <cx:pt idx="61">52773</cx:pt>
          <cx:pt idx="62">52773</cx:pt>
          <cx:pt idx="63">52775</cx:pt>
          <cx:pt idx="64">52807</cx:pt>
          <cx:pt idx="65">52913</cx:pt>
          <cx:pt idx="66">52977</cx:pt>
          <cx:pt idx="67">53000</cx:pt>
          <cx:pt idx="68">53041</cx:pt>
          <cx:pt idx="69">53163</cx:pt>
          <cx:pt idx="70">53191</cx:pt>
          <cx:pt idx="71">53193</cx:pt>
          <cx:pt idx="72">53325</cx:pt>
          <cx:pt idx="73">53325</cx:pt>
          <cx:pt idx="74">53325</cx:pt>
          <cx:pt idx="75">53327</cx:pt>
          <cx:pt idx="76">53329</cx:pt>
          <cx:pt idx="77">53332</cx:pt>
          <cx:pt idx="78">53333</cx:pt>
          <cx:pt idx="79">53333</cx:pt>
          <cx:pt idx="80">53339</cx:pt>
          <cx:pt idx="81">53412</cx:pt>
          <cx:pt idx="82">53421</cx:pt>
          <cx:pt idx="83">53630</cx:pt>
          <cx:pt idx="84">53688</cx:pt>
          <cx:pt idx="85">53734</cx:pt>
          <cx:pt idx="86">53746</cx:pt>
          <cx:pt idx="87">53750</cx:pt>
          <cx:pt idx="88">53788</cx:pt>
          <cx:pt idx="89">53832</cx:pt>
          <cx:pt idx="90">53892</cx:pt>
          <cx:pt idx="91">53988</cx:pt>
          <cx:pt idx="92">53995</cx:pt>
          <cx:pt idx="93">54027</cx:pt>
          <cx:pt idx="94">54050</cx:pt>
          <cx:pt idx="95">54095</cx:pt>
          <cx:pt idx="96">54150</cx:pt>
          <cx:pt idx="97">54186</cx:pt>
          <cx:pt idx="98">54194</cx:pt>
          <cx:pt idx="99">54233</cx:pt>
          <cx:pt idx="100">54246</cx:pt>
          <cx:pt idx="101">54293</cx:pt>
          <cx:pt idx="102">54333</cx:pt>
          <cx:pt idx="103">54392</cx:pt>
          <cx:pt idx="104">54672</cx:pt>
          <cx:pt idx="105">54733</cx:pt>
          <cx:pt idx="106">54747</cx:pt>
          <cx:pt idx="107">54890</cx:pt>
          <cx:pt idx="108">54988</cx:pt>
          <cx:pt idx="109">55020</cx:pt>
          <cx:pt idx="110">55041</cx:pt>
          <cx:pt idx="111">55163</cx:pt>
          <cx:pt idx="112">55191</cx:pt>
          <cx:pt idx="113">55228</cx:pt>
          <cx:pt idx="114">55228</cx:pt>
          <cx:pt idx="115">55275</cx:pt>
          <cx:pt idx="116">55541</cx:pt>
          <cx:pt idx="117">55695</cx:pt>
          <cx:pt idx="118">55829</cx:pt>
          <cx:pt idx="119">55895</cx:pt>
          <cx:pt idx="120">55935</cx:pt>
          <cx:pt idx="121">56233</cx:pt>
          <cx:pt idx="122">56233</cx:pt>
          <cx:pt idx="123">56244</cx:pt>
          <cx:pt idx="124">56315</cx:pt>
          <cx:pt idx="125">56332</cx:pt>
          <cx:pt idx="126">56416</cx:pt>
          <cx:pt idx="127">56446</cx:pt>
          <cx:pt idx="128">56549</cx:pt>
          <cx:pt idx="129">56650</cx:pt>
          <cx:pt idx="130">56655</cx:pt>
          <cx:pt idx="131">56660</cx:pt>
          <cx:pt idx="132">56661</cx:pt>
          <cx:pt idx="133">56666</cx:pt>
          <cx:pt idx="134">56667</cx:pt>
          <cx:pt idx="135">56682</cx:pt>
          <cx:pt idx="136">56688</cx:pt>
          <cx:pt idx="137">56753</cx:pt>
          <cx:pt idx="138">56793</cx:pt>
          <cx:pt idx="139">56793</cx:pt>
          <cx:pt idx="140">56793</cx:pt>
          <cx:pt idx="141">56793</cx:pt>
          <cx:pt idx="142">56793</cx:pt>
          <cx:pt idx="143">56793</cx:pt>
          <cx:pt idx="144">56901</cx:pt>
          <cx:pt idx="145">57095</cx:pt>
          <cx:pt idx="146">57143</cx:pt>
          <cx:pt idx="147">57200</cx:pt>
          <cx:pt idx="148">57308</cx:pt>
          <cx:pt idx="149">57364</cx:pt>
          <cx:pt idx="150">57434</cx:pt>
          <cx:pt idx="151">57681</cx:pt>
          <cx:pt idx="152">57681</cx:pt>
          <cx:pt idx="153">57833</cx:pt>
          <cx:pt idx="154">57921</cx:pt>
          <cx:pt idx="155">57983</cx:pt>
          <cx:pt idx="156">58020</cx:pt>
          <cx:pt idx="157">58025</cx:pt>
          <cx:pt idx="158">58088</cx:pt>
          <cx:pt idx="159">58150</cx:pt>
          <cx:pt idx="160">58230</cx:pt>
          <cx:pt idx="161">58247</cx:pt>
          <cx:pt idx="162">58298</cx:pt>
          <cx:pt idx="163">58333</cx:pt>
          <cx:pt idx="164">58373</cx:pt>
          <cx:pt idx="165">58374</cx:pt>
          <cx:pt idx="166">58563</cx:pt>
          <cx:pt idx="167">58607</cx:pt>
          <cx:pt idx="168">58751</cx:pt>
          <cx:pt idx="169">58939</cx:pt>
          <cx:pt idx="170">59077</cx:pt>
          <cx:pt idx="171">59205</cx:pt>
          <cx:pt idx="172">59243</cx:pt>
          <cx:pt idx="173">59274</cx:pt>
          <cx:pt idx="174">59289</cx:pt>
          <cx:pt idx="175">59306</cx:pt>
          <cx:pt idx="176">59403</cx:pt>
          <cx:pt idx="177">59554</cx:pt>
          <cx:pt idx="178">59654</cx:pt>
          <cx:pt idx="179">59697</cx:pt>
          <cx:pt idx="180">59702</cx:pt>
          <cx:pt idx="181">59753</cx:pt>
          <cx:pt idx="182">59759</cx:pt>
          <cx:pt idx="183">59800</cx:pt>
          <cx:pt idx="184">59962</cx:pt>
          <cx:pt idx="185">59992</cx:pt>
          <cx:pt idx="186">60000</cx:pt>
          <cx:pt idx="187">60000</cx:pt>
          <cx:pt idx="188">60000</cx:pt>
          <cx:pt idx="189">60000</cx:pt>
          <cx:pt idx="190">60000</cx:pt>
          <cx:pt idx="191">60000</cx:pt>
          <cx:pt idx="192">60000</cx:pt>
          <cx:pt idx="193">60000</cx:pt>
          <cx:pt idx="194">60000</cx:pt>
          <cx:pt idx="195">60000</cx:pt>
          <cx:pt idx="196">60000</cx:pt>
          <cx:pt idx="197">60000</cx:pt>
          <cx:pt idx="198">60000</cx:pt>
          <cx:pt idx="199">60000</cx:pt>
          <cx:pt idx="200">60000</cx:pt>
          <cx:pt idx="201">60000</cx:pt>
          <cx:pt idx="202">60000</cx:pt>
          <cx:pt idx="203">60000</cx:pt>
          <cx:pt idx="204">60000</cx:pt>
          <cx:pt idx="205">60000</cx:pt>
          <cx:pt idx="206">60000</cx:pt>
          <cx:pt idx="207">60000</cx:pt>
          <cx:pt idx="208">60000</cx:pt>
          <cx:pt idx="209">60000</cx:pt>
          <cx:pt idx="210">60000</cx:pt>
          <cx:pt idx="211">60000</cx:pt>
          <cx:pt idx="212">60000</cx:pt>
          <cx:pt idx="213">60000</cx:pt>
          <cx:pt idx="214">60000</cx:pt>
          <cx:pt idx="215">60000</cx:pt>
          <cx:pt idx="216">60000</cx:pt>
          <cx:pt idx="217">60000</cx:pt>
          <cx:pt idx="218">60000</cx:pt>
          <cx:pt idx="219">60000</cx:pt>
          <cx:pt idx="220">60000</cx:pt>
          <cx:pt idx="221">60000</cx:pt>
          <cx:pt idx="222">60000</cx:pt>
          <cx:pt idx="223">60000</cx:pt>
          <cx:pt idx="224">60000</cx:pt>
          <cx:pt idx="225">60000</cx:pt>
          <cx:pt idx="226">60000</cx:pt>
          <cx:pt idx="227">60000</cx:pt>
          <cx:pt idx="228">60000</cx:pt>
          <cx:pt idx="229">60000</cx:pt>
          <cx:pt idx="230">60000</cx:pt>
          <cx:pt idx="231">60000</cx:pt>
          <cx:pt idx="232">60000</cx:pt>
          <cx:pt idx="233">60000</cx:pt>
          <cx:pt idx="234">60000</cx:pt>
          <cx:pt idx="235">60000</cx:pt>
          <cx:pt idx="236">60000</cx:pt>
          <cx:pt idx="237">60000</cx:pt>
          <cx:pt idx="238">60000</cx:pt>
          <cx:pt idx="239">60000</cx:pt>
          <cx:pt idx="240">60000</cx:pt>
          <cx:pt idx="241">60000</cx:pt>
          <cx:pt idx="242">60000</cx:pt>
          <cx:pt idx="243">60000</cx:pt>
          <cx:pt idx="244">60004</cx:pt>
          <cx:pt idx="245">60015</cx:pt>
          <cx:pt idx="246">60019</cx:pt>
          <cx:pt idx="247">60025</cx:pt>
          <cx:pt idx="248">60066</cx:pt>
          <cx:pt idx="249">60075</cx:pt>
          <cx:pt idx="250">60075</cx:pt>
          <cx:pt idx="251">60099</cx:pt>
          <cx:pt idx="252">60214</cx:pt>
          <cx:pt idx="253">60232</cx:pt>
          <cx:pt idx="254">60250</cx:pt>
          <cx:pt idx="255">60310</cx:pt>
          <cx:pt idx="256">60319</cx:pt>
          <cx:pt idx="257">60326</cx:pt>
          <cx:pt idx="258">60333</cx:pt>
          <cx:pt idx="259">60333</cx:pt>
          <cx:pt idx="260">60543</cx:pt>
          <cx:pt idx="261">60548</cx:pt>
          <cx:pt idx="262">60568</cx:pt>
          <cx:pt idx="263">60569</cx:pt>
          <cx:pt idx="264">60630</cx:pt>
          <cx:pt idx="265">60766</cx:pt>
          <cx:pt idx="266">60833</cx:pt>
          <cx:pt idx="267">60883</cx:pt>
          <cx:pt idx="268">61013</cx:pt>
          <cx:pt idx="269">61013</cx:pt>
          <cx:pt idx="270">61142</cx:pt>
          <cx:pt idx="271">61166</cx:pt>
          <cx:pt idx="272">61166</cx:pt>
          <cx:pt idx="273">61178</cx:pt>
          <cx:pt idx="274">61352</cx:pt>
          <cx:pt idx="275">61352</cx:pt>
          <cx:pt idx="276">61364</cx:pt>
          <cx:pt idx="277">61382</cx:pt>
          <cx:pt idx="278">61416</cx:pt>
          <cx:pt idx="279">61425</cx:pt>
          <cx:pt idx="280">61474</cx:pt>
          <cx:pt idx="281">61502</cx:pt>
          <cx:pt idx="282">61512</cx:pt>
          <cx:pt idx="283">61524</cx:pt>
          <cx:pt idx="284">61583</cx:pt>
          <cx:pt idx="285">61607</cx:pt>
          <cx:pt idx="286">61658</cx:pt>
          <cx:pt idx="287">61666</cx:pt>
          <cx:pt idx="288">61666</cx:pt>
          <cx:pt idx="289">61669</cx:pt>
          <cx:pt idx="290">61683</cx:pt>
          <cx:pt idx="291">61741</cx:pt>
          <cx:pt idx="292">61743</cx:pt>
          <cx:pt idx="293">61746</cx:pt>
          <cx:pt idx="294">61884</cx:pt>
          <cx:pt idx="295">61908</cx:pt>
          <cx:pt idx="296">62000</cx:pt>
          <cx:pt idx="297">62028</cx:pt>
          <cx:pt idx="298">62059</cx:pt>
          <cx:pt idx="299">62066</cx:pt>
          <cx:pt idx="300">62081</cx:pt>
          <cx:pt idx="301">62100</cx:pt>
          <cx:pt idx="302">62118</cx:pt>
          <cx:pt idx="303">62283</cx:pt>
          <cx:pt idx="304">62333</cx:pt>
          <cx:pt idx="305">62333</cx:pt>
          <cx:pt idx="306">62400</cx:pt>
          <cx:pt idx="307">62400</cx:pt>
          <cx:pt idx="308">62406</cx:pt>
          <cx:pt idx="309">62500</cx:pt>
          <cx:pt idx="310">62500</cx:pt>
          <cx:pt idx="311">62572</cx:pt>
          <cx:pt idx="312">62614</cx:pt>
          <cx:pt idx="313">62637</cx:pt>
          <cx:pt idx="314">62741</cx:pt>
          <cx:pt idx="315">62849</cx:pt>
          <cx:pt idx="316">62983</cx:pt>
          <cx:pt idx="317">62983</cx:pt>
          <cx:pt idx="318">63175</cx:pt>
          <cx:pt idx="319">63253</cx:pt>
          <cx:pt idx="320">63291</cx:pt>
          <cx:pt idx="321">63316</cx:pt>
          <cx:pt idx="322">63321</cx:pt>
          <cx:pt idx="323">63324</cx:pt>
          <cx:pt idx="324">63325</cx:pt>
          <cx:pt idx="325">63331</cx:pt>
          <cx:pt idx="326">63332</cx:pt>
          <cx:pt idx="327">63333</cx:pt>
          <cx:pt idx="328">63333</cx:pt>
          <cx:pt idx="329">63333</cx:pt>
          <cx:pt idx="330">63343</cx:pt>
          <cx:pt idx="331">63349</cx:pt>
          <cx:pt idx="332">63350</cx:pt>
          <cx:pt idx="333">63357</cx:pt>
          <cx:pt idx="334">63371</cx:pt>
          <cx:pt idx="335">63382</cx:pt>
          <cx:pt idx="336">63397</cx:pt>
          <cx:pt idx="337">63413</cx:pt>
          <cx:pt idx="338">63417</cx:pt>
          <cx:pt idx="339">63423</cx:pt>
          <cx:pt idx="340">63462</cx:pt>
          <cx:pt idx="341">63699</cx:pt>
          <cx:pt idx="342">63724</cx:pt>
          <cx:pt idx="343">63773</cx:pt>
          <cx:pt idx="344">63839</cx:pt>
          <cx:pt idx="345">63889</cx:pt>
          <cx:pt idx="346">63995</cx:pt>
          <cx:pt idx="347">63996</cx:pt>
          <cx:pt idx="348">64000</cx:pt>
          <cx:pt idx="349">64110</cx:pt>
          <cx:pt idx="350">64141</cx:pt>
          <cx:pt idx="351">64355</cx:pt>
          <cx:pt idx="352">64364</cx:pt>
          <cx:pt idx="353">64399</cx:pt>
          <cx:pt idx="354">64450</cx:pt>
          <cx:pt idx="355">64500</cx:pt>
          <cx:pt idx="356">64632</cx:pt>
          <cx:pt idx="357">64677</cx:pt>
          <cx:pt idx="358">64716</cx:pt>
          <cx:pt idx="359">64846</cx:pt>
          <cx:pt idx="360">64881</cx:pt>
          <cx:pt idx="361">64929</cx:pt>
          <cx:pt idx="362">64939</cx:pt>
          <cx:pt idx="363">64967</cx:pt>
          <cx:pt idx="364">64989</cx:pt>
          <cx:pt idx="365">64989</cx:pt>
          <cx:pt idx="366">65000</cx:pt>
          <cx:pt idx="367">65171</cx:pt>
          <cx:pt idx="368">65202</cx:pt>
          <cx:pt idx="369">65226</cx:pt>
          <cx:pt idx="370">65234</cx:pt>
          <cx:pt idx="371">65350</cx:pt>
          <cx:pt idx="372">65430</cx:pt>
          <cx:pt idx="373">65496</cx:pt>
          <cx:pt idx="374">65569</cx:pt>
          <cx:pt idx="375">65585</cx:pt>
          <cx:pt idx="376">65618</cx:pt>
          <cx:pt idx="377">65719</cx:pt>
          <cx:pt idx="378">65769</cx:pt>
          <cx:pt idx="379">65826</cx:pt>
          <cx:pt idx="380">65831</cx:pt>
          <cx:pt idx="381">65833</cx:pt>
          <cx:pt idx="382">65850</cx:pt>
          <cx:pt idx="383">65850</cx:pt>
          <cx:pt idx="384">65871</cx:pt>
          <cx:pt idx="385">65891</cx:pt>
          <cx:pt idx="386">65892</cx:pt>
          <cx:pt idx="387">65907</cx:pt>
          <cx:pt idx="388">65957</cx:pt>
          <cx:pt idx="389">66023</cx:pt>
          <cx:pt idx="390">66176</cx:pt>
          <cx:pt idx="391">66275</cx:pt>
          <cx:pt idx="392">66383</cx:pt>
          <cx:pt idx="393">66435</cx:pt>
          <cx:pt idx="394">66444</cx:pt>
          <cx:pt idx="395">66458</cx:pt>
          <cx:pt idx="396">66474</cx:pt>
          <cx:pt idx="397">66616</cx:pt>
          <cx:pt idx="398">66644</cx:pt>
          <cx:pt idx="399">66649</cx:pt>
          <cx:pt idx="400">66653</cx:pt>
          <cx:pt idx="401">66664</cx:pt>
          <cx:pt idx="402">66665</cx:pt>
          <cx:pt idx="403">66665</cx:pt>
          <cx:pt idx="404">66665</cx:pt>
          <cx:pt idx="405">66666</cx:pt>
          <cx:pt idx="406">66666</cx:pt>
          <cx:pt idx="407">66666</cx:pt>
          <cx:pt idx="408">66666</cx:pt>
          <cx:pt idx="409">66669</cx:pt>
          <cx:pt idx="410">66673</cx:pt>
          <cx:pt idx="411">66674</cx:pt>
          <cx:pt idx="412">66675</cx:pt>
          <cx:pt idx="413">66688</cx:pt>
          <cx:pt idx="414">66721</cx:pt>
          <cx:pt idx="415">66721</cx:pt>
          <cx:pt idx="416">66741</cx:pt>
          <cx:pt idx="417">66741</cx:pt>
          <cx:pt idx="418">66834</cx:pt>
          <cx:pt idx="419">66866</cx:pt>
          <cx:pt idx="420">66914</cx:pt>
          <cx:pt idx="421">66964</cx:pt>
          <cx:pt idx="422">66966</cx:pt>
          <cx:pt idx="423">66990</cx:pt>
          <cx:pt idx="424">66990</cx:pt>
          <cx:pt idx="425">67015</cx:pt>
          <cx:pt idx="426">67015</cx:pt>
          <cx:pt idx="427">67015</cx:pt>
          <cx:pt idx="428">67059</cx:pt>
          <cx:pt idx="429">67087</cx:pt>
          <cx:pt idx="430">67104</cx:pt>
          <cx:pt idx="431">67148</cx:pt>
          <cx:pt idx="432">67149</cx:pt>
          <cx:pt idx="433">67190</cx:pt>
          <cx:pt idx="434">67248</cx:pt>
          <cx:pt idx="435">67266</cx:pt>
          <cx:pt idx="436">67307</cx:pt>
          <cx:pt idx="437">67391</cx:pt>
          <cx:pt idx="438">67500</cx:pt>
          <cx:pt idx="439">67500</cx:pt>
          <cx:pt idx="440">67500</cx:pt>
          <cx:pt idx="441">67500</cx:pt>
          <cx:pt idx="442">67500</cx:pt>
          <cx:pt idx="443">67500</cx:pt>
          <cx:pt idx="444">67500</cx:pt>
          <cx:pt idx="445">67500</cx:pt>
          <cx:pt idx="446">67500</cx:pt>
          <cx:pt idx="447">67500</cx:pt>
          <cx:pt idx="448">67500</cx:pt>
          <cx:pt idx="449">67500</cx:pt>
          <cx:pt idx="450">67500</cx:pt>
          <cx:pt idx="451">67500</cx:pt>
          <cx:pt idx="452">67500</cx:pt>
          <cx:pt idx="453">67500</cx:pt>
          <cx:pt idx="454">67500</cx:pt>
          <cx:pt idx="455">67500</cx:pt>
          <cx:pt idx="456">67516</cx:pt>
          <cx:pt idx="457">67516</cx:pt>
          <cx:pt idx="458">67599</cx:pt>
          <cx:pt idx="459">67700</cx:pt>
          <cx:pt idx="460">67742</cx:pt>
          <cx:pt idx="461">67744</cx:pt>
          <cx:pt idx="462">67747</cx:pt>
          <cx:pt idx="463">67747</cx:pt>
          <cx:pt idx="464">67834</cx:pt>
          <cx:pt idx="465">67877</cx:pt>
          <cx:pt idx="466">67936</cx:pt>
          <cx:pt idx="467">67970</cx:pt>
          <cx:pt idx="468">67974</cx:pt>
          <cx:pt idx="469">68000</cx:pt>
          <cx:pt idx="470">68025</cx:pt>
          <cx:pt idx="471">68025</cx:pt>
          <cx:pt idx="472">68025</cx:pt>
          <cx:pt idx="473">68166</cx:pt>
          <cx:pt idx="474">68237</cx:pt>
          <cx:pt idx="475">68270</cx:pt>
          <cx:pt idx="476">68272</cx:pt>
          <cx:pt idx="477">68314</cx:pt>
          <cx:pt idx="478">68316</cx:pt>
          <cx:pt idx="479">68338</cx:pt>
          <cx:pt idx="480">68351</cx:pt>
          <cx:pt idx="481">68371</cx:pt>
          <cx:pt idx="482">68378</cx:pt>
          <cx:pt idx="483">68466</cx:pt>
          <cx:pt idx="484">68466</cx:pt>
          <cx:pt idx="485">68468</cx:pt>
          <cx:pt idx="486">68479</cx:pt>
          <cx:pt idx="487">68573</cx:pt>
          <cx:pt idx="488">68671</cx:pt>
          <cx:pt idx="489">68796</cx:pt>
          <cx:pt idx="490">68989</cx:pt>
          <cx:pt idx="491">69001</cx:pt>
          <cx:pt idx="492">69132</cx:pt>
          <cx:pt idx="493">69138</cx:pt>
          <cx:pt idx="494">69155</cx:pt>
          <cx:pt idx="495">69174</cx:pt>
          <cx:pt idx="496">69217</cx:pt>
          <cx:pt idx="497">69316</cx:pt>
          <cx:pt idx="498">69347</cx:pt>
          <cx:pt idx="499">69383</cx:pt>
          <cx:pt idx="500">69404</cx:pt>
          <cx:pt idx="501">69408</cx:pt>
          <cx:pt idx="502">69503</cx:pt>
          <cx:pt idx="503">69552</cx:pt>
          <cx:pt idx="504">69604</cx:pt>
          <cx:pt idx="505">69604</cx:pt>
          <cx:pt idx="506">69667</cx:pt>
          <cx:pt idx="507">69712</cx:pt>
          <cx:pt idx="508">69784</cx:pt>
          <cx:pt idx="509">69787</cx:pt>
          <cx:pt idx="510">69800</cx:pt>
          <cx:pt idx="511">69882</cx:pt>
          <cx:pt idx="512">69893</cx:pt>
          <cx:pt idx="513">69896</cx:pt>
          <cx:pt idx="514">69925</cx:pt>
          <cx:pt idx="515">69955</cx:pt>
          <cx:pt idx="516">69972</cx:pt>
          <cx:pt idx="517">69982</cx:pt>
          <cx:pt idx="518">69987</cx:pt>
          <cx:pt idx="519">69989</cx:pt>
          <cx:pt idx="520">70000</cx:pt>
          <cx:pt idx="521">70000</cx:pt>
          <cx:pt idx="522">70000</cx:pt>
          <cx:pt idx="523">70000</cx:pt>
          <cx:pt idx="524">70000</cx:pt>
          <cx:pt idx="525">70000</cx:pt>
          <cx:pt idx="526">70000</cx:pt>
          <cx:pt idx="527">70000</cx:pt>
          <cx:pt idx="528">70000</cx:pt>
          <cx:pt idx="529">70000</cx:pt>
          <cx:pt idx="530">70000</cx:pt>
          <cx:pt idx="531">70000</cx:pt>
          <cx:pt idx="532">70000</cx:pt>
          <cx:pt idx="533">70000</cx:pt>
          <cx:pt idx="534">70000</cx:pt>
          <cx:pt idx="535">70000</cx:pt>
          <cx:pt idx="536">70000</cx:pt>
          <cx:pt idx="537">70000</cx:pt>
          <cx:pt idx="538">70000</cx:pt>
          <cx:pt idx="539">70000</cx:pt>
          <cx:pt idx="540">70000</cx:pt>
          <cx:pt idx="541">70000</cx:pt>
          <cx:pt idx="542">70000</cx:pt>
          <cx:pt idx="543">70000</cx:pt>
          <cx:pt idx="544">70000</cx:pt>
          <cx:pt idx="545">70000</cx:pt>
          <cx:pt idx="546">70000</cx:pt>
          <cx:pt idx="547">70000</cx:pt>
          <cx:pt idx="548">70000</cx:pt>
          <cx:pt idx="549">70000</cx:pt>
          <cx:pt idx="550">70002</cx:pt>
          <cx:pt idx="551">70002</cx:pt>
          <cx:pt idx="552">70003</cx:pt>
          <cx:pt idx="553">70012</cx:pt>
          <cx:pt idx="554">70013</cx:pt>
          <cx:pt idx="555">70129</cx:pt>
          <cx:pt idx="556">70229</cx:pt>
          <cx:pt idx="557">70262</cx:pt>
          <cx:pt idx="558">70294</cx:pt>
          <cx:pt idx="559">70294</cx:pt>
          <cx:pt idx="560">70303</cx:pt>
          <cx:pt idx="561">70353</cx:pt>
          <cx:pt idx="562">70353</cx:pt>
          <cx:pt idx="563">70358</cx:pt>
          <cx:pt idx="564">70403</cx:pt>
          <cx:pt idx="565">70432</cx:pt>
          <cx:pt idx="566">70501</cx:pt>
          <cx:pt idx="567">70523</cx:pt>
          <cx:pt idx="568">70561</cx:pt>
          <cx:pt idx="569">70566</cx:pt>
          <cx:pt idx="570">70657</cx:pt>
          <cx:pt idx="571">70668</cx:pt>
          <cx:pt idx="572">70677</cx:pt>
          <cx:pt idx="573">70719</cx:pt>
          <cx:pt idx="574">70722</cx:pt>
          <cx:pt idx="575">70724</cx:pt>
          <cx:pt idx="576">70729</cx:pt>
          <cx:pt idx="577">70833</cx:pt>
          <cx:pt idx="578">70916</cx:pt>
          <cx:pt idx="579">71039</cx:pt>
          <cx:pt idx="580">71104</cx:pt>
          <cx:pt idx="581">71118</cx:pt>
          <cx:pt idx="582">71235</cx:pt>
          <cx:pt idx="583">71346</cx:pt>
          <cx:pt idx="584">71374</cx:pt>
          <cx:pt idx="585">71400</cx:pt>
          <cx:pt idx="586">71508</cx:pt>
          <cx:pt idx="587">71570</cx:pt>
          <cx:pt idx="588">71585</cx:pt>
          <cx:pt idx="589">71595</cx:pt>
          <cx:pt idx="590">71597</cx:pt>
          <cx:pt idx="591">71597</cx:pt>
          <cx:pt idx="592">71637</cx:pt>
          <cx:pt idx="593">71666</cx:pt>
          <cx:pt idx="594">71671</cx:pt>
          <cx:pt idx="595">71675</cx:pt>
          <cx:pt idx="596">71681</cx:pt>
          <cx:pt idx="597">71705</cx:pt>
          <cx:pt idx="598">71718</cx:pt>
          <cx:pt idx="599">71732</cx:pt>
          <cx:pt idx="600">71766</cx:pt>
          <cx:pt idx="601">71800</cx:pt>
          <cx:pt idx="602">71830</cx:pt>
          <cx:pt idx="603">71953</cx:pt>
          <cx:pt idx="604">71967</cx:pt>
          <cx:pt idx="605">72176</cx:pt>
          <cx:pt idx="606">72298</cx:pt>
          <cx:pt idx="607">72298</cx:pt>
          <cx:pt idx="608">72298</cx:pt>
          <cx:pt idx="609">72341</cx:pt>
          <cx:pt idx="610">72361</cx:pt>
          <cx:pt idx="611">72365</cx:pt>
          <cx:pt idx="612">72389</cx:pt>
          <cx:pt idx="613">72395</cx:pt>
          <cx:pt idx="614">72500</cx:pt>
          <cx:pt idx="615">72500</cx:pt>
          <cx:pt idx="616">72521</cx:pt>
          <cx:pt idx="617">72525</cx:pt>
          <cx:pt idx="618">72599</cx:pt>
          <cx:pt idx="619">72667</cx:pt>
          <cx:pt idx="620">72669</cx:pt>
          <cx:pt idx="621">72689</cx:pt>
          <cx:pt idx="622">72725</cx:pt>
          <cx:pt idx="623">72729</cx:pt>
          <cx:pt idx="624">72738</cx:pt>
          <cx:pt idx="625">72742</cx:pt>
          <cx:pt idx="626">72789</cx:pt>
          <cx:pt idx="627">72792</cx:pt>
          <cx:pt idx="628">72825</cx:pt>
          <cx:pt idx="629">72877</cx:pt>
          <cx:pt idx="630">72989</cx:pt>
          <cx:pt idx="631">73008</cx:pt>
          <cx:pt idx="632">73142</cx:pt>
          <cx:pt idx="633">73273</cx:pt>
          <cx:pt idx="634">73278</cx:pt>
          <cx:pt idx="635">73309</cx:pt>
          <cx:pt idx="636">73332</cx:pt>
          <cx:pt idx="637">73333</cx:pt>
          <cx:pt idx="638">73341</cx:pt>
          <cx:pt idx="639">73375</cx:pt>
          <cx:pt idx="640">73391</cx:pt>
          <cx:pt idx="641">73421</cx:pt>
          <cx:pt idx="642">73421</cx:pt>
          <cx:pt idx="643">73422</cx:pt>
          <cx:pt idx="644">73503</cx:pt>
          <cx:pt idx="645">73531</cx:pt>
          <cx:pt idx="646">73536</cx:pt>
          <cx:pt idx="647">73640</cx:pt>
          <cx:pt idx="648">73640</cx:pt>
          <cx:pt idx="649">73683</cx:pt>
          <cx:pt idx="650">73691</cx:pt>
          <cx:pt idx="651">73694</cx:pt>
          <cx:pt idx="652">73730</cx:pt>
          <cx:pt idx="653">73737</cx:pt>
          <cx:pt idx="654">73758</cx:pt>
          <cx:pt idx="655">73758</cx:pt>
          <cx:pt idx="656">73846</cx:pt>
          <cx:pt idx="657">73846</cx:pt>
          <cx:pt idx="658">73914</cx:pt>
          <cx:pt idx="659">73945</cx:pt>
          <cx:pt idx="660">73980</cx:pt>
          <cx:pt idx="661">73989</cx:pt>
          <cx:pt idx="662">74000</cx:pt>
          <cx:pt idx="663">74070</cx:pt>
          <cx:pt idx="664">74199</cx:pt>
          <cx:pt idx="665">74218</cx:pt>
          <cx:pt idx="666">74218</cx:pt>
          <cx:pt idx="667">74219</cx:pt>
          <cx:pt idx="668">74307</cx:pt>
          <cx:pt idx="669">74441</cx:pt>
          <cx:pt idx="670">74471</cx:pt>
          <cx:pt idx="671">74493</cx:pt>
          <cx:pt idx="672">74505</cx:pt>
          <cx:pt idx="673">74518</cx:pt>
          <cx:pt idx="674">74588</cx:pt>
          <cx:pt idx="675">74694</cx:pt>
          <cx:pt idx="676">74772</cx:pt>
          <cx:pt idx="677">74801</cx:pt>
          <cx:pt idx="678">74801</cx:pt>
          <cx:pt idx="679">74866</cx:pt>
          <cx:pt idx="680">74907</cx:pt>
          <cx:pt idx="681">74947</cx:pt>
          <cx:pt idx="682">74969</cx:pt>
          <cx:pt idx="683">74998</cx:pt>
          <cx:pt idx="684">74999</cx:pt>
          <cx:pt idx="685">74999</cx:pt>
          <cx:pt idx="686">75000</cx:pt>
          <cx:pt idx="687">75037</cx:pt>
          <cx:pt idx="688">75119</cx:pt>
          <cx:pt idx="689">75155</cx:pt>
          <cx:pt idx="690">75184</cx:pt>
          <cx:pt idx="691">75187</cx:pt>
          <cx:pt idx="692">75204</cx:pt>
          <cx:pt idx="693">75242</cx:pt>
          <cx:pt idx="694">75245</cx:pt>
          <cx:pt idx="695">75246</cx:pt>
          <cx:pt idx="696">75280</cx:pt>
          <cx:pt idx="697">75312</cx:pt>
          <cx:pt idx="698">75358</cx:pt>
          <cx:pt idx="699">75496</cx:pt>
          <cx:pt idx="700">75680</cx:pt>
          <cx:pt idx="701">75685</cx:pt>
          <cx:pt idx="702">75714</cx:pt>
          <cx:pt idx="703">75741</cx:pt>
          <cx:pt idx="704">75847</cx:pt>
          <cx:pt idx="705">75895</cx:pt>
          <cx:pt idx="706">76000</cx:pt>
          <cx:pt idx="707">76005</cx:pt>
          <cx:pt idx="708">76008</cx:pt>
          <cx:pt idx="709">76057</cx:pt>
          <cx:pt idx="710">76108</cx:pt>
          <cx:pt idx="711">76192</cx:pt>
          <cx:pt idx="712">76192</cx:pt>
          <cx:pt idx="713">76192</cx:pt>
          <cx:pt idx="714">76262</cx:pt>
          <cx:pt idx="715">76353</cx:pt>
          <cx:pt idx="716">76380</cx:pt>
          <cx:pt idx="717">76381</cx:pt>
          <cx:pt idx="718">76381</cx:pt>
          <cx:pt idx="719">76429</cx:pt>
          <cx:pt idx="720">76610</cx:pt>
          <cx:pt idx="721">76637</cx:pt>
          <cx:pt idx="722">76649</cx:pt>
          <cx:pt idx="723">76666</cx:pt>
          <cx:pt idx="724">76666</cx:pt>
          <cx:pt idx="725">76666</cx:pt>
          <cx:pt idx="726">76666</cx:pt>
          <cx:pt idx="727">76676</cx:pt>
          <cx:pt idx="728">76752</cx:pt>
          <cx:pt idx="729">76804</cx:pt>
          <cx:pt idx="730">76827</cx:pt>
          <cx:pt idx="731">76890</cx:pt>
          <cx:pt idx="732">76954</cx:pt>
          <cx:pt idx="733">76977</cx:pt>
          <cx:pt idx="734">76977</cx:pt>
          <cx:pt idx="735">76977</cx:pt>
          <cx:pt idx="736">76977</cx:pt>
          <cx:pt idx="737">77044</cx:pt>
          <cx:pt idx="738">77054</cx:pt>
          <cx:pt idx="739">77074</cx:pt>
          <cx:pt idx="740">77075</cx:pt>
          <cx:pt idx="741">77075</cx:pt>
          <cx:pt idx="742">77077</cx:pt>
          <cx:pt idx="743">77078</cx:pt>
          <cx:pt idx="744">77133</cx:pt>
          <cx:pt idx="745">77143</cx:pt>
          <cx:pt idx="746">77143</cx:pt>
          <cx:pt idx="747">77143</cx:pt>
          <cx:pt idx="748">77143</cx:pt>
          <cx:pt idx="749">77143</cx:pt>
          <cx:pt idx="750">77150</cx:pt>
          <cx:pt idx="751">77181</cx:pt>
          <cx:pt idx="752">77187</cx:pt>
          <cx:pt idx="753">77259</cx:pt>
          <cx:pt idx="754">77387</cx:pt>
          <cx:pt idx="755">77388</cx:pt>
          <cx:pt idx="756">77431</cx:pt>
          <cx:pt idx="757">77445</cx:pt>
          <cx:pt idx="758">77581</cx:pt>
          <cx:pt idx="759">77588</cx:pt>
          <cx:pt idx="760">77775</cx:pt>
          <cx:pt idx="761">77941</cx:pt>
          <cx:pt idx="762">77941</cx:pt>
          <cx:pt idx="763">78083</cx:pt>
          <cx:pt idx="764">78086</cx:pt>
          <cx:pt idx="765">78111</cx:pt>
          <cx:pt idx="766">78310</cx:pt>
          <cx:pt idx="767">78345</cx:pt>
          <cx:pt idx="768">78352</cx:pt>
          <cx:pt idx="769">78513</cx:pt>
          <cx:pt idx="770">78527</cx:pt>
          <cx:pt idx="771">78596</cx:pt>
          <cx:pt idx="772">78612</cx:pt>
          <cx:pt idx="773">78667</cx:pt>
          <cx:pt idx="774">78691</cx:pt>
          <cx:pt idx="775">78876</cx:pt>
          <cx:pt idx="776">78911</cx:pt>
          <cx:pt idx="777">78980</cx:pt>
          <cx:pt idx="778">78998</cx:pt>
          <cx:pt idx="779">78999</cx:pt>
          <cx:pt idx="780">79050</cx:pt>
          <cx:pt idx="781">79054</cx:pt>
          <cx:pt idx="782">79056</cx:pt>
          <cx:pt idx="783">79139</cx:pt>
          <cx:pt idx="784">79152</cx:pt>
          <cx:pt idx="785">79170</cx:pt>
          <cx:pt idx="786">79207</cx:pt>
          <cx:pt idx="787">79269</cx:pt>
          <cx:pt idx="788">79275</cx:pt>
          <cx:pt idx="789">79343</cx:pt>
          <cx:pt idx="790">79348</cx:pt>
          <cx:pt idx="791">79373</cx:pt>
          <cx:pt idx="792">79402</cx:pt>
          <cx:pt idx="793">79419</cx:pt>
          <cx:pt idx="794">79450</cx:pt>
          <cx:pt idx="795">79458</cx:pt>
          <cx:pt idx="796">79524</cx:pt>
          <cx:pt idx="797">79598</cx:pt>
          <cx:pt idx="798">79633</cx:pt>
          <cx:pt idx="799">79657</cx:pt>
          <cx:pt idx="800">79692</cx:pt>
          <cx:pt idx="801">79775</cx:pt>
          <cx:pt idx="802">79825</cx:pt>
          <cx:pt idx="803">79833</cx:pt>
          <cx:pt idx="804">79923</cx:pt>
          <cx:pt idx="805">79978</cx:pt>
          <cx:pt idx="806">79979</cx:pt>
          <cx:pt idx="807">79987</cx:pt>
          <cx:pt idx="808">79987</cx:pt>
          <cx:pt idx="809">79989</cx:pt>
          <cx:pt idx="810">79998</cx:pt>
          <cx:pt idx="811">80000</cx:pt>
          <cx:pt idx="812">80000</cx:pt>
          <cx:pt idx="813">80000</cx:pt>
          <cx:pt idx="814">80000</cx:pt>
          <cx:pt idx="815">80000</cx:pt>
          <cx:pt idx="816">80000</cx:pt>
          <cx:pt idx="817">80000</cx:pt>
          <cx:pt idx="818">80000</cx:pt>
          <cx:pt idx="819">80000</cx:pt>
          <cx:pt idx="820">80000</cx:pt>
          <cx:pt idx="821">80000</cx:pt>
          <cx:pt idx="822">80001</cx:pt>
          <cx:pt idx="823">80005</cx:pt>
          <cx:pt idx="824">80009</cx:pt>
          <cx:pt idx="825">80012</cx:pt>
          <cx:pt idx="826">80022</cx:pt>
          <cx:pt idx="827">80025</cx:pt>
          <cx:pt idx="828">80050</cx:pt>
          <cx:pt idx="829">80061</cx:pt>
          <cx:pt idx="830">80069</cx:pt>
          <cx:pt idx="831">80069</cx:pt>
          <cx:pt idx="832">80091</cx:pt>
          <cx:pt idx="833">80125</cx:pt>
          <cx:pt idx="834">80184</cx:pt>
          <cx:pt idx="835">80257</cx:pt>
          <cx:pt idx="836">80279</cx:pt>
          <cx:pt idx="837">80449</cx:pt>
          <cx:pt idx="838">80481</cx:pt>
          <cx:pt idx="839">80502</cx:pt>
          <cx:pt idx="840">80600</cx:pt>
          <cx:pt idx="841">80616</cx:pt>
          <cx:pt idx="842">80650</cx:pt>
          <cx:pt idx="843">80650</cx:pt>
          <cx:pt idx="844">80650</cx:pt>
          <cx:pt idx="845">80650</cx:pt>
          <cx:pt idx="846">80650</cx:pt>
          <cx:pt idx="847">80650</cx:pt>
          <cx:pt idx="848">80658</cx:pt>
          <cx:pt idx="849">80658</cx:pt>
          <cx:pt idx="850">80666</cx:pt>
          <cx:pt idx="851">80670</cx:pt>
          <cx:pt idx="852">80676</cx:pt>
          <cx:pt idx="853">80730</cx:pt>
          <cx:pt idx="854">80805</cx:pt>
          <cx:pt idx="855">80851</cx:pt>
          <cx:pt idx="856">80856</cx:pt>
          <cx:pt idx="857">80908</cx:pt>
          <cx:pt idx="858">80937</cx:pt>
          <cx:pt idx="859">80939</cx:pt>
          <cx:pt idx="860">81000</cx:pt>
          <cx:pt idx="861">81025</cx:pt>
          <cx:pt idx="862">81050</cx:pt>
          <cx:pt idx="863">81073</cx:pt>
          <cx:pt idx="864">81162</cx:pt>
          <cx:pt idx="865">81173</cx:pt>
          <cx:pt idx="866">81176</cx:pt>
          <cx:pt idx="867">81176</cx:pt>
          <cx:pt idx="868">81226</cx:pt>
          <cx:pt idx="869">81256</cx:pt>
          <cx:pt idx="870">81258</cx:pt>
          <cx:pt idx="871">81260</cx:pt>
          <cx:pt idx="872">81343</cx:pt>
          <cx:pt idx="873">81344</cx:pt>
          <cx:pt idx="874">81371</cx:pt>
          <cx:pt idx="875">81379</cx:pt>
          <cx:pt idx="876">81395</cx:pt>
          <cx:pt idx="877">81508</cx:pt>
          <cx:pt idx="878">81525</cx:pt>
          <cx:pt idx="879">81534</cx:pt>
          <cx:pt idx="880">81541</cx:pt>
          <cx:pt idx="881">81732</cx:pt>
          <cx:pt idx="882">81750</cx:pt>
          <cx:pt idx="883">81816</cx:pt>
          <cx:pt idx="884">81868</cx:pt>
          <cx:pt idx="885">81875</cx:pt>
          <cx:pt idx="886">81931</cx:pt>
          <cx:pt idx="887">81933</cx:pt>
          <cx:pt idx="888">81933</cx:pt>
          <cx:pt idx="889">81951</cx:pt>
          <cx:pt idx="890">81976</cx:pt>
          <cx:pt idx="891">82056</cx:pt>
          <cx:pt idx="892">82065</cx:pt>
          <cx:pt idx="893">82198</cx:pt>
          <cx:pt idx="894">82252</cx:pt>
          <cx:pt idx="895">82284</cx:pt>
          <cx:pt idx="896">82301</cx:pt>
          <cx:pt idx="897">82301</cx:pt>
          <cx:pt idx="898">82309</cx:pt>
          <cx:pt idx="899">82460</cx:pt>
          <cx:pt idx="900">82551</cx:pt>
          <cx:pt idx="901">82551</cx:pt>
          <cx:pt idx="902">82642</cx:pt>
          <cx:pt idx="903">82642</cx:pt>
          <cx:pt idx="904">82652</cx:pt>
          <cx:pt idx="905">82709</cx:pt>
          <cx:pt idx="906">82718</cx:pt>
          <cx:pt idx="907">82748</cx:pt>
          <cx:pt idx="908">82765</cx:pt>
          <cx:pt idx="909">82797</cx:pt>
          <cx:pt idx="910">82841</cx:pt>
          <cx:pt idx="911">82919</cx:pt>
          <cx:pt idx="912">82971</cx:pt>
          <cx:pt idx="913">82973</cx:pt>
          <cx:pt idx="914">82973</cx:pt>
          <cx:pt idx="915">82987</cx:pt>
          <cx:pt idx="916">83008</cx:pt>
          <cx:pt idx="917">83158</cx:pt>
          <cx:pt idx="918">83209</cx:pt>
          <cx:pt idx="919">83217</cx:pt>
          <cx:pt idx="920">83238</cx:pt>
          <cx:pt idx="921">83273</cx:pt>
          <cx:pt idx="922">83279</cx:pt>
          <cx:pt idx="923">83281</cx:pt>
          <cx:pt idx="924">83281</cx:pt>
          <cx:pt idx="925">83287</cx:pt>
          <cx:pt idx="926">83301</cx:pt>
          <cx:pt idx="927">83316</cx:pt>
          <cx:pt idx="928">83325</cx:pt>
          <cx:pt idx="929">83330</cx:pt>
          <cx:pt idx="930">83332</cx:pt>
          <cx:pt idx="931">83333</cx:pt>
          <cx:pt idx="932">83333</cx:pt>
          <cx:pt idx="933">83333</cx:pt>
          <cx:pt idx="934">83333</cx:pt>
          <cx:pt idx="935">83333</cx:pt>
          <cx:pt idx="936">83333</cx:pt>
          <cx:pt idx="937">83333</cx:pt>
          <cx:pt idx="938">83342</cx:pt>
          <cx:pt idx="939">83399</cx:pt>
          <cx:pt idx="940">83454</cx:pt>
          <cx:pt idx="941">83457</cx:pt>
          <cx:pt idx="942">83457</cx:pt>
          <cx:pt idx="943">83548</cx:pt>
          <cx:pt idx="944">83601</cx:pt>
          <cx:pt idx="945">83621</cx:pt>
          <cx:pt idx="946">83623</cx:pt>
          <cx:pt idx="947">83648</cx:pt>
          <cx:pt idx="948">83661</cx:pt>
          <cx:pt idx="949">83685</cx:pt>
          <cx:pt idx="950">83743</cx:pt>
          <cx:pt idx="951">83766</cx:pt>
          <cx:pt idx="952">83835</cx:pt>
          <cx:pt idx="953">83845</cx:pt>
          <cx:pt idx="954">83845</cx:pt>
          <cx:pt idx="955">83845</cx:pt>
          <cx:pt idx="956">83845</cx:pt>
          <cx:pt idx="957">83845</cx:pt>
          <cx:pt idx="958">83845</cx:pt>
          <cx:pt idx="959">83854</cx:pt>
          <cx:pt idx="960">83882</cx:pt>
          <cx:pt idx="961">83923</cx:pt>
          <cx:pt idx="962">83961</cx:pt>
          <cx:pt idx="963">83967</cx:pt>
          <cx:pt idx="964">83974</cx:pt>
          <cx:pt idx="965">83990</cx:pt>
          <cx:pt idx="966">83993</cx:pt>
          <cx:pt idx="967">84030</cx:pt>
          <cx:pt idx="968">84155</cx:pt>
          <cx:pt idx="969">84166</cx:pt>
          <cx:pt idx="970">84224</cx:pt>
          <cx:pt idx="971">84246</cx:pt>
          <cx:pt idx="972">84249</cx:pt>
          <cx:pt idx="973">84259</cx:pt>
          <cx:pt idx="974">84268</cx:pt>
          <cx:pt idx="975">84333</cx:pt>
          <cx:pt idx="976">84364</cx:pt>
          <cx:pt idx="977">84381</cx:pt>
          <cx:pt idx="978">84399</cx:pt>
          <cx:pt idx="979">84435</cx:pt>
          <cx:pt idx="980">84506</cx:pt>
          <cx:pt idx="981">84520</cx:pt>
          <cx:pt idx="982">84546</cx:pt>
          <cx:pt idx="983">84593</cx:pt>
          <cx:pt idx="984">84615</cx:pt>
          <cx:pt idx="985">84659</cx:pt>
          <cx:pt idx="986">84690</cx:pt>
          <cx:pt idx="987">84791</cx:pt>
          <cx:pt idx="988">84857</cx:pt>
          <cx:pt idx="989">84857</cx:pt>
          <cx:pt idx="990">84857</cx:pt>
          <cx:pt idx="991">84857</cx:pt>
          <cx:pt idx="992">84872</cx:pt>
          <cx:pt idx="993">84910</cx:pt>
          <cx:pt idx="994">84923</cx:pt>
          <cx:pt idx="995">84939</cx:pt>
          <cx:pt idx="996">84940</cx:pt>
          <cx:pt idx="997">85000</cx:pt>
          <cx:pt idx="998">85016</cx:pt>
          <cx:pt idx="999">85030</cx:pt>
          <cx:pt idx="1000">85037</cx:pt>
          <cx:pt idx="1001">85064</cx:pt>
          <cx:pt idx="1002">85067</cx:pt>
          <cx:pt idx="1003">85078</cx:pt>
          <cx:pt idx="1004">85137</cx:pt>
          <cx:pt idx="1005">85138</cx:pt>
          <cx:pt idx="1006">85179</cx:pt>
          <cx:pt idx="1007">85227</cx:pt>
          <cx:pt idx="1008">85242</cx:pt>
          <cx:pt idx="1009">85257</cx:pt>
          <cx:pt idx="1010">85267</cx:pt>
          <cx:pt idx="1011">85411</cx:pt>
          <cx:pt idx="1012">85637</cx:pt>
          <cx:pt idx="1013">85642</cx:pt>
          <cx:pt idx="1014">85642</cx:pt>
          <cx:pt idx="1015">85710</cx:pt>
          <cx:pt idx="1016">85816</cx:pt>
          <cx:pt idx="1017">85833</cx:pt>
          <cx:pt idx="1018">85868</cx:pt>
          <cx:pt idx="1019">85987</cx:pt>
          <cx:pt idx="1020">86025</cx:pt>
          <cx:pt idx="1021">86038</cx:pt>
          <cx:pt idx="1022">86039</cx:pt>
          <cx:pt idx="1023">86045</cx:pt>
          <cx:pt idx="1024">86049</cx:pt>
          <cx:pt idx="1025">86095</cx:pt>
          <cx:pt idx="1026">86131</cx:pt>
          <cx:pt idx="1027">86175</cx:pt>
          <cx:pt idx="1028">86175</cx:pt>
          <cx:pt idx="1029">86183</cx:pt>
          <cx:pt idx="1030">86318</cx:pt>
          <cx:pt idx="1031">86399</cx:pt>
          <cx:pt idx="1032">86415</cx:pt>
          <cx:pt idx="1033">86467</cx:pt>
          <cx:pt idx="1034">86485</cx:pt>
          <cx:pt idx="1035">86485</cx:pt>
          <cx:pt idx="1036">86507</cx:pt>
          <cx:pt idx="1037">86598</cx:pt>
          <cx:pt idx="1038">86610</cx:pt>
          <cx:pt idx="1039">86636</cx:pt>
          <cx:pt idx="1040">86655</cx:pt>
          <cx:pt idx="1041">86658</cx:pt>
          <cx:pt idx="1042">86665</cx:pt>
          <cx:pt idx="1043">86666</cx:pt>
          <cx:pt idx="1044">86666</cx:pt>
          <cx:pt idx="1045">86667</cx:pt>
          <cx:pt idx="1046">86667</cx:pt>
          <cx:pt idx="1047">86683</cx:pt>
          <cx:pt idx="1048">86683</cx:pt>
          <cx:pt idx="1049">86692</cx:pt>
          <cx:pt idx="1050">86708</cx:pt>
          <cx:pt idx="1051">86767</cx:pt>
          <cx:pt idx="1052">86808</cx:pt>
          <cx:pt idx="1053">86816</cx:pt>
          <cx:pt idx="1054">86849</cx:pt>
          <cx:pt idx="1055">86908</cx:pt>
          <cx:pt idx="1056">87098</cx:pt>
          <cx:pt idx="1057">87417</cx:pt>
          <cx:pt idx="1058">87466</cx:pt>
          <cx:pt idx="1059">87496</cx:pt>
          <cx:pt idx="1060">87535</cx:pt>
          <cx:pt idx="1061">87538</cx:pt>
          <cx:pt idx="1062">87570</cx:pt>
          <cx:pt idx="1063">87572</cx:pt>
          <cx:pt idx="1064">87617</cx:pt>
          <cx:pt idx="1065">87651</cx:pt>
          <cx:pt idx="1066">87666</cx:pt>
          <cx:pt idx="1067">87679</cx:pt>
          <cx:pt idx="1068">87703</cx:pt>
          <cx:pt idx="1069">87791</cx:pt>
          <cx:pt idx="1070">87795</cx:pt>
          <cx:pt idx="1071">88059</cx:pt>
          <cx:pt idx="1072">88060</cx:pt>
          <cx:pt idx="1073">88100</cx:pt>
          <cx:pt idx="1074">88100</cx:pt>
          <cx:pt idx="1075">88125</cx:pt>
          <cx:pt idx="1076">88156</cx:pt>
          <cx:pt idx="1077">88161</cx:pt>
          <cx:pt idx="1078">88176</cx:pt>
          <cx:pt idx="1079">88232</cx:pt>
          <cx:pt idx="1080">88280</cx:pt>
          <cx:pt idx="1081">88321</cx:pt>
          <cx:pt idx="1082">88333</cx:pt>
          <cx:pt idx="1083">88465</cx:pt>
          <cx:pt idx="1084">88511</cx:pt>
          <cx:pt idx="1085">88524</cx:pt>
          <cx:pt idx="1086">88534</cx:pt>
          <cx:pt idx="1087">88535</cx:pt>
          <cx:pt idx="1088">88537</cx:pt>
          <cx:pt idx="1089">88568</cx:pt>
          <cx:pt idx="1090">88648</cx:pt>
          <cx:pt idx="1091">88666</cx:pt>
          <cx:pt idx="1092">88835</cx:pt>
          <cx:pt idx="1093">88922</cx:pt>
          <cx:pt idx="1094">88943</cx:pt>
          <cx:pt idx="1095">88966</cx:pt>
          <cx:pt idx="1096">88971</cx:pt>
          <cx:pt idx="1097">89015</cx:pt>
          <cx:pt idx="1098">89118</cx:pt>
          <cx:pt idx="1099">89118</cx:pt>
          <cx:pt idx="1100">89125</cx:pt>
          <cx:pt idx="1101">89181</cx:pt>
          <cx:pt idx="1102">89221</cx:pt>
          <cx:pt idx="1103">89283</cx:pt>
          <cx:pt idx="1104">89315</cx:pt>
          <cx:pt idx="1105">89337</cx:pt>
          <cx:pt idx="1106">89390</cx:pt>
          <cx:pt idx="1107">89400</cx:pt>
          <cx:pt idx="1108">89455</cx:pt>
          <cx:pt idx="1109">89464</cx:pt>
          <cx:pt idx="1110">89683</cx:pt>
          <cx:pt idx="1111">89745</cx:pt>
          <cx:pt idx="1112">89829</cx:pt>
          <cx:pt idx="1113">89925</cx:pt>
          <cx:pt idx="1114">89953</cx:pt>
          <cx:pt idx="1115">89978</cx:pt>
          <cx:pt idx="1116">89996</cx:pt>
          <cx:pt idx="1117">89999</cx:pt>
          <cx:pt idx="1118">90000</cx:pt>
          <cx:pt idx="1119">90000</cx:pt>
          <cx:pt idx="1120">90000</cx:pt>
          <cx:pt idx="1121">90000</cx:pt>
          <cx:pt idx="1122">90000</cx:pt>
          <cx:pt idx="1123">90000</cx:pt>
          <cx:pt idx="1124">90000</cx:pt>
          <cx:pt idx="1125">90000</cx:pt>
          <cx:pt idx="1126">90000</cx:pt>
          <cx:pt idx="1127">90000</cx:pt>
          <cx:pt idx="1128">90000</cx:pt>
          <cx:pt idx="1129">90000</cx:pt>
          <cx:pt idx="1130">90000</cx:pt>
          <cx:pt idx="1131">90000</cx:pt>
          <cx:pt idx="1132">90000</cx:pt>
          <cx:pt idx="1133">90000</cx:pt>
          <cx:pt idx="1134">90000</cx:pt>
          <cx:pt idx="1135">90000</cx:pt>
          <cx:pt idx="1136">90000</cx:pt>
          <cx:pt idx="1137">90000</cx:pt>
          <cx:pt idx="1138">90000</cx:pt>
          <cx:pt idx="1139">90000</cx:pt>
          <cx:pt idx="1140">90000</cx:pt>
          <cx:pt idx="1141">90000</cx:pt>
          <cx:pt idx="1142">90000</cx:pt>
          <cx:pt idx="1143">90000</cx:pt>
          <cx:pt idx="1144">90000</cx:pt>
          <cx:pt idx="1145">90000</cx:pt>
          <cx:pt idx="1146">90000</cx:pt>
          <cx:pt idx="1147">90000</cx:pt>
          <cx:pt idx="1148">90000</cx:pt>
          <cx:pt idx="1149">90000</cx:pt>
          <cx:pt idx="1150">90000</cx:pt>
          <cx:pt idx="1151">90000</cx:pt>
          <cx:pt idx="1152">90000</cx:pt>
          <cx:pt idx="1153">90000</cx:pt>
          <cx:pt idx="1154">90000</cx:pt>
          <cx:pt idx="1155">90000</cx:pt>
          <cx:pt idx="1156">90000</cx:pt>
          <cx:pt idx="1157">90000</cx:pt>
          <cx:pt idx="1158">90000</cx:pt>
          <cx:pt idx="1159">90001</cx:pt>
          <cx:pt idx="1160">90002</cx:pt>
          <cx:pt idx="1161">90066</cx:pt>
          <cx:pt idx="1162">90109</cx:pt>
          <cx:pt idx="1163">90150</cx:pt>
          <cx:pt idx="1164">90187</cx:pt>
          <cx:pt idx="1165">90188</cx:pt>
          <cx:pt idx="1166">90200</cx:pt>
          <cx:pt idx="1167">90211</cx:pt>
          <cx:pt idx="1168">90233</cx:pt>
          <cx:pt idx="1169">90241</cx:pt>
          <cx:pt idx="1170">90247</cx:pt>
          <cx:pt idx="1171">90311</cx:pt>
          <cx:pt idx="1172">90332</cx:pt>
          <cx:pt idx="1173">90333</cx:pt>
          <cx:pt idx="1174">90333</cx:pt>
          <cx:pt idx="1175">90387</cx:pt>
          <cx:pt idx="1176">90400</cx:pt>
          <cx:pt idx="1177">90408</cx:pt>
          <cx:pt idx="1178">90415</cx:pt>
          <cx:pt idx="1179">90441</cx:pt>
          <cx:pt idx="1180">90480</cx:pt>
          <cx:pt idx="1181">90500</cx:pt>
          <cx:pt idx="1182">90500</cx:pt>
          <cx:pt idx="1183">90526</cx:pt>
          <cx:pt idx="1184">90541</cx:pt>
          <cx:pt idx="1185">90546</cx:pt>
          <cx:pt idx="1186">90579</cx:pt>
          <cx:pt idx="1187">90605</cx:pt>
          <cx:pt idx="1188">90633</cx:pt>
          <cx:pt idx="1189">90658</cx:pt>
          <cx:pt idx="1190">90658</cx:pt>
          <cx:pt idx="1191">90685</cx:pt>
          <cx:pt idx="1192">90714</cx:pt>
          <cx:pt idx="1193">90716</cx:pt>
          <cx:pt idx="1194">90731</cx:pt>
          <cx:pt idx="1195">90733</cx:pt>
          <cx:pt idx="1196">90750</cx:pt>
          <cx:pt idx="1197">90750</cx:pt>
          <cx:pt idx="1198">90800</cx:pt>
          <cx:pt idx="1199">90828</cx:pt>
          <cx:pt idx="1200">90828</cx:pt>
          <cx:pt idx="1201">90872</cx:pt>
          <cx:pt idx="1202">90872</cx:pt>
          <cx:pt idx="1203">90983</cx:pt>
          <cx:pt idx="1204">91000</cx:pt>
          <cx:pt idx="1205">91018</cx:pt>
          <cx:pt idx="1206">91033</cx:pt>
          <cx:pt idx="1207">91033</cx:pt>
          <cx:pt idx="1208">91033</cx:pt>
          <cx:pt idx="1209">91033</cx:pt>
          <cx:pt idx="1210">91033</cx:pt>
          <cx:pt idx="1211">91033</cx:pt>
          <cx:pt idx="1212">91042</cx:pt>
          <cx:pt idx="1213">91054</cx:pt>
          <cx:pt idx="1214">91066</cx:pt>
          <cx:pt idx="1215">91084</cx:pt>
          <cx:pt idx="1216">91101</cx:pt>
          <cx:pt idx="1217">91150</cx:pt>
          <cx:pt idx="1218">91166</cx:pt>
          <cx:pt idx="1219">91177</cx:pt>
          <cx:pt idx="1220">91200</cx:pt>
          <cx:pt idx="1221">91250</cx:pt>
          <cx:pt idx="1222">91250</cx:pt>
          <cx:pt idx="1223">91350</cx:pt>
          <cx:pt idx="1224">91353</cx:pt>
          <cx:pt idx="1225">91362</cx:pt>
          <cx:pt idx="1226">91371</cx:pt>
          <cx:pt idx="1227">91375</cx:pt>
          <cx:pt idx="1228">91383</cx:pt>
          <cx:pt idx="1229">91433</cx:pt>
          <cx:pt idx="1230">91495</cx:pt>
          <cx:pt idx="1231">91500</cx:pt>
          <cx:pt idx="1232">91536</cx:pt>
          <cx:pt idx="1233">91565</cx:pt>
          <cx:pt idx="1234">91624</cx:pt>
          <cx:pt idx="1235">91649</cx:pt>
          <cx:pt idx="1236">91666</cx:pt>
          <cx:pt idx="1237">91675</cx:pt>
          <cx:pt idx="1238">91704</cx:pt>
          <cx:pt idx="1239">91716</cx:pt>
          <cx:pt idx="1240">91775</cx:pt>
          <cx:pt idx="1241">91792</cx:pt>
          <cx:pt idx="1242">91811</cx:pt>
          <cx:pt idx="1243">91843</cx:pt>
          <cx:pt idx="1244">91860</cx:pt>
          <cx:pt idx="1245">91866</cx:pt>
          <cx:pt idx="1246">91880</cx:pt>
          <cx:pt idx="1247">91891</cx:pt>
          <cx:pt idx="1248">91918</cx:pt>
          <cx:pt idx="1249">91933</cx:pt>
          <cx:pt idx="1250">91933</cx:pt>
          <cx:pt idx="1251">91933</cx:pt>
          <cx:pt idx="1252">91936</cx:pt>
          <cx:pt idx="1253">91950</cx:pt>
          <cx:pt idx="1254">92015</cx:pt>
          <cx:pt idx="1255">92083</cx:pt>
          <cx:pt idx="1256">92164</cx:pt>
          <cx:pt idx="1257">92166</cx:pt>
          <cx:pt idx="1258">92197</cx:pt>
          <cx:pt idx="1259">92222</cx:pt>
          <cx:pt idx="1260">92250</cx:pt>
          <cx:pt idx="1261">92253</cx:pt>
          <cx:pt idx="1262">92272</cx:pt>
          <cx:pt idx="1263">92437</cx:pt>
          <cx:pt idx="1264">92454</cx:pt>
          <cx:pt idx="1265">92467</cx:pt>
          <cx:pt idx="1266">92486</cx:pt>
          <cx:pt idx="1267">92500</cx:pt>
          <cx:pt idx="1268">92500</cx:pt>
          <cx:pt idx="1269">92502</cx:pt>
          <cx:pt idx="1270">92596</cx:pt>
          <cx:pt idx="1271">92650</cx:pt>
          <cx:pt idx="1272">92650</cx:pt>
          <cx:pt idx="1273">92676</cx:pt>
          <cx:pt idx="1274">92683</cx:pt>
          <cx:pt idx="1275">92752</cx:pt>
          <cx:pt idx="1276">92833</cx:pt>
          <cx:pt idx="1277">92833</cx:pt>
          <cx:pt idx="1278">92847</cx:pt>
          <cx:pt idx="1279">92879</cx:pt>
          <cx:pt idx="1280">92927</cx:pt>
          <cx:pt idx="1281">92984</cx:pt>
          <cx:pt idx="1282">93056</cx:pt>
          <cx:pt idx="1283">93074</cx:pt>
          <cx:pt idx="1284">93164</cx:pt>
          <cx:pt idx="1285">93172</cx:pt>
          <cx:pt idx="1286">93219</cx:pt>
          <cx:pt idx="1287">93230</cx:pt>
          <cx:pt idx="1288">93262</cx:pt>
          <cx:pt idx="1289">93266</cx:pt>
          <cx:pt idx="1290">93315</cx:pt>
          <cx:pt idx="1291">93315</cx:pt>
          <cx:pt idx="1292">93315</cx:pt>
          <cx:pt idx="1293">93315</cx:pt>
          <cx:pt idx="1294">93315</cx:pt>
          <cx:pt idx="1295">93315</cx:pt>
          <cx:pt idx="1296">93317</cx:pt>
          <cx:pt idx="1297">93325</cx:pt>
          <cx:pt idx="1298">93326</cx:pt>
          <cx:pt idx="1299">93327</cx:pt>
          <cx:pt idx="1300">93331</cx:pt>
          <cx:pt idx="1301">93333</cx:pt>
          <cx:pt idx="1302">93333</cx:pt>
          <cx:pt idx="1303">93334</cx:pt>
          <cx:pt idx="1304">93341</cx:pt>
          <cx:pt idx="1305">93345</cx:pt>
          <cx:pt idx="1306">93346</cx:pt>
          <cx:pt idx="1307">93404</cx:pt>
          <cx:pt idx="1308">93456</cx:pt>
          <cx:pt idx="1309">93499</cx:pt>
          <cx:pt idx="1310">93560</cx:pt>
          <cx:pt idx="1311">93578</cx:pt>
          <cx:pt idx="1312">93593</cx:pt>
          <cx:pt idx="1313">93616</cx:pt>
          <cx:pt idx="1314">93670</cx:pt>
          <cx:pt idx="1315">93681</cx:pt>
          <cx:pt idx="1316">93681</cx:pt>
          <cx:pt idx="1317">93766</cx:pt>
          <cx:pt idx="1318">93811</cx:pt>
          <cx:pt idx="1319">93825</cx:pt>
          <cx:pt idx="1320">93825</cx:pt>
          <cx:pt idx="1321">93858</cx:pt>
          <cx:pt idx="1322">93904</cx:pt>
          <cx:pt idx="1323">94016</cx:pt>
          <cx:pt idx="1324">94024</cx:pt>
          <cx:pt idx="1325">94075</cx:pt>
          <cx:pt idx="1326">94166</cx:pt>
          <cx:pt idx="1327">94170</cx:pt>
          <cx:pt idx="1328">94211</cx:pt>
          <cx:pt idx="1329">94233</cx:pt>
          <cx:pt idx="1330">94250</cx:pt>
          <cx:pt idx="1331">94252</cx:pt>
          <cx:pt idx="1332">94257</cx:pt>
          <cx:pt idx="1333">94331</cx:pt>
          <cx:pt idx="1334">94369</cx:pt>
          <cx:pt idx="1335">94369</cx:pt>
          <cx:pt idx="1336">94383</cx:pt>
          <cx:pt idx="1337">94389</cx:pt>
          <cx:pt idx="1338">94404</cx:pt>
          <cx:pt idx="1339">94447</cx:pt>
          <cx:pt idx="1340">94488</cx:pt>
          <cx:pt idx="1341">94566</cx:pt>
          <cx:pt idx="1342">94601</cx:pt>
          <cx:pt idx="1343">94607</cx:pt>
          <cx:pt idx="1344">94658</cx:pt>
          <cx:pt idx="1345">94710</cx:pt>
          <cx:pt idx="1346">94760</cx:pt>
          <cx:pt idx="1347">94763</cx:pt>
          <cx:pt idx="1348">94764</cx:pt>
          <cx:pt idx="1349">94803</cx:pt>
          <cx:pt idx="1350">94902</cx:pt>
          <cx:pt idx="1351">94916</cx:pt>
          <cx:pt idx="1352">94950</cx:pt>
          <cx:pt idx="1353">94991</cx:pt>
          <cx:pt idx="1354">95000</cx:pt>
          <cx:pt idx="1355">95000</cx:pt>
          <cx:pt idx="1356">95047</cx:pt>
          <cx:pt idx="1357">95050</cx:pt>
          <cx:pt idx="1358">95061</cx:pt>
          <cx:pt idx="1359">95083</cx:pt>
          <cx:pt idx="1360">95103</cx:pt>
          <cx:pt idx="1361">95183</cx:pt>
          <cx:pt idx="1362">95250</cx:pt>
          <cx:pt idx="1363">95263</cx:pt>
          <cx:pt idx="1364">95275</cx:pt>
          <cx:pt idx="1365">95328</cx:pt>
          <cx:pt idx="1366">95339</cx:pt>
          <cx:pt idx="1367">95348</cx:pt>
          <cx:pt idx="1368">95361</cx:pt>
          <cx:pt idx="1369">95391</cx:pt>
          <cx:pt idx="1370">95434</cx:pt>
          <cx:pt idx="1371">95451</cx:pt>
          <cx:pt idx="1372">95477</cx:pt>
          <cx:pt idx="1373">95499</cx:pt>
          <cx:pt idx="1374">95634</cx:pt>
          <cx:pt idx="1375">95634</cx:pt>
          <cx:pt idx="1376">95634</cx:pt>
          <cx:pt idx="1377">95657</cx:pt>
          <cx:pt idx="1378">95671</cx:pt>
          <cx:pt idx="1379">95693</cx:pt>
          <cx:pt idx="1380">95715</cx:pt>
          <cx:pt idx="1381">95736</cx:pt>
          <cx:pt idx="1382">95750</cx:pt>
          <cx:pt idx="1383">95862</cx:pt>
          <cx:pt idx="1384">95922</cx:pt>
          <cx:pt idx="1385">95924</cx:pt>
          <cx:pt idx="1386">95965</cx:pt>
          <cx:pt idx="1387">96012</cx:pt>
          <cx:pt idx="1388">96012</cx:pt>
          <cx:pt idx="1389">96022</cx:pt>
          <cx:pt idx="1390">96063</cx:pt>
          <cx:pt idx="1391">96106</cx:pt>
          <cx:pt idx="1392">96129</cx:pt>
          <cx:pt idx="1393">96141</cx:pt>
          <cx:pt idx="1394">96176</cx:pt>
          <cx:pt idx="1395">96216</cx:pt>
          <cx:pt idx="1396">96283</cx:pt>
          <cx:pt idx="1397">96283</cx:pt>
          <cx:pt idx="1398">96351</cx:pt>
          <cx:pt idx="1399">96422</cx:pt>
          <cx:pt idx="1400">96428</cx:pt>
          <cx:pt idx="1401">96466</cx:pt>
          <cx:pt idx="1402">96505</cx:pt>
          <cx:pt idx="1403">96533</cx:pt>
          <cx:pt idx="1404">96534</cx:pt>
          <cx:pt idx="1405">96534</cx:pt>
          <cx:pt idx="1406">96540</cx:pt>
          <cx:pt idx="1407">96615</cx:pt>
          <cx:pt idx="1408">96647</cx:pt>
          <cx:pt idx="1409">96658</cx:pt>
          <cx:pt idx="1410">96665</cx:pt>
          <cx:pt idx="1411">96666</cx:pt>
          <cx:pt idx="1412">96666</cx:pt>
          <cx:pt idx="1413">96666</cx:pt>
          <cx:pt idx="1414">96666</cx:pt>
          <cx:pt idx="1415">96666</cx:pt>
          <cx:pt idx="1416">96666</cx:pt>
          <cx:pt idx="1417">96666</cx:pt>
          <cx:pt idx="1418">96666</cx:pt>
          <cx:pt idx="1419">96666</cx:pt>
          <cx:pt idx="1420">96666</cx:pt>
          <cx:pt idx="1421">96666</cx:pt>
          <cx:pt idx="1422">96666</cx:pt>
          <cx:pt idx="1423">96666</cx:pt>
          <cx:pt idx="1424">96683</cx:pt>
          <cx:pt idx="1425">96717</cx:pt>
          <cx:pt idx="1426">96727</cx:pt>
          <cx:pt idx="1427">96750</cx:pt>
          <cx:pt idx="1428">96784</cx:pt>
          <cx:pt idx="1429">96800</cx:pt>
          <cx:pt idx="1430">96800</cx:pt>
          <cx:pt idx="1431">96800</cx:pt>
          <cx:pt idx="1432">96800</cx:pt>
          <cx:pt idx="1433">96800</cx:pt>
          <cx:pt idx="1434">96800</cx:pt>
          <cx:pt idx="1435">96800</cx:pt>
          <cx:pt idx="1436">96839</cx:pt>
          <cx:pt idx="1437">96870</cx:pt>
          <cx:pt idx="1438">97006</cx:pt>
          <cx:pt idx="1439">97020</cx:pt>
          <cx:pt idx="1440">97044</cx:pt>
          <cx:pt idx="1441">97074</cx:pt>
          <cx:pt idx="1442">97153</cx:pt>
          <cx:pt idx="1443">97186</cx:pt>
          <cx:pt idx="1444">97233</cx:pt>
          <cx:pt idx="1445">97234</cx:pt>
          <cx:pt idx="1446">97249</cx:pt>
          <cx:pt idx="1447">97281</cx:pt>
          <cx:pt idx="1448">97350</cx:pt>
          <cx:pt idx="1449">97361</cx:pt>
          <cx:pt idx="1450">97361</cx:pt>
          <cx:pt idx="1451">97361</cx:pt>
          <cx:pt idx="1452">97361</cx:pt>
          <cx:pt idx="1453">97361</cx:pt>
          <cx:pt idx="1454">97361</cx:pt>
          <cx:pt idx="1455">97370</cx:pt>
          <cx:pt idx="1456">97400</cx:pt>
          <cx:pt idx="1457">97416</cx:pt>
          <cx:pt idx="1458">97500</cx:pt>
          <cx:pt idx="1459">97527</cx:pt>
          <cx:pt idx="1460">97605</cx:pt>
          <cx:pt idx="1461">97606</cx:pt>
          <cx:pt idx="1462">97606</cx:pt>
          <cx:pt idx="1463">97632</cx:pt>
          <cx:pt idx="1464">97635</cx:pt>
          <cx:pt idx="1465">97652</cx:pt>
          <cx:pt idx="1466">97673</cx:pt>
          <cx:pt idx="1467">97678</cx:pt>
          <cx:pt idx="1468">97720</cx:pt>
          <cx:pt idx="1469">97728</cx:pt>
          <cx:pt idx="1470">97731</cx:pt>
          <cx:pt idx="1471">97731</cx:pt>
          <cx:pt idx="1472">97744</cx:pt>
          <cx:pt idx="1473">97841</cx:pt>
          <cx:pt idx="1474">97876</cx:pt>
          <cx:pt idx="1475">97923</cx:pt>
          <cx:pt idx="1476">98000</cx:pt>
          <cx:pt idx="1477">98009</cx:pt>
          <cx:pt idx="1478">98118</cx:pt>
          <cx:pt idx="1479">98175</cx:pt>
          <cx:pt idx="1480">98213</cx:pt>
          <cx:pt idx="1481">98261</cx:pt>
          <cx:pt idx="1482">98277</cx:pt>
          <cx:pt idx="1483">98278</cx:pt>
          <cx:pt idx="1484">98282</cx:pt>
          <cx:pt idx="1485">98282</cx:pt>
          <cx:pt idx="1486">98382</cx:pt>
          <cx:pt idx="1487">98483</cx:pt>
          <cx:pt idx="1488">98552</cx:pt>
          <cx:pt idx="1489">98569</cx:pt>
          <cx:pt idx="1490">98580</cx:pt>
          <cx:pt idx="1491">98583</cx:pt>
          <cx:pt idx="1492">98678</cx:pt>
          <cx:pt idx="1493">98684</cx:pt>
          <cx:pt idx="1494">98706</cx:pt>
          <cx:pt idx="1495">98733</cx:pt>
          <cx:pt idx="1496">98733</cx:pt>
          <cx:pt idx="1497">98758</cx:pt>
          <cx:pt idx="1498">98778</cx:pt>
          <cx:pt idx="1499">98800</cx:pt>
          <cx:pt idx="1500">98978</cx:pt>
          <cx:pt idx="1501">99000</cx:pt>
          <cx:pt idx="1502">99000</cx:pt>
          <cx:pt idx="1503">99009</cx:pt>
          <cx:pt idx="1504">99011</cx:pt>
          <cx:pt idx="1505">99013</cx:pt>
          <cx:pt idx="1506">99049</cx:pt>
          <cx:pt idx="1507">99132</cx:pt>
          <cx:pt idx="1508">99141</cx:pt>
          <cx:pt idx="1509">99150</cx:pt>
          <cx:pt idx="1510">99216</cx:pt>
          <cx:pt idx="1511">99244</cx:pt>
          <cx:pt idx="1512">99277</cx:pt>
          <cx:pt idx="1513">99325</cx:pt>
          <cx:pt idx="1514">99333</cx:pt>
          <cx:pt idx="1515">99334</cx:pt>
          <cx:pt idx="1516">99364</cx:pt>
          <cx:pt idx="1517">99366</cx:pt>
          <cx:pt idx="1518">99368</cx:pt>
          <cx:pt idx="1519">99369</cx:pt>
          <cx:pt idx="1520">99392</cx:pt>
          <cx:pt idx="1521">99455</cx:pt>
          <cx:pt idx="1522">99470</cx:pt>
          <cx:pt idx="1523">99498</cx:pt>
          <cx:pt idx="1524">99500</cx:pt>
          <cx:pt idx="1525">99511</cx:pt>
          <cx:pt idx="1526">99564</cx:pt>
          <cx:pt idx="1527">99564</cx:pt>
          <cx:pt idx="1528">99598</cx:pt>
          <cx:pt idx="1529">99622</cx:pt>
          <cx:pt idx="1530">99691</cx:pt>
          <cx:pt idx="1531">99691</cx:pt>
          <cx:pt idx="1532">99699</cx:pt>
          <cx:pt idx="1533">99702</cx:pt>
          <cx:pt idx="1534">99757</cx:pt>
          <cx:pt idx="1535">99761</cx:pt>
          <cx:pt idx="1536">99783</cx:pt>
          <cx:pt idx="1537">99833</cx:pt>
          <cx:pt idx="1538">99862</cx:pt>
          <cx:pt idx="1539">99881</cx:pt>
          <cx:pt idx="1540">99895</cx:pt>
          <cx:pt idx="1541">99908</cx:pt>
          <cx:pt idx="1542">99968</cx:pt>
          <cx:pt idx="1543">99972</cx:pt>
          <cx:pt idx="1544">99981</cx:pt>
          <cx:pt idx="1545">99985</cx:pt>
          <cx:pt idx="1546">99991</cx:pt>
          <cx:pt idx="1547">99991</cx:pt>
          <cx:pt idx="1548">99994</cx:pt>
          <cx:pt idx="1549">99996</cx:pt>
          <cx:pt idx="1550">99996</cx:pt>
          <cx:pt idx="1551">99996</cx:pt>
          <cx:pt idx="1552">99996</cx:pt>
          <cx:pt idx="1553">99996</cx:pt>
          <cx:pt idx="1554">99996</cx:pt>
          <cx:pt idx="1555">99997</cx:pt>
          <cx:pt idx="1556">99999</cx:pt>
          <cx:pt idx="1557">99999</cx:pt>
          <cx:pt idx="1558">99999</cx:pt>
          <cx:pt idx="1559">99999</cx:pt>
          <cx:pt idx="1560">99999</cx:pt>
          <cx:pt idx="1561">99999</cx:pt>
          <cx:pt idx="1562">100000</cx:pt>
          <cx:pt idx="1563">100000</cx:pt>
          <cx:pt idx="1564">100000</cx:pt>
          <cx:pt idx="1565">100000</cx:pt>
          <cx:pt idx="1566">100000</cx:pt>
          <cx:pt idx="1567">100000</cx:pt>
          <cx:pt idx="1568">100000</cx:pt>
          <cx:pt idx="1569">100000</cx:pt>
          <cx:pt idx="1570">100000</cx:pt>
          <cx:pt idx="1571">100000</cx:pt>
          <cx:pt idx="1572">100000</cx:pt>
          <cx:pt idx="1573">100000</cx:pt>
          <cx:pt idx="1574">100000</cx:pt>
          <cx:pt idx="1575">100000</cx:pt>
          <cx:pt idx="1576">100000</cx:pt>
          <cx:pt idx="1577">100000</cx:pt>
          <cx:pt idx="1578">100000</cx:pt>
          <cx:pt idx="1579">100000</cx:pt>
          <cx:pt idx="1580">100000</cx:pt>
          <cx:pt idx="1581">100000</cx:pt>
          <cx:pt idx="1582">100000</cx:pt>
          <cx:pt idx="1583">100000</cx:pt>
          <cx:pt idx="1584">100000</cx:pt>
          <cx:pt idx="1585">100000</cx:pt>
          <cx:pt idx="1586">100000</cx:pt>
          <cx:pt idx="1587">100000</cx:pt>
          <cx:pt idx="1588">100000</cx:pt>
          <cx:pt idx="1589">100000</cx:pt>
          <cx:pt idx="1590">100000</cx:pt>
          <cx:pt idx="1591">100000</cx:pt>
          <cx:pt idx="1592">100000</cx:pt>
          <cx:pt idx="1593">100000</cx:pt>
          <cx:pt idx="1594">100000</cx:pt>
          <cx:pt idx="1595">100000</cx:pt>
          <cx:pt idx="1596">100000</cx:pt>
          <cx:pt idx="1597">100000</cx:pt>
          <cx:pt idx="1598">100000</cx:pt>
          <cx:pt idx="1599">100000</cx:pt>
          <cx:pt idx="1600">100000</cx:pt>
          <cx:pt idx="1601">100000</cx:pt>
          <cx:pt idx="1602">100000</cx:pt>
          <cx:pt idx="1603">100000</cx:pt>
          <cx:pt idx="1604">100000</cx:pt>
          <cx:pt idx="1605">100000</cx:pt>
          <cx:pt idx="1606">100000</cx:pt>
          <cx:pt idx="1607">100000</cx:pt>
          <cx:pt idx="1608">100000</cx:pt>
          <cx:pt idx="1609">100000</cx:pt>
          <cx:pt idx="1610">100000</cx:pt>
          <cx:pt idx="1611">100000</cx:pt>
          <cx:pt idx="1612">100000</cx:pt>
          <cx:pt idx="1613">100000</cx:pt>
          <cx:pt idx="1614">100000</cx:pt>
          <cx:pt idx="1615">100008</cx:pt>
          <cx:pt idx="1616">100011</cx:pt>
          <cx:pt idx="1617">100067</cx:pt>
          <cx:pt idx="1618">100096</cx:pt>
          <cx:pt idx="1619">100106</cx:pt>
          <cx:pt idx="1620">100114</cx:pt>
          <cx:pt idx="1621">100125</cx:pt>
          <cx:pt idx="1622">100125</cx:pt>
          <cx:pt idx="1623">100133</cx:pt>
          <cx:pt idx="1624">100181</cx:pt>
          <cx:pt idx="1625">100181</cx:pt>
          <cx:pt idx="1626">100190</cx:pt>
          <cx:pt idx="1627">100221</cx:pt>
          <cx:pt idx="1628">100242</cx:pt>
          <cx:pt idx="1629">100250</cx:pt>
          <cx:pt idx="1630">100250</cx:pt>
          <cx:pt idx="1631">100254</cx:pt>
          <cx:pt idx="1632">100299</cx:pt>
          <cx:pt idx="1633">100300</cx:pt>
          <cx:pt idx="1634">100325</cx:pt>
          <cx:pt idx="1635">100356</cx:pt>
          <cx:pt idx="1636">100388</cx:pt>
          <cx:pt idx="1637">100452</cx:pt>
          <cx:pt idx="1638">100474</cx:pt>
          <cx:pt idx="1639">100487</cx:pt>
          <cx:pt idx="1640">100487</cx:pt>
          <cx:pt idx="1641">100487</cx:pt>
          <cx:pt idx="1642">100487</cx:pt>
          <cx:pt idx="1643">100575</cx:pt>
          <cx:pt idx="1644">100618</cx:pt>
          <cx:pt idx="1645">100625</cx:pt>
          <cx:pt idx="1646">100641</cx:pt>
          <cx:pt idx="1647">100715</cx:pt>
          <cx:pt idx="1648">100730</cx:pt>
          <cx:pt idx="1649">100741</cx:pt>
          <cx:pt idx="1650">100743</cx:pt>
          <cx:pt idx="1651">100746</cx:pt>
          <cx:pt idx="1652">100777</cx:pt>
          <cx:pt idx="1653">100801</cx:pt>
          <cx:pt idx="1654">100816</cx:pt>
          <cx:pt idx="1655">100829</cx:pt>
          <cx:pt idx="1656">100833</cx:pt>
          <cx:pt idx="1657">100833</cx:pt>
          <cx:pt idx="1658">100840</cx:pt>
          <cx:pt idx="1659">100844</cx:pt>
          <cx:pt idx="1660">100860</cx:pt>
          <cx:pt idx="1661">100883</cx:pt>
          <cx:pt idx="1662">100928</cx:pt>
          <cx:pt idx="1663">100928</cx:pt>
          <cx:pt idx="1664">100933</cx:pt>
          <cx:pt idx="1665">101000</cx:pt>
          <cx:pt idx="1666">101109</cx:pt>
          <cx:pt idx="1667">101126</cx:pt>
          <cx:pt idx="1668">101150</cx:pt>
          <cx:pt idx="1669">101150</cx:pt>
          <cx:pt idx="1670">101166</cx:pt>
          <cx:pt idx="1671">101170</cx:pt>
          <cx:pt idx="1672">101191</cx:pt>
          <cx:pt idx="1673">101250</cx:pt>
          <cx:pt idx="1674">101283</cx:pt>
          <cx:pt idx="1675">101304</cx:pt>
          <cx:pt idx="1676">101324</cx:pt>
          <cx:pt idx="1677">101352</cx:pt>
          <cx:pt idx="1678">101367</cx:pt>
          <cx:pt idx="1679">101422</cx:pt>
          <cx:pt idx="1680">101436</cx:pt>
          <cx:pt idx="1681">101485</cx:pt>
          <cx:pt idx="1682">101485</cx:pt>
          <cx:pt idx="1683">101506</cx:pt>
          <cx:pt idx="1684">101513</cx:pt>
          <cx:pt idx="1685">101550</cx:pt>
          <cx:pt idx="1686">101555</cx:pt>
          <cx:pt idx="1687">101583</cx:pt>
          <cx:pt idx="1688">101670</cx:pt>
          <cx:pt idx="1689">101707</cx:pt>
          <cx:pt idx="1690">101743</cx:pt>
          <cx:pt idx="1691">101750</cx:pt>
          <cx:pt idx="1692">101752</cx:pt>
          <cx:pt idx="1693">101867</cx:pt>
          <cx:pt idx="1694">101875</cx:pt>
          <cx:pt idx="1695">101916</cx:pt>
          <cx:pt idx="1696">101939</cx:pt>
          <cx:pt idx="1697">101946</cx:pt>
          <cx:pt idx="1698">101955</cx:pt>
          <cx:pt idx="1699">101974</cx:pt>
          <cx:pt idx="1700">102000</cx:pt>
          <cx:pt idx="1701">102009</cx:pt>
          <cx:pt idx="1702">102048</cx:pt>
          <cx:pt idx="1703">102065</cx:pt>
          <cx:pt idx="1704">102100</cx:pt>
          <cx:pt idx="1705">102109</cx:pt>
          <cx:pt idx="1706">102156</cx:pt>
          <cx:pt idx="1707">102156</cx:pt>
          <cx:pt idx="1708">102222</cx:pt>
          <cx:pt idx="1709">102246</cx:pt>
          <cx:pt idx="1710">102254</cx:pt>
          <cx:pt idx="1711">102271</cx:pt>
          <cx:pt idx="1712">102283</cx:pt>
          <cx:pt idx="1713">102297</cx:pt>
          <cx:pt idx="1714">102312</cx:pt>
          <cx:pt idx="1715">102312</cx:pt>
          <cx:pt idx="1716">102377</cx:pt>
          <cx:pt idx="1717">102400</cx:pt>
          <cx:pt idx="1718">102469</cx:pt>
          <cx:pt idx="1719">102469</cx:pt>
          <cx:pt idx="1720">102498</cx:pt>
          <cx:pt idx="1721">102551</cx:pt>
          <cx:pt idx="1722">102587</cx:pt>
          <cx:pt idx="1723">102587</cx:pt>
          <cx:pt idx="1724">102632</cx:pt>
          <cx:pt idx="1725">102670</cx:pt>
          <cx:pt idx="1726">102721</cx:pt>
          <cx:pt idx="1727">102721</cx:pt>
          <cx:pt idx="1728">102751</cx:pt>
          <cx:pt idx="1729">102810</cx:pt>
          <cx:pt idx="1730">102816</cx:pt>
          <cx:pt idx="1731">102857</cx:pt>
          <cx:pt idx="1732">102857</cx:pt>
          <cx:pt idx="1733">102857</cx:pt>
          <cx:pt idx="1734">102857</cx:pt>
          <cx:pt idx="1735">102857</cx:pt>
          <cx:pt idx="1736">102857</cx:pt>
          <cx:pt idx="1737">102857</cx:pt>
          <cx:pt idx="1738">102857</cx:pt>
          <cx:pt idx="1739">102857</cx:pt>
          <cx:pt idx="1740">102857</cx:pt>
          <cx:pt idx="1741">102857</cx:pt>
          <cx:pt idx="1742">102857</cx:pt>
          <cx:pt idx="1743">102857</cx:pt>
          <cx:pt idx="1744">102857</cx:pt>
          <cx:pt idx="1745">102857</cx:pt>
          <cx:pt idx="1746">102857</cx:pt>
          <cx:pt idx="1747">102857</cx:pt>
          <cx:pt idx="1748">102857</cx:pt>
          <cx:pt idx="1749">102857</cx:pt>
          <cx:pt idx="1750">102857</cx:pt>
          <cx:pt idx="1751">102857</cx:pt>
          <cx:pt idx="1752">102857</cx:pt>
          <cx:pt idx="1753">102857</cx:pt>
          <cx:pt idx="1754">102857</cx:pt>
          <cx:pt idx="1755">102857</cx:pt>
          <cx:pt idx="1756">102857</cx:pt>
          <cx:pt idx="1757">102857</cx:pt>
          <cx:pt idx="1758">102857</cx:pt>
          <cx:pt idx="1759">102857</cx:pt>
          <cx:pt idx="1760">102857</cx:pt>
          <cx:pt idx="1761">102857</cx:pt>
          <cx:pt idx="1762">102857</cx:pt>
          <cx:pt idx="1763">102857</cx:pt>
          <cx:pt idx="1764">102857</cx:pt>
          <cx:pt idx="1765">102857</cx:pt>
          <cx:pt idx="1766">102857</cx:pt>
          <cx:pt idx="1767">102857</cx:pt>
          <cx:pt idx="1768">102857</cx:pt>
          <cx:pt idx="1769">102857</cx:pt>
          <cx:pt idx="1770">102857</cx:pt>
          <cx:pt idx="1771">102857</cx:pt>
          <cx:pt idx="1772">102857</cx:pt>
          <cx:pt idx="1773">102857</cx:pt>
          <cx:pt idx="1774">102857</cx:pt>
          <cx:pt idx="1775">102857</cx:pt>
          <cx:pt idx="1776">102857</cx:pt>
          <cx:pt idx="1777">102857</cx:pt>
          <cx:pt idx="1778">102857</cx:pt>
          <cx:pt idx="1779">102857</cx:pt>
          <cx:pt idx="1780">102857</cx:pt>
          <cx:pt idx="1781">102857</cx:pt>
          <cx:pt idx="1782">102857</cx:pt>
          <cx:pt idx="1783">102857</cx:pt>
          <cx:pt idx="1784">102857</cx:pt>
          <cx:pt idx="1785">102857</cx:pt>
          <cx:pt idx="1786">102857</cx:pt>
          <cx:pt idx="1787">102857</cx:pt>
          <cx:pt idx="1788">102857</cx:pt>
          <cx:pt idx="1789">102857</cx:pt>
          <cx:pt idx="1790">102857</cx:pt>
          <cx:pt idx="1791">102857</cx:pt>
          <cx:pt idx="1792">102857</cx:pt>
          <cx:pt idx="1793">102857</cx:pt>
          <cx:pt idx="1794">102863</cx:pt>
          <cx:pt idx="1795">102865</cx:pt>
          <cx:pt idx="1796">102892</cx:pt>
          <cx:pt idx="1797">102923</cx:pt>
          <cx:pt idx="1798">102923</cx:pt>
          <cx:pt idx="1799">102923</cx:pt>
          <cx:pt idx="1800">102923</cx:pt>
          <cx:pt idx="1801">102923</cx:pt>
          <cx:pt idx="1802">102935</cx:pt>
          <cx:pt idx="1803">102940</cx:pt>
          <cx:pt idx="1804">102940</cx:pt>
          <cx:pt idx="1805">102940</cx:pt>
          <cx:pt idx="1806">102952</cx:pt>
          <cx:pt idx="1807">102973</cx:pt>
          <cx:pt idx="1808">102979</cx:pt>
          <cx:pt idx="1809">102984</cx:pt>
          <cx:pt idx="1810">102990</cx:pt>
          <cx:pt idx="1811">102990</cx:pt>
          <cx:pt idx="1812">102990</cx:pt>
          <cx:pt idx="1813">103007</cx:pt>
          <cx:pt idx="1814">103020</cx:pt>
          <cx:pt idx="1815">103023</cx:pt>
          <cx:pt idx="1816">103041</cx:pt>
          <cx:pt idx="1817">103050</cx:pt>
          <cx:pt idx="1818">103057</cx:pt>
          <cx:pt idx="1819">103071</cx:pt>
          <cx:pt idx="1820">103090</cx:pt>
          <cx:pt idx="1821">103090</cx:pt>
          <cx:pt idx="1822">103090</cx:pt>
          <cx:pt idx="1823">103118</cx:pt>
          <cx:pt idx="1824">103123</cx:pt>
          <cx:pt idx="1825">103190</cx:pt>
          <cx:pt idx="1826">103190</cx:pt>
          <cx:pt idx="1827">103190</cx:pt>
          <cx:pt idx="1828">103190</cx:pt>
          <cx:pt idx="1829">103190</cx:pt>
          <cx:pt idx="1830">103190</cx:pt>
          <cx:pt idx="1831">103201</cx:pt>
          <cx:pt idx="1832">103207</cx:pt>
          <cx:pt idx="1833">103207</cx:pt>
          <cx:pt idx="1834">103235</cx:pt>
          <cx:pt idx="1835">103243</cx:pt>
          <cx:pt idx="1836">103249</cx:pt>
          <cx:pt idx="1837">103257</cx:pt>
          <cx:pt idx="1838">103264</cx:pt>
          <cx:pt idx="1839">103266</cx:pt>
          <cx:pt idx="1840">103275</cx:pt>
          <cx:pt idx="1841">103289</cx:pt>
          <cx:pt idx="1842">103294</cx:pt>
          <cx:pt idx="1843">103309</cx:pt>
          <cx:pt idx="1844">103322</cx:pt>
          <cx:pt idx="1845">103323</cx:pt>
          <cx:pt idx="1846">103323</cx:pt>
          <cx:pt idx="1847">103331</cx:pt>
          <cx:pt idx="1848">103333</cx:pt>
          <cx:pt idx="1849">103334</cx:pt>
          <cx:pt idx="1850">103341</cx:pt>
          <cx:pt idx="1851">103350</cx:pt>
          <cx:pt idx="1852">103357</cx:pt>
          <cx:pt idx="1853">103360</cx:pt>
          <cx:pt idx="1854">103364</cx:pt>
          <cx:pt idx="1855">103376</cx:pt>
          <cx:pt idx="1856">103376</cx:pt>
          <cx:pt idx="1857">103387</cx:pt>
          <cx:pt idx="1858">103390</cx:pt>
          <cx:pt idx="1859">103407</cx:pt>
          <cx:pt idx="1860">103407</cx:pt>
          <cx:pt idx="1861">103420</cx:pt>
          <cx:pt idx="1862">103426</cx:pt>
          <cx:pt idx="1863">103440</cx:pt>
          <cx:pt idx="1864">103473</cx:pt>
          <cx:pt idx="1865">103476</cx:pt>
          <cx:pt idx="1866">103498</cx:pt>
          <cx:pt idx="1867">103498</cx:pt>
          <cx:pt idx="1868">103498</cx:pt>
          <cx:pt idx="1869">103498</cx:pt>
          <cx:pt idx="1870">103523</cx:pt>
          <cx:pt idx="1871">103523</cx:pt>
          <cx:pt idx="1872">103523</cx:pt>
          <cx:pt idx="1873">103530</cx:pt>
          <cx:pt idx="1874">103540</cx:pt>
          <cx:pt idx="1875">103550</cx:pt>
          <cx:pt idx="1876">103557</cx:pt>
          <cx:pt idx="1877">103567</cx:pt>
          <cx:pt idx="1878">103590</cx:pt>
          <cx:pt idx="1879">103607</cx:pt>
          <cx:pt idx="1880">103620</cx:pt>
          <cx:pt idx="1881">103623</cx:pt>
          <cx:pt idx="1882">103635</cx:pt>
          <cx:pt idx="1883">103651</cx:pt>
          <cx:pt idx="1884">103652</cx:pt>
          <cx:pt idx="1885">103652</cx:pt>
          <cx:pt idx="1886">103690</cx:pt>
          <cx:pt idx="1887">103690</cx:pt>
          <cx:pt idx="1888">103690</cx:pt>
          <cx:pt idx="1889">103690</cx:pt>
          <cx:pt idx="1890">103690</cx:pt>
          <cx:pt idx="1891">103690</cx:pt>
          <cx:pt idx="1892">103690</cx:pt>
          <cx:pt idx="1893">103718</cx:pt>
          <cx:pt idx="1894">103723</cx:pt>
          <cx:pt idx="1895">103773</cx:pt>
          <cx:pt idx="1896">103780</cx:pt>
          <cx:pt idx="1897">103838</cx:pt>
          <cx:pt idx="1898">103853</cx:pt>
          <cx:pt idx="1899">103857</cx:pt>
          <cx:pt idx="1900">103870</cx:pt>
          <cx:pt idx="1901">103886</cx:pt>
          <cx:pt idx="1902">103895</cx:pt>
          <cx:pt idx="1903">103899</cx:pt>
          <cx:pt idx="1904">103899</cx:pt>
          <cx:pt idx="1905">103906</cx:pt>
          <cx:pt idx="1906">103940</cx:pt>
          <cx:pt idx="1907">103940</cx:pt>
          <cx:pt idx="1908">103940</cx:pt>
          <cx:pt idx="1909">103946</cx:pt>
          <cx:pt idx="1910">103990</cx:pt>
          <cx:pt idx="1911">104000</cx:pt>
          <cx:pt idx="1912">104016</cx:pt>
          <cx:pt idx="1913">104023</cx:pt>
          <cx:pt idx="1914">104023</cx:pt>
          <cx:pt idx="1915">104027</cx:pt>
          <cx:pt idx="1916">104040</cx:pt>
          <cx:pt idx="1917">104079</cx:pt>
          <cx:pt idx="1918">104090</cx:pt>
          <cx:pt idx="1919">104140</cx:pt>
          <cx:pt idx="1920">104140</cx:pt>
          <cx:pt idx="1921">104157</cx:pt>
          <cx:pt idx="1922">104183</cx:pt>
          <cx:pt idx="1923">104190</cx:pt>
          <cx:pt idx="1924">104207</cx:pt>
          <cx:pt idx="1925">104223</cx:pt>
          <cx:pt idx="1926">104227</cx:pt>
          <cx:pt idx="1927">104273</cx:pt>
          <cx:pt idx="1928">104290</cx:pt>
          <cx:pt idx="1929">104314</cx:pt>
          <cx:pt idx="1930">104323</cx:pt>
          <cx:pt idx="1931">104328</cx:pt>
          <cx:pt idx="1932">104338</cx:pt>
          <cx:pt idx="1933">104339</cx:pt>
          <cx:pt idx="1934">104340</cx:pt>
          <cx:pt idx="1935">104353</cx:pt>
          <cx:pt idx="1936">104357</cx:pt>
          <cx:pt idx="1937">104373</cx:pt>
          <cx:pt idx="1938">104373</cx:pt>
          <cx:pt idx="1939">104423</cx:pt>
          <cx:pt idx="1940">104423</cx:pt>
          <cx:pt idx="1941">104459</cx:pt>
          <cx:pt idx="1942">104463</cx:pt>
          <cx:pt idx="1943">104465</cx:pt>
          <cx:pt idx="1944">104484</cx:pt>
          <cx:pt idx="1945">104484</cx:pt>
          <cx:pt idx="1946">104489</cx:pt>
          <cx:pt idx="1947">104520</cx:pt>
          <cx:pt idx="1948">104523</cx:pt>
          <cx:pt idx="1949">104523</cx:pt>
          <cx:pt idx="1950">104607</cx:pt>
          <cx:pt idx="1951">104617</cx:pt>
          <cx:pt idx="1952">104673</cx:pt>
          <cx:pt idx="1953">104685</cx:pt>
          <cx:pt idx="1954">104690</cx:pt>
          <cx:pt idx="1955">104723</cx:pt>
          <cx:pt idx="1956">104730</cx:pt>
          <cx:pt idx="1957">104740</cx:pt>
          <cx:pt idx="1958">104768</cx:pt>
          <cx:pt idx="1959">104783</cx:pt>
          <cx:pt idx="1960">104788</cx:pt>
          <cx:pt idx="1961">104795</cx:pt>
          <cx:pt idx="1962">104807</cx:pt>
          <cx:pt idx="1963">104823</cx:pt>
          <cx:pt idx="1964">104845</cx:pt>
          <cx:pt idx="1965">104846</cx:pt>
          <cx:pt idx="1966">104853</cx:pt>
          <cx:pt idx="1967">104857</cx:pt>
          <cx:pt idx="1968">104890</cx:pt>
          <cx:pt idx="1969">104956</cx:pt>
          <cx:pt idx="1970">104957</cx:pt>
          <cx:pt idx="1971">105000</cx:pt>
          <cx:pt idx="1972">105037</cx:pt>
          <cx:pt idx="1973">105073</cx:pt>
          <cx:pt idx="1974">105119</cx:pt>
          <cx:pt idx="1975">105124</cx:pt>
          <cx:pt idx="1976">105139</cx:pt>
          <cx:pt idx="1977">105157</cx:pt>
          <cx:pt idx="1978">105168</cx:pt>
          <cx:pt idx="1979">105177</cx:pt>
          <cx:pt idx="1980">105190</cx:pt>
          <cx:pt idx="1981">105190</cx:pt>
          <cx:pt idx="1982">105190</cx:pt>
          <cx:pt idx="1983">105221</cx:pt>
          <cx:pt idx="1984">105232</cx:pt>
          <cx:pt idx="1985">105238</cx:pt>
          <cx:pt idx="1986">105238</cx:pt>
          <cx:pt idx="1987">105238</cx:pt>
          <cx:pt idx="1988">105238</cx:pt>
          <cx:pt idx="1989">105273</cx:pt>
          <cx:pt idx="1990">105317</cx:pt>
          <cx:pt idx="1991">105327</cx:pt>
          <cx:pt idx="1992">105338</cx:pt>
          <cx:pt idx="1993">105390</cx:pt>
          <cx:pt idx="1994">105407</cx:pt>
          <cx:pt idx="1995">105444</cx:pt>
          <cx:pt idx="1996">105467</cx:pt>
          <cx:pt idx="1997">105467</cx:pt>
          <cx:pt idx="1998">105498</cx:pt>
          <cx:pt idx="1999">105499</cx:pt>
          <cx:pt idx="2000">105499</cx:pt>
          <cx:pt idx="2001">105499</cx:pt>
          <cx:pt idx="2002">105499</cx:pt>
          <cx:pt idx="2003">105598</cx:pt>
          <cx:pt idx="2004">105606</cx:pt>
          <cx:pt idx="2005">105607</cx:pt>
          <cx:pt idx="2006">105620</cx:pt>
          <cx:pt idx="2007">105630</cx:pt>
          <cx:pt idx="2008">105651</cx:pt>
          <cx:pt idx="2009">105668</cx:pt>
          <cx:pt idx="2010">105673</cx:pt>
          <cx:pt idx="2011">105690</cx:pt>
          <cx:pt idx="2012">105745</cx:pt>
          <cx:pt idx="2013">105750</cx:pt>
          <cx:pt idx="2014">105766</cx:pt>
          <cx:pt idx="2015">105790</cx:pt>
          <cx:pt idx="2016">105807</cx:pt>
          <cx:pt idx="2017">105819</cx:pt>
          <cx:pt idx="2018">105833</cx:pt>
          <cx:pt idx="2019">105857</cx:pt>
          <cx:pt idx="2020">105906</cx:pt>
          <cx:pt idx="2021">105907</cx:pt>
          <cx:pt idx="2022">105950</cx:pt>
          <cx:pt idx="2023">105977</cx:pt>
          <cx:pt idx="2024">105990</cx:pt>
          <cx:pt idx="2025">105990</cx:pt>
          <cx:pt idx="2026">106000</cx:pt>
          <cx:pt idx="2027">106027</cx:pt>
          <cx:pt idx="2028">106029</cx:pt>
          <cx:pt idx="2029">106030</cx:pt>
          <cx:pt idx="2030">106066</cx:pt>
          <cx:pt idx="2031">106107</cx:pt>
          <cx:pt idx="2032">106140</cx:pt>
          <cx:pt idx="2033">106170</cx:pt>
          <cx:pt idx="2034">106174</cx:pt>
          <cx:pt idx="2035">106190</cx:pt>
          <cx:pt idx="2036">106190</cx:pt>
          <cx:pt idx="2037">106190</cx:pt>
          <cx:pt idx="2038">106198</cx:pt>
          <cx:pt idx="2039">106250</cx:pt>
          <cx:pt idx="2040">106325</cx:pt>
          <cx:pt idx="2041">106330</cx:pt>
          <cx:pt idx="2042">106333</cx:pt>
          <cx:pt idx="2043">106390</cx:pt>
          <cx:pt idx="2044">106400</cx:pt>
          <cx:pt idx="2045">106473</cx:pt>
          <cx:pt idx="2046">106490</cx:pt>
          <cx:pt idx="2047">106521</cx:pt>
          <cx:pt idx="2048">106544</cx:pt>
          <cx:pt idx="2049">106573</cx:pt>
          <cx:pt idx="2050">106599</cx:pt>
          <cx:pt idx="2051">106607</cx:pt>
          <cx:pt idx="2052">106622</cx:pt>
          <cx:pt idx="2053">106664</cx:pt>
          <cx:pt idx="2054">106664</cx:pt>
          <cx:pt idx="2055">106664</cx:pt>
          <cx:pt idx="2056">106664</cx:pt>
          <cx:pt idx="2057">106664</cx:pt>
          <cx:pt idx="2058">106664</cx:pt>
          <cx:pt idx="2059">106665</cx:pt>
          <cx:pt idx="2060">106666</cx:pt>
          <cx:pt idx="2061">106667</cx:pt>
          <cx:pt idx="2062">106668</cx:pt>
          <cx:pt idx="2063">106669</cx:pt>
          <cx:pt idx="2064">106674</cx:pt>
          <cx:pt idx="2065">106689</cx:pt>
          <cx:pt idx="2066">106703</cx:pt>
          <cx:pt idx="2067">106723</cx:pt>
          <cx:pt idx="2068">106733</cx:pt>
          <cx:pt idx="2069">106733</cx:pt>
          <cx:pt idx="2070">106740</cx:pt>
          <cx:pt idx="2071">106783</cx:pt>
          <cx:pt idx="2072">106796</cx:pt>
          <cx:pt idx="2073">106800</cx:pt>
          <cx:pt idx="2074">106833</cx:pt>
          <cx:pt idx="2075">106857</cx:pt>
          <cx:pt idx="2076">106866</cx:pt>
          <cx:pt idx="2077">106887</cx:pt>
          <cx:pt idx="2078">106890</cx:pt>
          <cx:pt idx="2079">106890</cx:pt>
          <cx:pt idx="2080">106895</cx:pt>
          <cx:pt idx="2081">106904</cx:pt>
          <cx:pt idx="2082">106915</cx:pt>
          <cx:pt idx="2083">106950</cx:pt>
          <cx:pt idx="2084">106957</cx:pt>
          <cx:pt idx="2085">106976</cx:pt>
          <cx:pt idx="2086">107000</cx:pt>
          <cx:pt idx="2087">107000</cx:pt>
          <cx:pt idx="2088">107009</cx:pt>
          <cx:pt idx="2089">107020</cx:pt>
          <cx:pt idx="2090">107023</cx:pt>
          <cx:pt idx="2091">107072</cx:pt>
          <cx:pt idx="2092">107085</cx:pt>
          <cx:pt idx="2093">107090</cx:pt>
          <cx:pt idx="2094">107111</cx:pt>
          <cx:pt idx="2095">107189</cx:pt>
          <cx:pt idx="2096">107197</cx:pt>
          <cx:pt idx="2097">107207</cx:pt>
          <cx:pt idx="2098">107210</cx:pt>
          <cx:pt idx="2099">107233</cx:pt>
          <cx:pt idx="2100">107234</cx:pt>
          <cx:pt idx="2101">107308</cx:pt>
          <cx:pt idx="2102">107311</cx:pt>
          <cx:pt idx="2103">107333</cx:pt>
          <cx:pt idx="2104">107340</cx:pt>
          <cx:pt idx="2105">107349</cx:pt>
          <cx:pt idx="2106">107386</cx:pt>
          <cx:pt idx="2107">107441</cx:pt>
          <cx:pt idx="2108">107473</cx:pt>
          <cx:pt idx="2109">107493</cx:pt>
          <cx:pt idx="2110">107522</cx:pt>
          <cx:pt idx="2111">107607</cx:pt>
          <cx:pt idx="2112">107624</cx:pt>
          <cx:pt idx="2113">107649</cx:pt>
          <cx:pt idx="2114">107653</cx:pt>
          <cx:pt idx="2115">107683</cx:pt>
          <cx:pt idx="2116">107701</cx:pt>
          <cx:pt idx="2117">107762</cx:pt>
          <cx:pt idx="2118">107809</cx:pt>
          <cx:pt idx="2119">107840</cx:pt>
          <cx:pt idx="2120">107840</cx:pt>
          <cx:pt idx="2121">107880</cx:pt>
          <cx:pt idx="2122">107916</cx:pt>
          <cx:pt idx="2123">107938</cx:pt>
          <cx:pt idx="2124">107948</cx:pt>
          <cx:pt idx="2125">107957</cx:pt>
          <cx:pt idx="2126">107957</cx:pt>
          <cx:pt idx="2127">108031</cx:pt>
          <cx:pt idx="2128">108057</cx:pt>
          <cx:pt idx="2129">108077</cx:pt>
          <cx:pt idx="2130">108085</cx:pt>
          <cx:pt idx="2131">108090</cx:pt>
          <cx:pt idx="2132">108110</cx:pt>
          <cx:pt idx="2133">108113</cx:pt>
          <cx:pt idx="2134">108157</cx:pt>
          <cx:pt idx="2135">108190</cx:pt>
          <cx:pt idx="2136">108216</cx:pt>
          <cx:pt idx="2137">108217</cx:pt>
          <cx:pt idx="2138">108266</cx:pt>
          <cx:pt idx="2139">108273</cx:pt>
          <cx:pt idx="2140">108333</cx:pt>
          <cx:pt idx="2141">108333</cx:pt>
          <cx:pt idx="2142">108333</cx:pt>
          <cx:pt idx="2143">108355</cx:pt>
          <cx:pt idx="2144">108396</cx:pt>
          <cx:pt idx="2145">108420</cx:pt>
          <cx:pt idx="2146">108440</cx:pt>
          <cx:pt idx="2147">108450</cx:pt>
          <cx:pt idx="2148">108457</cx:pt>
          <cx:pt idx="2149">108523</cx:pt>
          <cx:pt idx="2150">108547</cx:pt>
          <cx:pt idx="2151">108595</cx:pt>
          <cx:pt idx="2152">108604</cx:pt>
          <cx:pt idx="2153">108607</cx:pt>
          <cx:pt idx="2154">108610</cx:pt>
          <cx:pt idx="2155">108615</cx:pt>
          <cx:pt idx="2156">108617</cx:pt>
          <cx:pt idx="2157">108629</cx:pt>
          <cx:pt idx="2158">108690</cx:pt>
          <cx:pt idx="2159">108690</cx:pt>
          <cx:pt idx="2160">108690</cx:pt>
          <cx:pt idx="2161">108723</cx:pt>
          <cx:pt idx="2162">108757</cx:pt>
          <cx:pt idx="2163">108781</cx:pt>
          <cx:pt idx="2164">108786</cx:pt>
          <cx:pt idx="2165">108791</cx:pt>
          <cx:pt idx="2166">108813</cx:pt>
          <cx:pt idx="2167">108813</cx:pt>
          <cx:pt idx="2168">108825</cx:pt>
          <cx:pt idx="2169">108872</cx:pt>
          <cx:pt idx="2170">108900</cx:pt>
          <cx:pt idx="2171">108923</cx:pt>
          <cx:pt idx="2172">108933</cx:pt>
          <cx:pt idx="2173">108957</cx:pt>
          <cx:pt idx="2174">108969</cx:pt>
          <cx:pt idx="2175">108970</cx:pt>
          <cx:pt idx="2176">108976</cx:pt>
          <cx:pt idx="2177">109012</cx:pt>
          <cx:pt idx="2178">109020</cx:pt>
          <cx:pt idx="2179">109021</cx:pt>
          <cx:pt idx="2180">109030</cx:pt>
          <cx:pt idx="2181">109032</cx:pt>
          <cx:pt idx="2182">109090</cx:pt>
          <cx:pt idx="2183">109105</cx:pt>
          <cx:pt idx="2184">109170</cx:pt>
          <cx:pt idx="2185">109234</cx:pt>
          <cx:pt idx="2186">109252</cx:pt>
          <cx:pt idx="2187">109266</cx:pt>
          <cx:pt idx="2188">109307</cx:pt>
          <cx:pt idx="2189">109399</cx:pt>
          <cx:pt idx="2190">109408</cx:pt>
          <cx:pt idx="2191">109408</cx:pt>
          <cx:pt idx="2192">109440</cx:pt>
          <cx:pt idx="2193">109463</cx:pt>
          <cx:pt idx="2194">109468</cx:pt>
          <cx:pt idx="2195">109523</cx:pt>
          <cx:pt idx="2196">109535</cx:pt>
          <cx:pt idx="2197">109574</cx:pt>
          <cx:pt idx="2198">109587</cx:pt>
          <cx:pt idx="2199">109590</cx:pt>
          <cx:pt idx="2200">109621</cx:pt>
          <cx:pt idx="2201">109621</cx:pt>
          <cx:pt idx="2202">109623</cx:pt>
          <cx:pt idx="2203">109666</cx:pt>
          <cx:pt idx="2204">109666</cx:pt>
          <cx:pt idx="2205">109688</cx:pt>
          <cx:pt idx="2206">109690</cx:pt>
          <cx:pt idx="2207">109727</cx:pt>
          <cx:pt idx="2208">109793</cx:pt>
          <cx:pt idx="2209">109796</cx:pt>
          <cx:pt idx="2210">109846</cx:pt>
          <cx:pt idx="2211">109857</cx:pt>
          <cx:pt idx="2212">109860</cx:pt>
          <cx:pt idx="2213">109912</cx:pt>
          <cx:pt idx="2214">109933</cx:pt>
          <cx:pt idx="2215">109936</cx:pt>
          <cx:pt idx="2216">109940</cx:pt>
          <cx:pt idx="2217">109979</cx:pt>
          <cx:pt idx="2218">110000</cx:pt>
          <cx:pt idx="2219">110000</cx:pt>
          <cx:pt idx="2220">110004</cx:pt>
          <cx:pt idx="2221">110004</cx:pt>
          <cx:pt idx="2222">110004</cx:pt>
          <cx:pt idx="2223">110012</cx:pt>
          <cx:pt idx="2224">110015</cx:pt>
          <cx:pt idx="2225">110016</cx:pt>
          <cx:pt idx="2226">110016</cx:pt>
          <cx:pt idx="2227">110029</cx:pt>
          <cx:pt idx="2228">110034</cx:pt>
          <cx:pt idx="2229">110040</cx:pt>
          <cx:pt idx="2230">110050</cx:pt>
          <cx:pt idx="2231">110057</cx:pt>
          <cx:pt idx="2232">110059</cx:pt>
          <cx:pt idx="2233">110066</cx:pt>
          <cx:pt idx="2234">110068</cx:pt>
          <cx:pt idx="2235">110108</cx:pt>
          <cx:pt idx="2236">110108</cx:pt>
          <cx:pt idx="2237">110124</cx:pt>
          <cx:pt idx="2238">110181</cx:pt>
          <cx:pt idx="2239">110206</cx:pt>
          <cx:pt idx="2240">110339</cx:pt>
          <cx:pt idx="2241">110362</cx:pt>
          <cx:pt idx="2242">110368</cx:pt>
          <cx:pt idx="2243">110383</cx:pt>
          <cx:pt idx="2244">110390</cx:pt>
          <cx:pt idx="2245">110400</cx:pt>
          <cx:pt idx="2246">110483</cx:pt>
          <cx:pt idx="2247">110502</cx:pt>
          <cx:pt idx="2248">110523</cx:pt>
          <cx:pt idx="2249">110582</cx:pt>
          <cx:pt idx="2250">110605</cx:pt>
          <cx:pt idx="2251">110639</cx:pt>
          <cx:pt idx="2252">110650</cx:pt>
          <cx:pt idx="2253">110687</cx:pt>
          <cx:pt idx="2254">110690</cx:pt>
          <cx:pt idx="2255">110690</cx:pt>
          <cx:pt idx="2256">110726</cx:pt>
          <cx:pt idx="2257">110740</cx:pt>
          <cx:pt idx="2258">110773</cx:pt>
          <cx:pt idx="2259">110792</cx:pt>
          <cx:pt idx="2260">110792</cx:pt>
          <cx:pt idx="2261">110819</cx:pt>
          <cx:pt idx="2262">110832</cx:pt>
          <cx:pt idx="2263">110833</cx:pt>
          <cx:pt idx="2264">110881</cx:pt>
          <cx:pt idx="2265">110897</cx:pt>
          <cx:pt idx="2266">110900</cx:pt>
          <cx:pt idx="2267">110900</cx:pt>
          <cx:pt idx="2268">110998</cx:pt>
          <cx:pt idx="2269">111171</cx:pt>
          <cx:pt idx="2270">111254</cx:pt>
          <cx:pt idx="2271">111266</cx:pt>
          <cx:pt idx="2272">111269</cx:pt>
          <cx:pt idx="2273">111319</cx:pt>
          <cx:pt idx="2274">111327</cx:pt>
          <cx:pt idx="2275">111335</cx:pt>
          <cx:pt idx="2276">111339</cx:pt>
          <cx:pt idx="2277">111390</cx:pt>
          <cx:pt idx="2278">111397</cx:pt>
          <cx:pt idx="2279">111458</cx:pt>
          <cx:pt idx="2280">111482</cx:pt>
          <cx:pt idx="2281">111600</cx:pt>
          <cx:pt idx="2282">111608</cx:pt>
          <cx:pt idx="2283">111619</cx:pt>
          <cx:pt idx="2284">111660</cx:pt>
          <cx:pt idx="2285">111666</cx:pt>
          <cx:pt idx="2286">111671</cx:pt>
          <cx:pt idx="2287">111672</cx:pt>
          <cx:pt idx="2288">111707</cx:pt>
          <cx:pt idx="2289">111720</cx:pt>
          <cx:pt idx="2290">111724</cx:pt>
          <cx:pt idx="2291">111728</cx:pt>
          <cx:pt idx="2292">111768</cx:pt>
          <cx:pt idx="2293">111781</cx:pt>
          <cx:pt idx="2294">111815</cx:pt>
          <cx:pt idx="2295">111821</cx:pt>
          <cx:pt idx="2296">111833</cx:pt>
          <cx:pt idx="2297">111858</cx:pt>
          <cx:pt idx="2298">111897</cx:pt>
          <cx:pt idx="2299">111973</cx:pt>
          <cx:pt idx="2300">111989</cx:pt>
          <cx:pt idx="2301">112060</cx:pt>
          <cx:pt idx="2302">112238</cx:pt>
          <cx:pt idx="2303">112282</cx:pt>
          <cx:pt idx="2304">112303</cx:pt>
          <cx:pt idx="2305">112304</cx:pt>
          <cx:pt idx="2306">112356</cx:pt>
          <cx:pt idx="2307">112379</cx:pt>
          <cx:pt idx="2308">112390</cx:pt>
          <cx:pt idx="2309">112390</cx:pt>
          <cx:pt idx="2310">112423</cx:pt>
          <cx:pt idx="2311">112432</cx:pt>
          <cx:pt idx="2312">112441</cx:pt>
          <cx:pt idx="2313">112468</cx:pt>
          <cx:pt idx="2314">112479</cx:pt>
          <cx:pt idx="2315">112507</cx:pt>
          <cx:pt idx="2316">112529</cx:pt>
          <cx:pt idx="2317">112633</cx:pt>
          <cx:pt idx="2318">112652</cx:pt>
          <cx:pt idx="2319">112690</cx:pt>
          <cx:pt idx="2320">112690</cx:pt>
          <cx:pt idx="2321">112701</cx:pt>
          <cx:pt idx="2322">112716</cx:pt>
          <cx:pt idx="2323">112765</cx:pt>
          <cx:pt idx="2324">112807</cx:pt>
          <cx:pt idx="2325">112832</cx:pt>
          <cx:pt idx="2326">112857</cx:pt>
          <cx:pt idx="2327">112858</cx:pt>
          <cx:pt idx="2328">112869</cx:pt>
          <cx:pt idx="2329">112887</cx:pt>
          <cx:pt idx="2330">112939</cx:pt>
          <cx:pt idx="2331">112943</cx:pt>
          <cx:pt idx="2332">112963</cx:pt>
          <cx:pt idx="2333">112987</cx:pt>
          <cx:pt idx="2334">113023</cx:pt>
          <cx:pt idx="2335">113057</cx:pt>
          <cx:pt idx="2336">113088</cx:pt>
          <cx:pt idx="2337">113156</cx:pt>
          <cx:pt idx="2338">113200</cx:pt>
          <cx:pt idx="2339">113216</cx:pt>
          <cx:pt idx="2340">113216</cx:pt>
          <cx:pt idx="2341">113217</cx:pt>
          <cx:pt idx="2342">113238</cx:pt>
          <cx:pt idx="2343">113243</cx:pt>
          <cx:pt idx="2344">113298</cx:pt>
          <cx:pt idx="2345">113327</cx:pt>
          <cx:pt idx="2346">113327</cx:pt>
          <cx:pt idx="2347">113328</cx:pt>
          <cx:pt idx="2348">113333</cx:pt>
          <cx:pt idx="2349">113333</cx:pt>
          <cx:pt idx="2350">113339</cx:pt>
          <cx:pt idx="2351">113366</cx:pt>
          <cx:pt idx="2352">113373</cx:pt>
          <cx:pt idx="2353">113379</cx:pt>
          <cx:pt idx="2354">113414</cx:pt>
          <cx:pt idx="2355">113450</cx:pt>
          <cx:pt idx="2356">113513</cx:pt>
          <cx:pt idx="2357">113623</cx:pt>
          <cx:pt idx="2358">113712</cx:pt>
          <cx:pt idx="2359">113723</cx:pt>
          <cx:pt idx="2360">113822</cx:pt>
          <cx:pt idx="2361">113902</cx:pt>
          <cx:pt idx="2362">113926</cx:pt>
          <cx:pt idx="2363">113939</cx:pt>
          <cx:pt idx="2364">113990</cx:pt>
          <cx:pt idx="2365">113998</cx:pt>
          <cx:pt idx="2366">114023</cx:pt>
          <cx:pt idx="2367">114040</cx:pt>
          <cx:pt idx="2368">114049</cx:pt>
          <cx:pt idx="2369">114085</cx:pt>
          <cx:pt idx="2370">114100</cx:pt>
          <cx:pt idx="2371">114106</cx:pt>
          <cx:pt idx="2372">114118</cx:pt>
          <cx:pt idx="2373">114140</cx:pt>
          <cx:pt idx="2374">114190</cx:pt>
          <cx:pt idx="2375">114207</cx:pt>
          <cx:pt idx="2376">114241</cx:pt>
          <cx:pt idx="2377">114272</cx:pt>
          <cx:pt idx="2378">114290</cx:pt>
          <cx:pt idx="2379">114339</cx:pt>
          <cx:pt idx="2380">114340</cx:pt>
          <cx:pt idx="2381">114350</cx:pt>
          <cx:pt idx="2382">114353</cx:pt>
          <cx:pt idx="2383">114523</cx:pt>
          <cx:pt idx="2384">114638</cx:pt>
          <cx:pt idx="2385">114857</cx:pt>
          <cx:pt idx="2386">114860</cx:pt>
          <cx:pt idx="2387">114870</cx:pt>
          <cx:pt idx="2388">114973</cx:pt>
          <cx:pt idx="2389">114979</cx:pt>
          <cx:pt idx="2390">114983</cx:pt>
          <cx:pt idx="2391">115070</cx:pt>
          <cx:pt idx="2392">115141</cx:pt>
          <cx:pt idx="2393">115145</cx:pt>
          <cx:pt idx="2394">115175</cx:pt>
          <cx:pt idx="2395">115190</cx:pt>
          <cx:pt idx="2396">115190</cx:pt>
          <cx:pt idx="2397">115191</cx:pt>
          <cx:pt idx="2398">115194</cx:pt>
          <cx:pt idx="2399">115210</cx:pt>
          <cx:pt idx="2400">115210</cx:pt>
          <cx:pt idx="2401">115313</cx:pt>
          <cx:pt idx="2402">115400</cx:pt>
          <cx:pt idx="2403">115411</cx:pt>
          <cx:pt idx="2404">115455</cx:pt>
          <cx:pt idx="2405">115597</cx:pt>
          <cx:pt idx="2406">115618</cx:pt>
          <cx:pt idx="2407">115642</cx:pt>
          <cx:pt idx="2408">115690</cx:pt>
          <cx:pt idx="2409">115741</cx:pt>
          <cx:pt idx="2410">115743</cx:pt>
          <cx:pt idx="2411">115743</cx:pt>
          <cx:pt idx="2412">115817</cx:pt>
          <cx:pt idx="2413">115827</cx:pt>
          <cx:pt idx="2414">115833</cx:pt>
          <cx:pt idx="2415">115838</cx:pt>
          <cx:pt idx="2416">115907</cx:pt>
          <cx:pt idx="2417">115908</cx:pt>
          <cx:pt idx="2418">115948</cx:pt>
          <cx:pt idx="2419">115955</cx:pt>
          <cx:pt idx="2420">115977</cx:pt>
          <cx:pt idx="2421">116003</cx:pt>
          <cx:pt idx="2422">116096</cx:pt>
          <cx:pt idx="2423">116140</cx:pt>
          <cx:pt idx="2424">116144</cx:pt>
          <cx:pt idx="2425">116157</cx:pt>
          <cx:pt idx="2426">116160</cx:pt>
          <cx:pt idx="2427">116176</cx:pt>
          <cx:pt idx="2428">116183</cx:pt>
          <cx:pt idx="2429">116217</cx:pt>
          <cx:pt idx="2430">116274</cx:pt>
          <cx:pt idx="2431">116297</cx:pt>
          <cx:pt idx="2432">116493</cx:pt>
          <cx:pt idx="2433">116496</cx:pt>
          <cx:pt idx="2434">116510</cx:pt>
          <cx:pt idx="2435">116540</cx:pt>
          <cx:pt idx="2436">116556</cx:pt>
          <cx:pt idx="2437">116575</cx:pt>
          <cx:pt idx="2438">116581</cx:pt>
          <cx:pt idx="2439">116590</cx:pt>
          <cx:pt idx="2440">116640</cx:pt>
          <cx:pt idx="2441">116648</cx:pt>
          <cx:pt idx="2442">116650</cx:pt>
          <cx:pt idx="2443">116657</cx:pt>
          <cx:pt idx="2444">116658</cx:pt>
          <cx:pt idx="2445">116664</cx:pt>
          <cx:pt idx="2446">116666</cx:pt>
          <cx:pt idx="2447">116666</cx:pt>
          <cx:pt idx="2448">116666</cx:pt>
          <cx:pt idx="2449">116669</cx:pt>
          <cx:pt idx="2450">116675</cx:pt>
          <cx:pt idx="2451">116677</cx:pt>
          <cx:pt idx="2452">116684</cx:pt>
          <cx:pt idx="2453">116684</cx:pt>
          <cx:pt idx="2454">116720</cx:pt>
          <cx:pt idx="2455">116729</cx:pt>
          <cx:pt idx="2456">116753</cx:pt>
          <cx:pt idx="2457">116779</cx:pt>
          <cx:pt idx="2458">116789</cx:pt>
          <cx:pt idx="2459">116790</cx:pt>
          <cx:pt idx="2460">116817</cx:pt>
          <cx:pt idx="2461">116817</cx:pt>
          <cx:pt idx="2462">116849</cx:pt>
          <cx:pt idx="2463">116863</cx:pt>
          <cx:pt idx="2464">116902</cx:pt>
          <cx:pt idx="2465">116910</cx:pt>
          <cx:pt idx="2466">116918</cx:pt>
          <cx:pt idx="2467">116952</cx:pt>
          <cx:pt idx="2468">116958</cx:pt>
          <cx:pt idx="2469">116958</cx:pt>
          <cx:pt idx="2470">116980</cx:pt>
          <cx:pt idx="2471">117012</cx:pt>
          <cx:pt idx="2472">117039</cx:pt>
          <cx:pt idx="2473">117040</cx:pt>
          <cx:pt idx="2474">117056</cx:pt>
          <cx:pt idx="2475">117057</cx:pt>
          <cx:pt idx="2476">117120</cx:pt>
          <cx:pt idx="2477">117120</cx:pt>
          <cx:pt idx="2478">117175</cx:pt>
          <cx:pt idx="2479">117192</cx:pt>
          <cx:pt idx="2480">117214</cx:pt>
          <cx:pt idx="2481">117263</cx:pt>
          <cx:pt idx="2482">117280</cx:pt>
          <cx:pt idx="2483">117323</cx:pt>
          <cx:pt idx="2484">117360</cx:pt>
          <cx:pt idx="2485">117428</cx:pt>
          <cx:pt idx="2486">117444</cx:pt>
          <cx:pt idx="2487">117449</cx:pt>
          <cx:pt idx="2488">117450</cx:pt>
          <cx:pt idx="2489">117466</cx:pt>
          <cx:pt idx="2490">117500</cx:pt>
          <cx:pt idx="2491">117502</cx:pt>
          <cx:pt idx="2492">117520</cx:pt>
          <cx:pt idx="2493">117611</cx:pt>
          <cx:pt idx="2494">117616</cx:pt>
          <cx:pt idx="2495">117627</cx:pt>
          <cx:pt idx="2496">117671</cx:pt>
          <cx:pt idx="2497">117690</cx:pt>
          <cx:pt idx="2498">117692</cx:pt>
          <cx:pt idx="2499">117732</cx:pt>
          <cx:pt idx="2500">117753</cx:pt>
          <cx:pt idx="2501">117809</cx:pt>
          <cx:pt idx="2502">117841</cx:pt>
          <cx:pt idx="2503">117874</cx:pt>
          <cx:pt idx="2504">117923</cx:pt>
          <cx:pt idx="2505">117928</cx:pt>
          <cx:pt idx="2506">118004</cx:pt>
          <cx:pt idx="2507">118011</cx:pt>
          <cx:pt idx="2508">118042</cx:pt>
          <cx:pt idx="2509">118066</cx:pt>
          <cx:pt idx="2510">118090</cx:pt>
          <cx:pt idx="2511">118177</cx:pt>
          <cx:pt idx="2512">118190</cx:pt>
          <cx:pt idx="2513">118332</cx:pt>
          <cx:pt idx="2514">118352</cx:pt>
          <cx:pt idx="2515">118399</cx:pt>
          <cx:pt idx="2516">118407</cx:pt>
          <cx:pt idx="2517">118473</cx:pt>
          <cx:pt idx="2518">118477</cx:pt>
          <cx:pt idx="2519">118480</cx:pt>
          <cx:pt idx="2520">118533</cx:pt>
          <cx:pt idx="2521">118585</cx:pt>
          <cx:pt idx="2522">118585</cx:pt>
          <cx:pt idx="2523">118600</cx:pt>
          <cx:pt idx="2524">118657</cx:pt>
          <cx:pt idx="2525">118657</cx:pt>
          <cx:pt idx="2526">118675</cx:pt>
          <cx:pt idx="2527">118690</cx:pt>
          <cx:pt idx="2528">118721</cx:pt>
          <cx:pt idx="2529">118723</cx:pt>
          <cx:pt idx="2530">118730</cx:pt>
          <cx:pt idx="2531">118819</cx:pt>
          <cx:pt idx="2532">118840</cx:pt>
          <cx:pt idx="2533">118856</cx:pt>
          <cx:pt idx="2534">118916</cx:pt>
          <cx:pt idx="2535">118986</cx:pt>
          <cx:pt idx="2536">119012</cx:pt>
          <cx:pt idx="2537">119043</cx:pt>
          <cx:pt idx="2538">119068</cx:pt>
          <cx:pt idx="2539">119106</cx:pt>
          <cx:pt idx="2540">119152</cx:pt>
          <cx:pt idx="2541">119168</cx:pt>
          <cx:pt idx="2542">119176</cx:pt>
          <cx:pt idx="2543">119176</cx:pt>
          <cx:pt idx="2544">119187</cx:pt>
          <cx:pt idx="2545">119190</cx:pt>
          <cx:pt idx="2546">119207</cx:pt>
          <cx:pt idx="2547">119207</cx:pt>
          <cx:pt idx="2548">119233</cx:pt>
          <cx:pt idx="2549">119242</cx:pt>
          <cx:pt idx="2550">119322</cx:pt>
          <cx:pt idx="2551">119333</cx:pt>
          <cx:pt idx="2552">119338</cx:pt>
          <cx:pt idx="2553">119341</cx:pt>
          <cx:pt idx="2554">119364</cx:pt>
          <cx:pt idx="2555">119377</cx:pt>
          <cx:pt idx="2556">119396</cx:pt>
          <cx:pt idx="2557">119454</cx:pt>
          <cx:pt idx="2558">119454</cx:pt>
          <cx:pt idx="2559">119457</cx:pt>
          <cx:pt idx="2560">119472</cx:pt>
          <cx:pt idx="2561">119500</cx:pt>
          <cx:pt idx="2562">119533</cx:pt>
          <cx:pt idx="2563">119594</cx:pt>
          <cx:pt idx="2564">119609</cx:pt>
          <cx:pt idx="2565">119651</cx:pt>
          <cx:pt idx="2566">119657</cx:pt>
          <cx:pt idx="2567">119673</cx:pt>
          <cx:pt idx="2568">119690</cx:pt>
          <cx:pt idx="2569">119708</cx:pt>
          <cx:pt idx="2570">119821</cx:pt>
          <cx:pt idx="2571">119824</cx:pt>
          <cx:pt idx="2572">119826</cx:pt>
          <cx:pt idx="2573">119839</cx:pt>
          <cx:pt idx="2574">119890</cx:pt>
          <cx:pt idx="2575">119895</cx:pt>
          <cx:pt idx="2576">119946</cx:pt>
          <cx:pt idx="2577">119974</cx:pt>
          <cx:pt idx="2578">119986</cx:pt>
          <cx:pt idx="2579">119998</cx:pt>
          <cx:pt idx="2580">120000</cx:pt>
          <cx:pt idx="2581">120000</cx:pt>
          <cx:pt idx="2582">120000</cx:pt>
          <cx:pt idx="2583">120000</cx:pt>
          <cx:pt idx="2584">120000</cx:pt>
          <cx:pt idx="2585">120000</cx:pt>
          <cx:pt idx="2586">120000</cx:pt>
          <cx:pt idx="2587">120000</cx:pt>
          <cx:pt idx="2588">120000</cx:pt>
          <cx:pt idx="2589">120000</cx:pt>
          <cx:pt idx="2590">120000</cx:pt>
          <cx:pt idx="2591">120000</cx:pt>
          <cx:pt idx="2592">120000</cx:pt>
          <cx:pt idx="2593">120000</cx:pt>
          <cx:pt idx="2594">120000</cx:pt>
          <cx:pt idx="2595">120000</cx:pt>
          <cx:pt idx="2596">120000</cx:pt>
          <cx:pt idx="2597">120009</cx:pt>
          <cx:pt idx="2598">120015</cx:pt>
          <cx:pt idx="2599">120025</cx:pt>
          <cx:pt idx="2600">120026</cx:pt>
          <cx:pt idx="2601">120044</cx:pt>
          <cx:pt idx="2602">120052</cx:pt>
          <cx:pt idx="2603">120057</cx:pt>
          <cx:pt idx="2604">120057</cx:pt>
          <cx:pt idx="2605">120059</cx:pt>
          <cx:pt idx="2606">120092</cx:pt>
          <cx:pt idx="2607">120096</cx:pt>
          <cx:pt idx="2608">120125</cx:pt>
          <cx:pt idx="2609">120132</cx:pt>
          <cx:pt idx="2610">120149</cx:pt>
          <cx:pt idx="2611">120152</cx:pt>
          <cx:pt idx="2612">120163</cx:pt>
          <cx:pt idx="2613">120194</cx:pt>
          <cx:pt idx="2614">120200</cx:pt>
          <cx:pt idx="2615">120275</cx:pt>
          <cx:pt idx="2616">120275</cx:pt>
          <cx:pt idx="2617">120312</cx:pt>
          <cx:pt idx="2618">120316</cx:pt>
          <cx:pt idx="2619">120391</cx:pt>
          <cx:pt idx="2620">120400</cx:pt>
          <cx:pt idx="2621">120433</cx:pt>
          <cx:pt idx="2622">120488</cx:pt>
          <cx:pt idx="2623">120573</cx:pt>
          <cx:pt idx="2624">120636</cx:pt>
          <cx:pt idx="2625">120657</cx:pt>
          <cx:pt idx="2626">120694</cx:pt>
          <cx:pt idx="2627">120718</cx:pt>
          <cx:pt idx="2628">120742</cx:pt>
          <cx:pt idx="2629">120815</cx:pt>
          <cx:pt idx="2630">120833</cx:pt>
          <cx:pt idx="2631">120853</cx:pt>
          <cx:pt idx="2632">120892</cx:pt>
          <cx:pt idx="2633">120902</cx:pt>
          <cx:pt idx="2634">120932</cx:pt>
          <cx:pt idx="2635">121000</cx:pt>
          <cx:pt idx="2636">121000</cx:pt>
          <cx:pt idx="2637">121062</cx:pt>
          <cx:pt idx="2638">121093</cx:pt>
          <cx:pt idx="2639">121138</cx:pt>
          <cx:pt idx="2640">121183</cx:pt>
          <cx:pt idx="2641">121190</cx:pt>
          <cx:pt idx="2642">121196</cx:pt>
          <cx:pt idx="2643">121250</cx:pt>
          <cx:pt idx="2644">121264</cx:pt>
          <cx:pt idx="2645">121326</cx:pt>
          <cx:pt idx="2646">121356</cx:pt>
          <cx:pt idx="2647">121372</cx:pt>
          <cx:pt idx="2648">121383</cx:pt>
          <cx:pt idx="2649">121416</cx:pt>
          <cx:pt idx="2650">121416</cx:pt>
          <cx:pt idx="2651">121435</cx:pt>
          <cx:pt idx="2652">121475</cx:pt>
          <cx:pt idx="2653">121583</cx:pt>
          <cx:pt idx="2654">121611</cx:pt>
          <cx:pt idx="2655">121611</cx:pt>
          <cx:pt idx="2656">121611</cx:pt>
          <cx:pt idx="2657">121625</cx:pt>
          <cx:pt idx="2658">121640</cx:pt>
          <cx:pt idx="2659">121649</cx:pt>
          <cx:pt idx="2660">121663</cx:pt>
          <cx:pt idx="2661">121666</cx:pt>
          <cx:pt idx="2662">121668</cx:pt>
          <cx:pt idx="2663">121698</cx:pt>
          <cx:pt idx="2664">121723</cx:pt>
          <cx:pt idx="2665">121771</cx:pt>
          <cx:pt idx="2666">121828</cx:pt>
          <cx:pt idx="2667">121840</cx:pt>
          <cx:pt idx="2668">121848</cx:pt>
          <cx:pt idx="2669">121848</cx:pt>
          <cx:pt idx="2670">121861</cx:pt>
          <cx:pt idx="2671">121871</cx:pt>
          <cx:pt idx="2672">121873</cx:pt>
          <cx:pt idx="2673">122032</cx:pt>
          <cx:pt idx="2674">122043</cx:pt>
          <cx:pt idx="2675">122058</cx:pt>
          <cx:pt idx="2676">122091</cx:pt>
          <cx:pt idx="2677">122154</cx:pt>
          <cx:pt idx="2678">122166</cx:pt>
          <cx:pt idx="2679">122190</cx:pt>
          <cx:pt idx="2680">122193</cx:pt>
          <cx:pt idx="2681">122219</cx:pt>
          <cx:pt idx="2682">122290</cx:pt>
          <cx:pt idx="2683">122306</cx:pt>
          <cx:pt idx="2684">122313</cx:pt>
          <cx:pt idx="2685">122333</cx:pt>
          <cx:pt idx="2686">122345</cx:pt>
          <cx:pt idx="2687">122366</cx:pt>
          <cx:pt idx="2688">122372</cx:pt>
          <cx:pt idx="2689">122407</cx:pt>
          <cx:pt idx="2690">122433</cx:pt>
          <cx:pt idx="2691">122444</cx:pt>
          <cx:pt idx="2692">122460</cx:pt>
          <cx:pt idx="2693">122484</cx:pt>
          <cx:pt idx="2694">122489</cx:pt>
          <cx:pt idx="2695">122489</cx:pt>
          <cx:pt idx="2696">122500</cx:pt>
          <cx:pt idx="2697">122523</cx:pt>
          <cx:pt idx="2698">122550</cx:pt>
          <cx:pt idx="2699">122611</cx:pt>
          <cx:pt idx="2700">122628</cx:pt>
          <cx:pt idx="2701">122667</cx:pt>
          <cx:pt idx="2702">122667</cx:pt>
          <cx:pt idx="2703">122675</cx:pt>
          <cx:pt idx="2704">122693</cx:pt>
          <cx:pt idx="2705">122701</cx:pt>
          <cx:pt idx="2706">122717</cx:pt>
          <cx:pt idx="2707">122758</cx:pt>
          <cx:pt idx="2708">122847</cx:pt>
          <cx:pt idx="2709">122867</cx:pt>
          <cx:pt idx="2710">122912</cx:pt>
          <cx:pt idx="2711">122921</cx:pt>
          <cx:pt idx="2712">122969</cx:pt>
          <cx:pt idx="2713">122969</cx:pt>
          <cx:pt idx="2714">122971</cx:pt>
          <cx:pt idx="2715">123000</cx:pt>
          <cx:pt idx="2716">123030</cx:pt>
          <cx:pt idx="2717">123037</cx:pt>
          <cx:pt idx="2718">123053</cx:pt>
          <cx:pt idx="2719">123111</cx:pt>
          <cx:pt idx="2720">123140</cx:pt>
          <cx:pt idx="2721">123148</cx:pt>
          <cx:pt idx="2722">123172</cx:pt>
          <cx:pt idx="2723">123315</cx:pt>
          <cx:pt idx="2724">123315</cx:pt>
          <cx:pt idx="2725">123315</cx:pt>
          <cx:pt idx="2726">123315</cx:pt>
          <cx:pt idx="2727">123315</cx:pt>
          <cx:pt idx="2728">123315</cx:pt>
          <cx:pt idx="2729">123315</cx:pt>
          <cx:pt idx="2730">123316</cx:pt>
          <cx:pt idx="2731">123316</cx:pt>
          <cx:pt idx="2732">123317</cx:pt>
          <cx:pt idx="2733">123325</cx:pt>
          <cx:pt idx="2734">123333</cx:pt>
          <cx:pt idx="2735">123333</cx:pt>
          <cx:pt idx="2736">123340</cx:pt>
          <cx:pt idx="2737">123340</cx:pt>
          <cx:pt idx="2738">123340</cx:pt>
          <cx:pt idx="2739">123340</cx:pt>
          <cx:pt idx="2740">123340</cx:pt>
          <cx:pt idx="2741">123340</cx:pt>
          <cx:pt idx="2742">123369</cx:pt>
          <cx:pt idx="2743">123400</cx:pt>
          <cx:pt idx="2744">123402</cx:pt>
          <cx:pt idx="2745">123418</cx:pt>
          <cx:pt idx="2746">123474</cx:pt>
          <cx:pt idx="2747">123484</cx:pt>
          <cx:pt idx="2748">123549</cx:pt>
          <cx:pt idx="2749">123552</cx:pt>
          <cx:pt idx="2750">123587</cx:pt>
          <cx:pt idx="2751">123623</cx:pt>
          <cx:pt idx="2752">123690</cx:pt>
          <cx:pt idx="2753">123706</cx:pt>
          <cx:pt idx="2754">123709</cx:pt>
          <cx:pt idx="2755">123722</cx:pt>
          <cx:pt idx="2756">123793</cx:pt>
          <cx:pt idx="2757">123803</cx:pt>
          <cx:pt idx="2758">123807</cx:pt>
          <cx:pt idx="2759">123814</cx:pt>
          <cx:pt idx="2760">123836</cx:pt>
          <cx:pt idx="2761">123891</cx:pt>
          <cx:pt idx="2762">123935</cx:pt>
          <cx:pt idx="2763">123941</cx:pt>
          <cx:pt idx="2764">123971</cx:pt>
          <cx:pt idx="2765">123990</cx:pt>
          <cx:pt idx="2766">124007</cx:pt>
          <cx:pt idx="2767">124007</cx:pt>
          <cx:pt idx="2768">124033</cx:pt>
          <cx:pt idx="2769">124061</cx:pt>
          <cx:pt idx="2770">124062</cx:pt>
          <cx:pt idx="2771">124072</cx:pt>
          <cx:pt idx="2772">124083</cx:pt>
          <cx:pt idx="2773">124096</cx:pt>
          <cx:pt idx="2774">124203</cx:pt>
          <cx:pt idx="2775">124343</cx:pt>
          <cx:pt idx="2776">124350</cx:pt>
          <cx:pt idx="2777">124363</cx:pt>
          <cx:pt idx="2778">124363</cx:pt>
          <cx:pt idx="2779">124394</cx:pt>
          <cx:pt idx="2780">124408</cx:pt>
          <cx:pt idx="2781">124551</cx:pt>
          <cx:pt idx="2782">124574</cx:pt>
          <cx:pt idx="2783">124614</cx:pt>
          <cx:pt idx="2784">124675</cx:pt>
          <cx:pt idx="2785">124681</cx:pt>
          <cx:pt idx="2786">124792</cx:pt>
          <cx:pt idx="2787">124792</cx:pt>
          <cx:pt idx="2788">124792</cx:pt>
          <cx:pt idx="2789">124792</cx:pt>
          <cx:pt idx="2790">124832</cx:pt>
          <cx:pt idx="2791">124856</cx:pt>
          <cx:pt idx="2792">124896</cx:pt>
          <cx:pt idx="2793">124988</cx:pt>
          <cx:pt idx="2794">125000</cx:pt>
          <cx:pt idx="2795">125000</cx:pt>
          <cx:pt idx="2796">125000</cx:pt>
          <cx:pt idx="2797">125000</cx:pt>
          <cx:pt idx="2798">125000</cx:pt>
          <cx:pt idx="2799">125000</cx:pt>
          <cx:pt idx="2800">125000</cx:pt>
          <cx:pt idx="2801">125000</cx:pt>
          <cx:pt idx="2802">125000</cx:pt>
          <cx:pt idx="2803">125000</cx:pt>
          <cx:pt idx="2804">125000</cx:pt>
          <cx:pt idx="2805">125000</cx:pt>
          <cx:pt idx="2806">125000</cx:pt>
          <cx:pt idx="2807">125000</cx:pt>
          <cx:pt idx="2808">125016</cx:pt>
          <cx:pt idx="2809">125063</cx:pt>
          <cx:pt idx="2810">125068</cx:pt>
          <cx:pt idx="2811">125099</cx:pt>
          <cx:pt idx="2812">125144</cx:pt>
          <cx:pt idx="2813">125149</cx:pt>
          <cx:pt idx="2814">125149</cx:pt>
          <cx:pt idx="2815">125149</cx:pt>
          <cx:pt idx="2816">125166</cx:pt>
          <cx:pt idx="2817">125176</cx:pt>
          <cx:pt idx="2818">125180</cx:pt>
          <cx:pt idx="2819">125181</cx:pt>
          <cx:pt idx="2820">125208</cx:pt>
          <cx:pt idx="2821">125208</cx:pt>
          <cx:pt idx="2822">125208</cx:pt>
          <cx:pt idx="2823">125208</cx:pt>
          <cx:pt idx="2824">125208</cx:pt>
          <cx:pt idx="2825">125208</cx:pt>
          <cx:pt idx="2826">125208</cx:pt>
          <cx:pt idx="2827">125208</cx:pt>
          <cx:pt idx="2828">125208</cx:pt>
          <cx:pt idx="2829">125215</cx:pt>
          <cx:pt idx="2830">125215</cx:pt>
          <cx:pt idx="2831">125265</cx:pt>
          <cx:pt idx="2832">125293</cx:pt>
          <cx:pt idx="2833">125293</cx:pt>
          <cx:pt idx="2834">125293</cx:pt>
          <cx:pt idx="2835">125293</cx:pt>
          <cx:pt idx="2836">125293</cx:pt>
          <cx:pt idx="2837">125293</cx:pt>
          <cx:pt idx="2838">125293</cx:pt>
          <cx:pt idx="2839">125293</cx:pt>
          <cx:pt idx="2840">125293</cx:pt>
          <cx:pt idx="2841">125293</cx:pt>
          <cx:pt idx="2842">125293</cx:pt>
          <cx:pt idx="2843">125293</cx:pt>
          <cx:pt idx="2844">125308</cx:pt>
          <cx:pt idx="2845">125334</cx:pt>
          <cx:pt idx="2846">125340</cx:pt>
          <cx:pt idx="2847">125343</cx:pt>
          <cx:pt idx="2848">125353</cx:pt>
          <cx:pt idx="2849">125382</cx:pt>
          <cx:pt idx="2850">125447</cx:pt>
          <cx:pt idx="2851">125454</cx:pt>
          <cx:pt idx="2852">125459</cx:pt>
          <cx:pt idx="2853">125463</cx:pt>
          <cx:pt idx="2854">125470</cx:pt>
          <cx:pt idx="2855">125484</cx:pt>
          <cx:pt idx="2856">125500</cx:pt>
          <cx:pt idx="2857">125500</cx:pt>
          <cx:pt idx="2858">125523</cx:pt>
          <cx:pt idx="2859">125600</cx:pt>
          <cx:pt idx="2860">125696</cx:pt>
          <cx:pt idx="2861">125702</cx:pt>
          <cx:pt idx="2862">125800</cx:pt>
          <cx:pt idx="2863">125833</cx:pt>
          <cx:pt idx="2864">125850</cx:pt>
          <cx:pt idx="2865">125876</cx:pt>
          <cx:pt idx="2866">125967</cx:pt>
          <cx:pt idx="2867">125976</cx:pt>
          <cx:pt idx="2868">126000</cx:pt>
          <cx:pt idx="2869">126018</cx:pt>
          <cx:pt idx="2870">126020</cx:pt>
          <cx:pt idx="2871">126033</cx:pt>
          <cx:pt idx="2872">126044</cx:pt>
          <cx:pt idx="2873">126051</cx:pt>
          <cx:pt idx="2874">126083</cx:pt>
          <cx:pt idx="2875">126172</cx:pt>
          <cx:pt idx="2876">126187</cx:pt>
          <cx:pt idx="2877">126224</cx:pt>
          <cx:pt idx="2878">126233</cx:pt>
          <cx:pt idx="2879">126280</cx:pt>
          <cx:pt idx="2880">126290</cx:pt>
          <cx:pt idx="2881">126327</cx:pt>
          <cx:pt idx="2882">126333</cx:pt>
          <cx:pt idx="2883">126345</cx:pt>
          <cx:pt idx="2884">126345</cx:pt>
          <cx:pt idx="2885">126378</cx:pt>
          <cx:pt idx="2886">126419</cx:pt>
          <cx:pt idx="2887">126445</cx:pt>
          <cx:pt idx="2888">126500</cx:pt>
          <cx:pt idx="2889">126504</cx:pt>
          <cx:pt idx="2890">126562</cx:pt>
          <cx:pt idx="2891">126606</cx:pt>
          <cx:pt idx="2892">126606</cx:pt>
          <cx:pt idx="2893">126620</cx:pt>
          <cx:pt idx="2894">126666</cx:pt>
          <cx:pt idx="2895">126666</cx:pt>
          <cx:pt idx="2896">126666</cx:pt>
          <cx:pt idx="2897">126666</cx:pt>
          <cx:pt idx="2898">126666</cx:pt>
          <cx:pt idx="2899">126666</cx:pt>
          <cx:pt idx="2900">126666</cx:pt>
          <cx:pt idx="2901">126668</cx:pt>
          <cx:pt idx="2902">126669</cx:pt>
          <cx:pt idx="2903">126676</cx:pt>
          <cx:pt idx="2904">126676</cx:pt>
          <cx:pt idx="2905">126715</cx:pt>
          <cx:pt idx="2906">126745</cx:pt>
          <cx:pt idx="2907">126756</cx:pt>
          <cx:pt idx="2908">126762</cx:pt>
          <cx:pt idx="2909">126778</cx:pt>
          <cx:pt idx="2910">126791</cx:pt>
          <cx:pt idx="2911">126806</cx:pt>
          <cx:pt idx="2912">126921</cx:pt>
          <cx:pt idx="2913">126956</cx:pt>
          <cx:pt idx="2914">126999</cx:pt>
          <cx:pt idx="2915">126999</cx:pt>
          <cx:pt idx="2916">126999</cx:pt>
          <cx:pt idx="2917">126999</cx:pt>
          <cx:pt idx="2918">126999</cx:pt>
          <cx:pt idx="2919">126999</cx:pt>
          <cx:pt idx="2920">127007</cx:pt>
          <cx:pt idx="2921">127008</cx:pt>
          <cx:pt idx="2922">127067</cx:pt>
          <cx:pt idx="2923">127100</cx:pt>
          <cx:pt idx="2924">127102</cx:pt>
          <cx:pt idx="2925">127124</cx:pt>
          <cx:pt idx="2926">127130</cx:pt>
          <cx:pt idx="2927">127153</cx:pt>
          <cx:pt idx="2928">127199</cx:pt>
          <cx:pt idx="2929">127199</cx:pt>
          <cx:pt idx="2930">127218</cx:pt>
          <cx:pt idx="2931">127255</cx:pt>
          <cx:pt idx="2932">127259</cx:pt>
          <cx:pt idx="2933">127264</cx:pt>
          <cx:pt idx="2934">127280</cx:pt>
          <cx:pt idx="2935">127288</cx:pt>
          <cx:pt idx="2936">127357</cx:pt>
          <cx:pt idx="2937">127386</cx:pt>
          <cx:pt idx="2938">127392</cx:pt>
          <cx:pt idx="2939">127392</cx:pt>
          <cx:pt idx="2940">127392</cx:pt>
          <cx:pt idx="2941">127392</cx:pt>
          <cx:pt idx="2942">127392</cx:pt>
          <cx:pt idx="2943">127392</cx:pt>
          <cx:pt idx="2944">127420</cx:pt>
          <cx:pt idx="2945">127451</cx:pt>
          <cx:pt idx="2946">127465</cx:pt>
          <cx:pt idx="2947">127521</cx:pt>
          <cx:pt idx="2948">127532</cx:pt>
          <cx:pt idx="2949">127549</cx:pt>
          <cx:pt idx="2950">127558</cx:pt>
          <cx:pt idx="2951">127579</cx:pt>
          <cx:pt idx="2952">127653</cx:pt>
          <cx:pt idx="2953">127690</cx:pt>
          <cx:pt idx="2954">127705</cx:pt>
          <cx:pt idx="2955">127715</cx:pt>
          <cx:pt idx="2956">127749</cx:pt>
          <cx:pt idx="2957">127757</cx:pt>
          <cx:pt idx="2958">127774</cx:pt>
          <cx:pt idx="2959">127776</cx:pt>
          <cx:pt idx="2960">127927</cx:pt>
          <cx:pt idx="2961">127985</cx:pt>
          <cx:pt idx="2962">128007</cx:pt>
          <cx:pt idx="2963">128065</cx:pt>
          <cx:pt idx="2964">128065</cx:pt>
          <cx:pt idx="2965">128065</cx:pt>
          <cx:pt idx="2966">128116</cx:pt>
          <cx:pt idx="2967">128139</cx:pt>
          <cx:pt idx="2968">128150</cx:pt>
          <cx:pt idx="2969">128311</cx:pt>
          <cx:pt idx="2970">128317</cx:pt>
          <cx:pt idx="2971">128350</cx:pt>
          <cx:pt idx="2972">128387</cx:pt>
          <cx:pt idx="2973">128460</cx:pt>
          <cx:pt idx="2974">128490</cx:pt>
          <cx:pt idx="2975">128490</cx:pt>
          <cx:pt idx="2976">128571</cx:pt>
          <cx:pt idx="2977">128571</cx:pt>
          <cx:pt idx="2978">128571</cx:pt>
          <cx:pt idx="2979">128666</cx:pt>
          <cx:pt idx="2980">128666</cx:pt>
          <cx:pt idx="2981">128691</cx:pt>
          <cx:pt idx="2982">128715</cx:pt>
          <cx:pt idx="2983">128776</cx:pt>
          <cx:pt idx="2984">128851</cx:pt>
          <cx:pt idx="2985">128887</cx:pt>
          <cx:pt idx="2986">128927</cx:pt>
          <cx:pt idx="2987">128932</cx:pt>
          <cx:pt idx="2988">128940</cx:pt>
          <cx:pt idx="2989">128953</cx:pt>
          <cx:pt idx="2990">129007</cx:pt>
          <cx:pt idx="2991">129050</cx:pt>
          <cx:pt idx="2992">129057</cx:pt>
          <cx:pt idx="2993">129076</cx:pt>
          <cx:pt idx="2994">129164</cx:pt>
          <cx:pt idx="2995">129175</cx:pt>
          <cx:pt idx="2996">129217</cx:pt>
          <cx:pt idx="2997">129262</cx:pt>
          <cx:pt idx="2998">129283</cx:pt>
          <cx:pt idx="2999">129316</cx:pt>
          <cx:pt idx="3000">129320</cx:pt>
          <cx:pt idx="3001">129333</cx:pt>
          <cx:pt idx="3002">129393</cx:pt>
          <cx:pt idx="3003">129484</cx:pt>
          <cx:pt idx="3004">129516</cx:pt>
          <cx:pt idx="3005">129546</cx:pt>
          <cx:pt idx="3006">129548</cx:pt>
          <cx:pt idx="3007">129549</cx:pt>
          <cx:pt idx="3008">129640</cx:pt>
          <cx:pt idx="3009">129722</cx:pt>
          <cx:pt idx="3010">129734</cx:pt>
          <cx:pt idx="3011">129740</cx:pt>
          <cx:pt idx="3012">129782</cx:pt>
          <cx:pt idx="3013">129849</cx:pt>
          <cx:pt idx="3014">129850</cx:pt>
          <cx:pt idx="3015">129885</cx:pt>
          <cx:pt idx="3016">129924</cx:pt>
          <cx:pt idx="3017">129925</cx:pt>
          <cx:pt idx="3018">129941</cx:pt>
          <cx:pt idx="3019">129972</cx:pt>
          <cx:pt idx="3020">129983</cx:pt>
          <cx:pt idx="3021">129988</cx:pt>
          <cx:pt idx="3022">129998</cx:pt>
          <cx:pt idx="3023">130000</cx:pt>
          <cx:pt idx="3024">130002</cx:pt>
          <cx:pt idx="3025">130005</cx:pt>
          <cx:pt idx="3026">130011</cx:pt>
          <cx:pt idx="3027">130023</cx:pt>
          <cx:pt idx="3028">130025</cx:pt>
          <cx:pt idx="3029">130031</cx:pt>
          <cx:pt idx="3030">130053</cx:pt>
          <cx:pt idx="3031">130099</cx:pt>
          <cx:pt idx="3032">130099</cx:pt>
          <cx:pt idx="3033">130115</cx:pt>
          <cx:pt idx="3034">130156</cx:pt>
          <cx:pt idx="3035">130222</cx:pt>
          <cx:pt idx="3036">130232</cx:pt>
          <cx:pt idx="3037">130271</cx:pt>
          <cx:pt idx="3038">130298</cx:pt>
          <cx:pt idx="3039">130309</cx:pt>
          <cx:pt idx="3040">130330</cx:pt>
          <cx:pt idx="3041">130339</cx:pt>
          <cx:pt idx="3042">130374</cx:pt>
          <cx:pt idx="3043">130390</cx:pt>
          <cx:pt idx="3044">130430</cx:pt>
          <cx:pt idx="3045">130434</cx:pt>
          <cx:pt idx="3046">130436</cx:pt>
          <cx:pt idx="3047">130437</cx:pt>
          <cx:pt idx="3048">130467</cx:pt>
          <cx:pt idx="3049">130477</cx:pt>
          <cx:pt idx="3050">130477</cx:pt>
          <cx:pt idx="3051">130569</cx:pt>
          <cx:pt idx="3052">130571</cx:pt>
          <cx:pt idx="3053">130580</cx:pt>
          <cx:pt idx="3054">130589</cx:pt>
          <cx:pt idx="3055">130624</cx:pt>
          <cx:pt idx="3056">130645</cx:pt>
          <cx:pt idx="3057">130805</cx:pt>
          <cx:pt idx="3058">130857</cx:pt>
          <cx:pt idx="3059">130873</cx:pt>
          <cx:pt idx="3060">131000</cx:pt>
          <cx:pt idx="3061">131154</cx:pt>
          <cx:pt idx="3062">131166</cx:pt>
          <cx:pt idx="3063">131201</cx:pt>
          <cx:pt idx="3064">131340</cx:pt>
          <cx:pt idx="3065">131384</cx:pt>
          <cx:pt idx="3066">131555</cx:pt>
          <cx:pt idx="3067">131595</cx:pt>
          <cx:pt idx="3068">131625</cx:pt>
          <cx:pt idx="3069">131661</cx:pt>
          <cx:pt idx="3070">131661</cx:pt>
          <cx:pt idx="3071">131663</cx:pt>
          <cx:pt idx="3072">131803</cx:pt>
          <cx:pt idx="3073">131929</cx:pt>
          <cx:pt idx="3074">132000</cx:pt>
          <cx:pt idx="3075">132067</cx:pt>
          <cx:pt idx="3076">132072</cx:pt>
          <cx:pt idx="3077">132150</cx:pt>
          <cx:pt idx="3078">132207</cx:pt>
          <cx:pt idx="3079">132262</cx:pt>
          <cx:pt idx="3080">132305</cx:pt>
          <cx:pt idx="3081">132333</cx:pt>
          <cx:pt idx="3082">132336</cx:pt>
          <cx:pt idx="3083">132377</cx:pt>
          <cx:pt idx="3084">132377</cx:pt>
          <cx:pt idx="3085">132377</cx:pt>
          <cx:pt idx="3086">132377</cx:pt>
          <cx:pt idx="3087">132450</cx:pt>
          <cx:pt idx="3088">132450</cx:pt>
          <cx:pt idx="3089">132482</cx:pt>
          <cx:pt idx="3090">132500</cx:pt>
          <cx:pt idx="3091">132552</cx:pt>
          <cx:pt idx="3092">132579</cx:pt>
          <cx:pt idx="3093">132580</cx:pt>
          <cx:pt idx="3094">132588</cx:pt>
          <cx:pt idx="3095">132639</cx:pt>
          <cx:pt idx="3096">132663</cx:pt>
          <cx:pt idx="3097">132747</cx:pt>
          <cx:pt idx="3098">132791</cx:pt>
          <cx:pt idx="3099">132808</cx:pt>
          <cx:pt idx="3100">132818</cx:pt>
          <cx:pt idx="3101">132825</cx:pt>
          <cx:pt idx="3102">132840</cx:pt>
          <cx:pt idx="3103">132860</cx:pt>
          <cx:pt idx="3104">132873</cx:pt>
          <cx:pt idx="3105">132920</cx:pt>
          <cx:pt idx="3106">132923</cx:pt>
          <cx:pt idx="3107">132950</cx:pt>
          <cx:pt idx="3108">132966</cx:pt>
          <cx:pt idx="3109">132968</cx:pt>
          <cx:pt idx="3110">132997</cx:pt>
          <cx:pt idx="3111">133028</cx:pt>
          <cx:pt idx="3112">133057</cx:pt>
          <cx:pt idx="3113">133063</cx:pt>
          <cx:pt idx="3114">133121</cx:pt>
          <cx:pt idx="3115">133143</cx:pt>
          <cx:pt idx="3116">133156</cx:pt>
          <cx:pt idx="3117">133224</cx:pt>
          <cx:pt idx="3118">133224</cx:pt>
          <cx:pt idx="3119">133247</cx:pt>
          <cx:pt idx="3120">133292</cx:pt>
          <cx:pt idx="3121">133300</cx:pt>
          <cx:pt idx="3122">133303</cx:pt>
          <cx:pt idx="3123">133305</cx:pt>
          <cx:pt idx="3124">133316</cx:pt>
          <cx:pt idx="3125">133316</cx:pt>
          <cx:pt idx="3126">133325</cx:pt>
          <cx:pt idx="3127">133325</cx:pt>
          <cx:pt idx="3128">133325</cx:pt>
          <cx:pt idx="3129">133325</cx:pt>
          <cx:pt idx="3130">133325</cx:pt>
          <cx:pt idx="3131">133325</cx:pt>
          <cx:pt idx="3132">133333</cx:pt>
          <cx:pt idx="3133">133333</cx:pt>
          <cx:pt idx="3134">133333</cx:pt>
          <cx:pt idx="3135">133333</cx:pt>
          <cx:pt idx="3136">133340</cx:pt>
          <cx:pt idx="3137">133414</cx:pt>
          <cx:pt idx="3138">133450</cx:pt>
          <cx:pt idx="3139">133471</cx:pt>
          <cx:pt idx="3140">133503</cx:pt>
          <cx:pt idx="3141">133503</cx:pt>
          <cx:pt idx="3142">133533</cx:pt>
          <cx:pt idx="3143">133552</cx:pt>
          <cx:pt idx="3144">133570</cx:pt>
          <cx:pt idx="3145">133590</cx:pt>
          <cx:pt idx="3146">133637</cx:pt>
          <cx:pt idx="3147">133651</cx:pt>
          <cx:pt idx="3148">133654</cx:pt>
          <cx:pt idx="3149">133655</cx:pt>
          <cx:pt idx="3150">133669</cx:pt>
          <cx:pt idx="3151">133783</cx:pt>
          <cx:pt idx="3152">133798</cx:pt>
          <cx:pt idx="3153">133830</cx:pt>
          <cx:pt idx="3154">133987</cx:pt>
          <cx:pt idx="3155">133987</cx:pt>
          <cx:pt idx="3156">133989</cx:pt>
          <cx:pt idx="3157">134006</cx:pt>
          <cx:pt idx="3158">134044</cx:pt>
          <cx:pt idx="3159">134120</cx:pt>
          <cx:pt idx="3160">134136</cx:pt>
          <cx:pt idx="3161">134149</cx:pt>
          <cx:pt idx="3162">134175</cx:pt>
          <cx:pt idx="3163">134175</cx:pt>
          <cx:pt idx="3164">134190</cx:pt>
          <cx:pt idx="3165">134204</cx:pt>
          <cx:pt idx="3166">134230</cx:pt>
          <cx:pt idx="3167">134250</cx:pt>
          <cx:pt idx="3168">134250</cx:pt>
          <cx:pt idx="3169">134262</cx:pt>
          <cx:pt idx="3170">134303</cx:pt>
          <cx:pt idx="3171">134328</cx:pt>
          <cx:pt idx="3172">134379</cx:pt>
          <cx:pt idx="3173">134382</cx:pt>
          <cx:pt idx="3174">134464</cx:pt>
          <cx:pt idx="3175">134511</cx:pt>
          <cx:pt idx="3176">134575</cx:pt>
          <cx:pt idx="3177">134643</cx:pt>
          <cx:pt idx="3178">134675</cx:pt>
          <cx:pt idx="3179">134707</cx:pt>
          <cx:pt idx="3180">134805</cx:pt>
          <cx:pt idx="3181">134879</cx:pt>
          <cx:pt idx="3182">134932</cx:pt>
          <cx:pt idx="3183">134985</cx:pt>
          <cx:pt idx="3184">134994</cx:pt>
          <cx:pt idx="3185">135000</cx:pt>
          <cx:pt idx="3186">135000</cx:pt>
          <cx:pt idx="3187">135000</cx:pt>
          <cx:pt idx="3188">135000</cx:pt>
          <cx:pt idx="3189">135000</cx:pt>
          <cx:pt idx="3190">135000</cx:pt>
          <cx:pt idx="3191">135000</cx:pt>
          <cx:pt idx="3192">135000</cx:pt>
          <cx:pt idx="3193">135000</cx:pt>
          <cx:pt idx="3194">135000</cx:pt>
          <cx:pt idx="3195">135000</cx:pt>
          <cx:pt idx="3196">135000</cx:pt>
          <cx:pt idx="3197">135000</cx:pt>
          <cx:pt idx="3198">135000</cx:pt>
          <cx:pt idx="3199">135000</cx:pt>
          <cx:pt idx="3200">135066</cx:pt>
          <cx:pt idx="3201">135096</cx:pt>
          <cx:pt idx="3202">135116</cx:pt>
          <cx:pt idx="3203">135217</cx:pt>
          <cx:pt idx="3204">135281</cx:pt>
          <cx:pt idx="3205">135333</cx:pt>
          <cx:pt idx="3206">135421</cx:pt>
          <cx:pt idx="3207">135450</cx:pt>
          <cx:pt idx="3208">135452</cx:pt>
          <cx:pt idx="3209">135457</cx:pt>
          <cx:pt idx="3210">135487</cx:pt>
          <cx:pt idx="3211">135499</cx:pt>
          <cx:pt idx="3212">135514</cx:pt>
          <cx:pt idx="3213">135532</cx:pt>
          <cx:pt idx="3214">135598</cx:pt>
          <cx:pt idx="3215">135637</cx:pt>
          <cx:pt idx="3216">135666</cx:pt>
          <cx:pt idx="3217">135666</cx:pt>
          <cx:pt idx="3218">135666</cx:pt>
          <cx:pt idx="3219">135686</cx:pt>
          <cx:pt idx="3220">135721</cx:pt>
          <cx:pt idx="3221">135728</cx:pt>
          <cx:pt idx="3222">135763</cx:pt>
          <cx:pt idx="3223">135861</cx:pt>
          <cx:pt idx="3224">135866</cx:pt>
          <cx:pt idx="3225">135897</cx:pt>
          <cx:pt idx="3226">135930</cx:pt>
          <cx:pt idx="3227">135992</cx:pt>
          <cx:pt idx="3228">135994</cx:pt>
          <cx:pt idx="3229">136007</cx:pt>
          <cx:pt idx="3230">136007</cx:pt>
          <cx:pt idx="3231">136064</cx:pt>
          <cx:pt idx="3232">136066</cx:pt>
          <cx:pt idx="3233">136090</cx:pt>
          <cx:pt idx="3234">136100</cx:pt>
          <cx:pt idx="3235">136115</cx:pt>
          <cx:pt idx="3236">136166</cx:pt>
          <cx:pt idx="3237">136187</cx:pt>
          <cx:pt idx="3238">136203</cx:pt>
          <cx:pt idx="3239">136211</cx:pt>
          <cx:pt idx="3240">136227</cx:pt>
          <cx:pt idx="3241">136266</cx:pt>
          <cx:pt idx="3242">136283</cx:pt>
          <cx:pt idx="3243">136296</cx:pt>
          <cx:pt idx="3244">136323</cx:pt>
          <cx:pt idx="3245">136369</cx:pt>
          <cx:pt idx="3246">136427</cx:pt>
          <cx:pt idx="3247">136443</cx:pt>
          <cx:pt idx="3248">136450</cx:pt>
          <cx:pt idx="3249">136514</cx:pt>
          <cx:pt idx="3250">136514</cx:pt>
          <cx:pt idx="3251">136514</cx:pt>
          <cx:pt idx="3252">136514</cx:pt>
          <cx:pt idx="3253">136514</cx:pt>
          <cx:pt idx="3254">136514</cx:pt>
          <cx:pt idx="3255">136523</cx:pt>
          <cx:pt idx="3256">136537</cx:pt>
          <cx:pt idx="3257">136539</cx:pt>
          <cx:pt idx="3258">136577</cx:pt>
          <cx:pt idx="3259">136598</cx:pt>
          <cx:pt idx="3260">136600</cx:pt>
          <cx:pt idx="3261">136645</cx:pt>
          <cx:pt idx="3262">136658</cx:pt>
          <cx:pt idx="3263">136673</cx:pt>
          <cx:pt idx="3264">136675</cx:pt>
          <cx:pt idx="3265">136783</cx:pt>
          <cx:pt idx="3266">136804</cx:pt>
          <cx:pt idx="3267">136817</cx:pt>
          <cx:pt idx="3268">136903</cx:pt>
          <cx:pt idx="3269">136903</cx:pt>
          <cx:pt idx="3270">136958</cx:pt>
          <cx:pt idx="3271">137018</cx:pt>
          <cx:pt idx="3272">137023</cx:pt>
          <cx:pt idx="3273">137047</cx:pt>
          <cx:pt idx="3274">137077</cx:pt>
          <cx:pt idx="3275">137083</cx:pt>
          <cx:pt idx="3276">137233</cx:pt>
          <cx:pt idx="3277">137274</cx:pt>
          <cx:pt idx="3278">137274</cx:pt>
          <cx:pt idx="3279">137362</cx:pt>
          <cx:pt idx="3280">137379</cx:pt>
          <cx:pt idx="3281">137400</cx:pt>
          <cx:pt idx="3282">137404</cx:pt>
          <cx:pt idx="3283">137456</cx:pt>
          <cx:pt idx="3284">137540</cx:pt>
          <cx:pt idx="3285">137669</cx:pt>
          <cx:pt idx="3286">137739</cx:pt>
          <cx:pt idx="3287">137770</cx:pt>
          <cx:pt idx="3288">137770</cx:pt>
          <cx:pt idx="3289">137793</cx:pt>
          <cx:pt idx="3290">137888</cx:pt>
          <cx:pt idx="3291">137928</cx:pt>
          <cx:pt idx="3292">138016</cx:pt>
          <cx:pt idx="3293">138057</cx:pt>
          <cx:pt idx="3294">138102</cx:pt>
          <cx:pt idx="3295">138108</cx:pt>
          <cx:pt idx="3296">138108</cx:pt>
          <cx:pt idx="3297">138161</cx:pt>
          <cx:pt idx="3298">138225</cx:pt>
          <cx:pt idx="3299">138325</cx:pt>
          <cx:pt idx="3300">138393</cx:pt>
          <cx:pt idx="3301">138400</cx:pt>
          <cx:pt idx="3302">138425</cx:pt>
          <cx:pt idx="3303">138484</cx:pt>
          <cx:pt idx="3304">138523</cx:pt>
          <cx:pt idx="3305">138545</cx:pt>
          <cx:pt idx="3306">138583</cx:pt>
          <cx:pt idx="3307">138839</cx:pt>
          <cx:pt idx="3308">138883</cx:pt>
          <cx:pt idx="3309">138925</cx:pt>
          <cx:pt idx="3310">138949</cx:pt>
          <cx:pt idx="3311">138967</cx:pt>
          <cx:pt idx="3312">138971</cx:pt>
          <cx:pt idx="3313">139017</cx:pt>
          <cx:pt idx="3314">139021</cx:pt>
          <cx:pt idx="3315">139072</cx:pt>
          <cx:pt idx="3316">139113</cx:pt>
          <cx:pt idx="3317">139170</cx:pt>
          <cx:pt idx="3318">139224</cx:pt>
          <cx:pt idx="3319">139321</cx:pt>
          <cx:pt idx="3320">139329</cx:pt>
          <cx:pt idx="3321">139382</cx:pt>
          <cx:pt idx="3322">139392</cx:pt>
          <cx:pt idx="3323">139392</cx:pt>
          <cx:pt idx="3324">139423</cx:pt>
          <cx:pt idx="3325">139491</cx:pt>
          <cx:pt idx="3326">139536</cx:pt>
          <cx:pt idx="3327">139650</cx:pt>
          <cx:pt idx="3328">139663</cx:pt>
          <cx:pt idx="3329">139701</cx:pt>
          <cx:pt idx="3330">139859</cx:pt>
          <cx:pt idx="3331">139884</cx:pt>
          <cx:pt idx="3332">139910</cx:pt>
          <cx:pt idx="3333">139926</cx:pt>
          <cx:pt idx="3334">139927</cx:pt>
          <cx:pt idx="3335">139961</cx:pt>
          <cx:pt idx="3336">139996</cx:pt>
          <cx:pt idx="3337">139999</cx:pt>
          <cx:pt idx="3338">139999</cx:pt>
          <cx:pt idx="3339">140000</cx:pt>
          <cx:pt idx="3340">140000</cx:pt>
          <cx:pt idx="3341">140000</cx:pt>
          <cx:pt idx="3342">140003</cx:pt>
          <cx:pt idx="3343">140075</cx:pt>
          <cx:pt idx="3344">140100</cx:pt>
          <cx:pt idx="3345">140134</cx:pt>
          <cx:pt idx="3346">140176</cx:pt>
          <cx:pt idx="3347">140184</cx:pt>
          <cx:pt idx="3348">140211</cx:pt>
          <cx:pt idx="3349">140211</cx:pt>
          <cx:pt idx="3350">140223</cx:pt>
          <cx:pt idx="3351">140271</cx:pt>
          <cx:pt idx="3352">140320</cx:pt>
          <cx:pt idx="3353">140343</cx:pt>
          <cx:pt idx="3354">140358</cx:pt>
          <cx:pt idx="3355">140395</cx:pt>
          <cx:pt idx="3356">140443</cx:pt>
          <cx:pt idx="3357">140454</cx:pt>
          <cx:pt idx="3358">140569</cx:pt>
          <cx:pt idx="3359">140573</cx:pt>
          <cx:pt idx="3360">140602</cx:pt>
          <cx:pt idx="3361">140610</cx:pt>
          <cx:pt idx="3362">140625</cx:pt>
          <cx:pt idx="3363">140639</cx:pt>
          <cx:pt idx="3364">140645</cx:pt>
          <cx:pt idx="3365">140655</cx:pt>
          <cx:pt idx="3366">140677</cx:pt>
          <cx:pt idx="3367">140793</cx:pt>
          <cx:pt idx="3368">141017</cx:pt>
          <cx:pt idx="3369">141023</cx:pt>
          <cx:pt idx="3370">141025</cx:pt>
          <cx:pt idx="3371">141050</cx:pt>
          <cx:pt idx="3372">141050</cx:pt>
          <cx:pt idx="3373">141069</cx:pt>
          <cx:pt idx="3374">141074</cx:pt>
          <cx:pt idx="3375">141124</cx:pt>
          <cx:pt idx="3376">141184</cx:pt>
          <cx:pt idx="3377">141216</cx:pt>
          <cx:pt idx="3378">141314</cx:pt>
          <cx:pt idx="3379">141332</cx:pt>
          <cx:pt idx="3380">141333</cx:pt>
          <cx:pt idx="3381">141341</cx:pt>
          <cx:pt idx="3382">141424</cx:pt>
          <cx:pt idx="3383">141424</cx:pt>
          <cx:pt idx="3384">141432</cx:pt>
          <cx:pt idx="3385">141453</cx:pt>
          <cx:pt idx="3386">141472</cx:pt>
          <cx:pt idx="3387">141510</cx:pt>
          <cx:pt idx="3388">141556</cx:pt>
          <cx:pt idx="3389">141583</cx:pt>
          <cx:pt idx="3390">141666</cx:pt>
          <cx:pt idx="3391">141668</cx:pt>
          <cx:pt idx="3392">141669</cx:pt>
          <cx:pt idx="3393">141701</cx:pt>
          <cx:pt idx="3394">141701</cx:pt>
          <cx:pt idx="3395">141701</cx:pt>
          <cx:pt idx="3396">141708</cx:pt>
          <cx:pt idx="3397">141708</cx:pt>
          <cx:pt idx="3398">141708</cx:pt>
          <cx:pt idx="3399">141708</cx:pt>
          <cx:pt idx="3400">141708</cx:pt>
          <cx:pt idx="3401">141708</cx:pt>
          <cx:pt idx="3402">141724</cx:pt>
          <cx:pt idx="3403">141725</cx:pt>
          <cx:pt idx="3404">141737</cx:pt>
          <cx:pt idx="3405">141738</cx:pt>
          <cx:pt idx="3406">141761</cx:pt>
          <cx:pt idx="3407">141800</cx:pt>
          <cx:pt idx="3408">141807</cx:pt>
          <cx:pt idx="3409">141807</cx:pt>
          <cx:pt idx="3410">141882</cx:pt>
          <cx:pt idx="3411">141915</cx:pt>
          <cx:pt idx="3412">141941</cx:pt>
          <cx:pt idx="3413">141956</cx:pt>
          <cx:pt idx="3414">141979</cx:pt>
          <cx:pt idx="3415">141980</cx:pt>
          <cx:pt idx="3416">142000</cx:pt>
          <cx:pt idx="3417">142000</cx:pt>
          <cx:pt idx="3418">142019</cx:pt>
          <cx:pt idx="3419">142037</cx:pt>
          <cx:pt idx="3420">142091</cx:pt>
          <cx:pt idx="3421">142097</cx:pt>
          <cx:pt idx="3422">142141</cx:pt>
          <cx:pt idx="3423">142141</cx:pt>
          <cx:pt idx="3424">142200</cx:pt>
          <cx:pt idx="3425">142208</cx:pt>
          <cx:pt idx="3426">142219</cx:pt>
          <cx:pt idx="3427">142307</cx:pt>
          <cx:pt idx="3428">142349</cx:pt>
          <cx:pt idx="3429">142435</cx:pt>
          <cx:pt idx="3430">142444</cx:pt>
          <cx:pt idx="3431">142526</cx:pt>
          <cx:pt idx="3432">142609</cx:pt>
          <cx:pt idx="3433">142616</cx:pt>
          <cx:pt idx="3434">142634</cx:pt>
          <cx:pt idx="3435">142650</cx:pt>
          <cx:pt idx="3436">142675</cx:pt>
          <cx:pt idx="3437">142842</cx:pt>
          <cx:pt idx="3438">142846</cx:pt>
          <cx:pt idx="3439">142846</cx:pt>
          <cx:pt idx="3440">142858</cx:pt>
          <cx:pt idx="3441">142893</cx:pt>
          <cx:pt idx="3442">142896</cx:pt>
          <cx:pt idx="3443">142954</cx:pt>
          <cx:pt idx="3444">142979</cx:pt>
          <cx:pt idx="3445">143093</cx:pt>
          <cx:pt idx="3446">143093</cx:pt>
          <cx:pt idx="3447">143177</cx:pt>
          <cx:pt idx="3448">143179</cx:pt>
          <cx:pt idx="3449">143294</cx:pt>
          <cx:pt idx="3450">143294</cx:pt>
          <cx:pt idx="3451">143311</cx:pt>
          <cx:pt idx="3452">143311</cx:pt>
          <cx:pt idx="3453">143329</cx:pt>
          <cx:pt idx="3454">143352</cx:pt>
          <cx:pt idx="3455">143452</cx:pt>
          <cx:pt idx="3456">143454</cx:pt>
          <cx:pt idx="3457">143587</cx:pt>
          <cx:pt idx="3458">143603</cx:pt>
          <cx:pt idx="3459">143612</cx:pt>
          <cx:pt idx="3460">143745</cx:pt>
          <cx:pt idx="3461">143775</cx:pt>
          <cx:pt idx="3462">143808</cx:pt>
          <cx:pt idx="3463">143856</cx:pt>
          <cx:pt idx="3464">143866</cx:pt>
          <cx:pt idx="3465">143882</cx:pt>
          <cx:pt idx="3466">143941</cx:pt>
          <cx:pt idx="3467">143962</cx:pt>
          <cx:pt idx="3468">144013</cx:pt>
          <cx:pt idx="3469">144138</cx:pt>
          <cx:pt idx="3470">144255</cx:pt>
          <cx:pt idx="3471">144285</cx:pt>
          <cx:pt idx="3472">144285</cx:pt>
          <cx:pt idx="3473">144357</cx:pt>
          <cx:pt idx="3474">144436</cx:pt>
          <cx:pt idx="3475">144469</cx:pt>
          <cx:pt idx="3476">144473</cx:pt>
          <cx:pt idx="3477">144541</cx:pt>
          <cx:pt idx="3478">144549</cx:pt>
          <cx:pt idx="3479">144586</cx:pt>
          <cx:pt idx="3480">144709</cx:pt>
          <cx:pt idx="3481">144778</cx:pt>
          <cx:pt idx="3482">144804</cx:pt>
          <cx:pt idx="3483">144930</cx:pt>
          <cx:pt idx="3484">144973</cx:pt>
          <cx:pt idx="3485">144987</cx:pt>
          <cx:pt idx="3486">144998</cx:pt>
          <cx:pt idx="3487">144998</cx:pt>
          <cx:pt idx="3488">145051</cx:pt>
          <cx:pt idx="3489">145093</cx:pt>
          <cx:pt idx="3490">145203</cx:pt>
          <cx:pt idx="3491">145291</cx:pt>
          <cx:pt idx="3492">145319</cx:pt>
          <cx:pt idx="3493">145327</cx:pt>
          <cx:pt idx="3494">145355</cx:pt>
          <cx:pt idx="3495">145368</cx:pt>
          <cx:pt idx="3496">145461</cx:pt>
          <cx:pt idx="3497">145522</cx:pt>
          <cx:pt idx="3498">145686</cx:pt>
          <cx:pt idx="3499">145686</cx:pt>
          <cx:pt idx="3500">145749</cx:pt>
          <cx:pt idx="3501">145752</cx:pt>
          <cx:pt idx="3502">145850</cx:pt>
          <cx:pt idx="3503">145933</cx:pt>
          <cx:pt idx="3504">146000</cx:pt>
          <cx:pt idx="3505">146033</cx:pt>
          <cx:pt idx="3506">146169</cx:pt>
          <cx:pt idx="3507">146216</cx:pt>
          <cx:pt idx="3508">146229</cx:pt>
          <cx:pt idx="3509">146302</cx:pt>
          <cx:pt idx="3510">146400</cx:pt>
          <cx:pt idx="3511">146402</cx:pt>
          <cx:pt idx="3512">146407</cx:pt>
          <cx:pt idx="3513">146458</cx:pt>
          <cx:pt idx="3514">146486</cx:pt>
          <cx:pt idx="3515">146522</cx:pt>
          <cx:pt idx="3516">146536</cx:pt>
          <cx:pt idx="3517">146556</cx:pt>
          <cx:pt idx="3518">146607</cx:pt>
          <cx:pt idx="3519">146666</cx:pt>
          <cx:pt idx="3520">146666</cx:pt>
          <cx:pt idx="3521">146667</cx:pt>
          <cx:pt idx="3522">146678</cx:pt>
          <cx:pt idx="3523">146793</cx:pt>
          <cx:pt idx="3524">146948</cx:pt>
          <cx:pt idx="3525">147050</cx:pt>
          <cx:pt idx="3526">147112</cx:pt>
          <cx:pt idx="3527">147155</cx:pt>
          <cx:pt idx="3528">147155</cx:pt>
          <cx:pt idx="3529">147176</cx:pt>
          <cx:pt idx="3530">147279</cx:pt>
          <cx:pt idx="3531">147291</cx:pt>
          <cx:pt idx="3532">147334</cx:pt>
          <cx:pt idx="3533">147403</cx:pt>
          <cx:pt idx="3534">147403</cx:pt>
          <cx:pt idx="3535">147435</cx:pt>
          <cx:pt idx="3536">147567</cx:pt>
          <cx:pt idx="3537">147696</cx:pt>
          <cx:pt idx="3538">147696</cx:pt>
          <cx:pt idx="3539">147744</cx:pt>
          <cx:pt idx="3540">147769</cx:pt>
          <cx:pt idx="3541">147839</cx:pt>
          <cx:pt idx="3542">147865</cx:pt>
          <cx:pt idx="3543">147957</cx:pt>
          <cx:pt idx="3544">147985</cx:pt>
          <cx:pt idx="3545">147986</cx:pt>
          <cx:pt idx="3546">148033</cx:pt>
          <cx:pt idx="3547">148116</cx:pt>
          <cx:pt idx="3548">148126</cx:pt>
          <cx:pt idx="3549">148220</cx:pt>
          <cx:pt idx="3550">148267</cx:pt>
          <cx:pt idx="3551">148339</cx:pt>
          <cx:pt idx="3552">148357</cx:pt>
          <cx:pt idx="3553">148419</cx:pt>
          <cx:pt idx="3554">148419</cx:pt>
          <cx:pt idx="3555">148438</cx:pt>
          <cx:pt idx="3556">148446</cx:pt>
          <cx:pt idx="3557">148457</cx:pt>
          <cx:pt idx="3558">148499</cx:pt>
          <cx:pt idx="3559">148626</cx:pt>
          <cx:pt idx="3560">148630</cx:pt>
          <cx:pt idx="3561">148644</cx:pt>
          <cx:pt idx="3562">148644</cx:pt>
          <cx:pt idx="3563">148690</cx:pt>
          <cx:pt idx="3564">148776</cx:pt>
          <cx:pt idx="3565">148777</cx:pt>
          <cx:pt idx="3566">148831</cx:pt>
          <cx:pt idx="3567">148897</cx:pt>
          <cx:pt idx="3568">148998</cx:pt>
          <cx:pt idx="3569">149000</cx:pt>
          <cx:pt idx="3570">149000</cx:pt>
          <cx:pt idx="3571">149212</cx:pt>
          <cx:pt idx="3572">149219</cx:pt>
          <cx:pt idx="3573">149287</cx:pt>
          <cx:pt idx="3574">149313</cx:pt>
          <cx:pt idx="3575">149336</cx:pt>
          <cx:pt idx="3576">149350</cx:pt>
          <cx:pt idx="3577">149453</cx:pt>
          <cx:pt idx="3578">149468</cx:pt>
          <cx:pt idx="3579">149484</cx:pt>
          <cx:pt idx="3580">149565</cx:pt>
          <cx:pt idx="3581">149572</cx:pt>
          <cx:pt idx="3582">149664</cx:pt>
          <cx:pt idx="3583">149722</cx:pt>
          <cx:pt idx="3584">149725</cx:pt>
          <cx:pt idx="3585">149784</cx:pt>
          <cx:pt idx="3586">149912</cx:pt>
          <cx:pt idx="3587">149917</cx:pt>
          <cx:pt idx="3588">149935</cx:pt>
          <cx:pt idx="3589">149987</cx:pt>
          <cx:pt idx="3590">149987</cx:pt>
          <cx:pt idx="3591">149992</cx:pt>
          <cx:pt idx="3592">149996</cx:pt>
          <cx:pt idx="3593">149998</cx:pt>
          <cx:pt idx="3594">149999</cx:pt>
          <cx:pt idx="3595">150000</cx:pt>
          <cx:pt idx="3596">150000</cx:pt>
          <cx:pt idx="3597">150000</cx:pt>
          <cx:pt idx="3598">150000</cx:pt>
          <cx:pt idx="3599">150000</cx:pt>
          <cx:pt idx="3600">150000</cx:pt>
          <cx:pt idx="3601">150000</cx:pt>
          <cx:pt idx="3602">150008</cx:pt>
          <cx:pt idx="3603">150046</cx:pt>
          <cx:pt idx="3604">150083</cx:pt>
          <cx:pt idx="3605">150083</cx:pt>
          <cx:pt idx="3606">150097</cx:pt>
          <cx:pt idx="3607">150102</cx:pt>
          <cx:pt idx="3608">150116</cx:pt>
          <cx:pt idx="3609">150151</cx:pt>
          <cx:pt idx="3610">150262</cx:pt>
          <cx:pt idx="3611">150333</cx:pt>
          <cx:pt idx="3612">150354</cx:pt>
          <cx:pt idx="3613">150368</cx:pt>
          <cx:pt idx="3614">150378</cx:pt>
          <cx:pt idx="3615">150430</cx:pt>
          <cx:pt idx="3616">150450</cx:pt>
          <cx:pt idx="3617">150454</cx:pt>
          <cx:pt idx="3618">150636</cx:pt>
          <cx:pt idx="3619">150636</cx:pt>
          <cx:pt idx="3620">150666</cx:pt>
          <cx:pt idx="3621">150760</cx:pt>
          <cx:pt idx="3622">150804</cx:pt>
          <cx:pt idx="3623">150804</cx:pt>
          <cx:pt idx="3624">150806</cx:pt>
          <cx:pt idx="3625">150833</cx:pt>
          <cx:pt idx="3626">150833</cx:pt>
          <cx:pt idx="3627">150833</cx:pt>
          <cx:pt idx="3628">150916</cx:pt>
          <cx:pt idx="3629">150935</cx:pt>
          <cx:pt idx="3630">150954</cx:pt>
          <cx:pt idx="3631">151000</cx:pt>
          <cx:pt idx="3632">151025</cx:pt>
          <cx:pt idx="3633">151025</cx:pt>
          <cx:pt idx="3634">151025</cx:pt>
          <cx:pt idx="3635">151092</cx:pt>
          <cx:pt idx="3636">151309</cx:pt>
          <cx:pt idx="3637">151309</cx:pt>
          <cx:pt idx="3638">151329</cx:pt>
          <cx:pt idx="3639">151341</cx:pt>
          <cx:pt idx="3640">151383</cx:pt>
          <cx:pt idx="3641">151431</cx:pt>
          <cx:pt idx="3642">151444</cx:pt>
          <cx:pt idx="3643">151490</cx:pt>
          <cx:pt idx="3644">151508</cx:pt>
          <cx:pt idx="3645">151542</cx:pt>
          <cx:pt idx="3646">151563</cx:pt>
          <cx:pt idx="3647">151579</cx:pt>
          <cx:pt idx="3648">151603</cx:pt>
          <cx:pt idx="3649">151641</cx:pt>
          <cx:pt idx="3650">151706</cx:pt>
          <cx:pt idx="3651">151727</cx:pt>
          <cx:pt idx="3652">151758</cx:pt>
          <cx:pt idx="3653">151826</cx:pt>
          <cx:pt idx="3654">151826</cx:pt>
          <cx:pt idx="3655">151850</cx:pt>
          <cx:pt idx="3656">151856</cx:pt>
          <cx:pt idx="3657">151865</cx:pt>
          <cx:pt idx="3658">151908</cx:pt>
          <cx:pt idx="3659">151941</cx:pt>
          <cx:pt idx="3660">151961</cx:pt>
          <cx:pt idx="3661">152063</cx:pt>
          <cx:pt idx="3662">152275</cx:pt>
          <cx:pt idx="3663">152341</cx:pt>
          <cx:pt idx="3664">152354</cx:pt>
          <cx:pt idx="3665">152370</cx:pt>
          <cx:pt idx="3666">152454</cx:pt>
          <cx:pt idx="3667">152479</cx:pt>
          <cx:pt idx="3668">152500</cx:pt>
          <cx:pt idx="3669">152534</cx:pt>
          <cx:pt idx="3670">152589</cx:pt>
          <cx:pt idx="3671">152616</cx:pt>
          <cx:pt idx="3672">152649</cx:pt>
          <cx:pt idx="3673">152658</cx:pt>
          <cx:pt idx="3674">152664</cx:pt>
          <cx:pt idx="3675">152740</cx:pt>
          <cx:pt idx="3676">152838</cx:pt>
          <cx:pt idx="3677">152999</cx:pt>
          <cx:pt idx="3678">153023</cx:pt>
          <cx:pt idx="3679">153054</cx:pt>
          <cx:pt idx="3680">153107</cx:pt>
          <cx:pt idx="3681">153120</cx:pt>
          <cx:pt idx="3682">153291</cx:pt>
          <cx:pt idx="3683">153306</cx:pt>
          <cx:pt idx="3684">153319</cx:pt>
          <cx:pt idx="3685">153325</cx:pt>
          <cx:pt idx="3686">153326</cx:pt>
          <cx:pt idx="3687">153326</cx:pt>
          <cx:pt idx="3688">153332</cx:pt>
          <cx:pt idx="3689">153336</cx:pt>
          <cx:pt idx="3690">153349</cx:pt>
          <cx:pt idx="3691">153355</cx:pt>
          <cx:pt idx="3692">153462</cx:pt>
          <cx:pt idx="3693">153475</cx:pt>
          <cx:pt idx="3694">153552</cx:pt>
          <cx:pt idx="3695">153616</cx:pt>
          <cx:pt idx="3696">153672</cx:pt>
          <cx:pt idx="3697">153814</cx:pt>
          <cx:pt idx="3698">153819</cx:pt>
          <cx:pt idx="3699">153846</cx:pt>
          <cx:pt idx="3700">153929</cx:pt>
          <cx:pt idx="3701">153982</cx:pt>
          <cx:pt idx="3702">153982</cx:pt>
          <cx:pt idx="3703">153987</cx:pt>
          <cx:pt idx="3704">154077</cx:pt>
          <cx:pt idx="3705">154101</cx:pt>
          <cx:pt idx="3706">154117</cx:pt>
          <cx:pt idx="3707">154234</cx:pt>
          <cx:pt idx="3708">154340</cx:pt>
          <cx:pt idx="3709">154342</cx:pt>
          <cx:pt idx="3710">154347</cx:pt>
          <cx:pt idx="3711">154435</cx:pt>
          <cx:pt idx="3712">154489</cx:pt>
          <cx:pt idx="3713">154494</cx:pt>
          <cx:pt idx="3714">154494</cx:pt>
          <cx:pt idx="3715">154620</cx:pt>
          <cx:pt idx="3716">154666</cx:pt>
          <cx:pt idx="3717">154695</cx:pt>
          <cx:pt idx="3718">154760</cx:pt>
          <cx:pt idx="3719">154791</cx:pt>
          <cx:pt idx="3720">154793</cx:pt>
          <cx:pt idx="3721">154873</cx:pt>
          <cx:pt idx="3722">154969</cx:pt>
          <cx:pt idx="3723">154984</cx:pt>
          <cx:pt idx="3724">155023</cx:pt>
          <cx:pt idx="3725">155068</cx:pt>
          <cx:pt idx="3726">155073</cx:pt>
          <cx:pt idx="3727">155105</cx:pt>
          <cx:pt idx="3728">155105</cx:pt>
          <cx:pt idx="3729">155138</cx:pt>
          <cx:pt idx="3730">155175</cx:pt>
          <cx:pt idx="3731">155176</cx:pt>
          <cx:pt idx="3732">155273</cx:pt>
          <cx:pt idx="3733">155304</cx:pt>
          <cx:pt idx="3734">155306</cx:pt>
          <cx:pt idx="3735">155325</cx:pt>
          <cx:pt idx="3736">155329</cx:pt>
          <cx:pt idx="3737">155411</cx:pt>
          <cx:pt idx="3738">155426</cx:pt>
          <cx:pt idx="3739">155428</cx:pt>
          <cx:pt idx="3740">155469</cx:pt>
          <cx:pt idx="3741">155499</cx:pt>
          <cx:pt idx="3742">155545</cx:pt>
          <cx:pt idx="3743">155575</cx:pt>
          <cx:pt idx="3744">155581</cx:pt>
          <cx:pt idx="3745">155600</cx:pt>
          <cx:pt idx="3746">155604</cx:pt>
          <cx:pt idx="3747">155718</cx:pt>
          <cx:pt idx="3748">155743</cx:pt>
          <cx:pt idx="3749">155802</cx:pt>
          <cx:pt idx="3750">155835</cx:pt>
          <cx:pt idx="3751">155850</cx:pt>
          <cx:pt idx="3752">156016</cx:pt>
          <cx:pt idx="3753">156075</cx:pt>
          <cx:pt idx="3754">156085</cx:pt>
          <cx:pt idx="3755">156112</cx:pt>
          <cx:pt idx="3756">156129</cx:pt>
          <cx:pt idx="3757">156291</cx:pt>
          <cx:pt idx="3758">156319</cx:pt>
          <cx:pt idx="3759">156340</cx:pt>
          <cx:pt idx="3760">156583</cx:pt>
          <cx:pt idx="3761">156647</cx:pt>
          <cx:pt idx="3762">156659</cx:pt>
          <cx:pt idx="3763">156670</cx:pt>
          <cx:pt idx="3764">156683</cx:pt>
          <cx:pt idx="3765">156688</cx:pt>
          <cx:pt idx="3766">156714</cx:pt>
          <cx:pt idx="3767">156714</cx:pt>
          <cx:pt idx="3768">156812</cx:pt>
          <cx:pt idx="3769">156982</cx:pt>
          <cx:pt idx="3770">157043</cx:pt>
          <cx:pt idx="3771">157073</cx:pt>
          <cx:pt idx="3772">157141</cx:pt>
          <cx:pt idx="3773">157199</cx:pt>
          <cx:pt idx="3774">157234</cx:pt>
          <cx:pt idx="3775">157251</cx:pt>
          <cx:pt idx="3776">157364</cx:pt>
          <cx:pt idx="3777">157420</cx:pt>
          <cx:pt idx="3778">157420</cx:pt>
          <cx:pt idx="3779">157420</cx:pt>
          <cx:pt idx="3780">157420</cx:pt>
          <cx:pt idx="3781">157420</cx:pt>
          <cx:pt idx="3782">157420</cx:pt>
          <cx:pt idx="3783">157420</cx:pt>
          <cx:pt idx="3784">157420</cx:pt>
          <cx:pt idx="3785">157420</cx:pt>
          <cx:pt idx="3786">157523</cx:pt>
          <cx:pt idx="3787">157530</cx:pt>
          <cx:pt idx="3788">157540</cx:pt>
          <cx:pt idx="3789">157574</cx:pt>
          <cx:pt idx="3790">157600</cx:pt>
          <cx:pt idx="3791">157616</cx:pt>
          <cx:pt idx="3792">157701</cx:pt>
          <cx:pt idx="3793">157705</cx:pt>
          <cx:pt idx="3794">157750</cx:pt>
          <cx:pt idx="3795">157923</cx:pt>
          <cx:pt idx="3796">157999</cx:pt>
          <cx:pt idx="3797">158000</cx:pt>
          <cx:pt idx="3798">158000</cx:pt>
          <cx:pt idx="3799">158003</cx:pt>
          <cx:pt idx="3800">158044</cx:pt>
          <cx:pt idx="3801">158281</cx:pt>
          <cx:pt idx="3802">158333</cx:pt>
          <cx:pt idx="3803">158350</cx:pt>
          <cx:pt idx="3804">158379</cx:pt>
          <cx:pt idx="3805">158441</cx:pt>
          <cx:pt idx="3806">158500</cx:pt>
          <cx:pt idx="3807">158610</cx:pt>
          <cx:pt idx="3808">158723</cx:pt>
          <cx:pt idx="3809">158957</cx:pt>
          <cx:pt idx="3810">158966</cx:pt>
          <cx:pt idx="3811">159000</cx:pt>
          <cx:pt idx="3812">159000</cx:pt>
          <cx:pt idx="3813">159000</cx:pt>
          <cx:pt idx="3814">159000</cx:pt>
          <cx:pt idx="3815">159000</cx:pt>
          <cx:pt idx="3816">159000</cx:pt>
          <cx:pt idx="3817">159000</cx:pt>
          <cx:pt idx="3818">159000</cx:pt>
          <cx:pt idx="3819">159000</cx:pt>
          <cx:pt idx="3820">159000</cx:pt>
          <cx:pt idx="3821">159000</cx:pt>
          <cx:pt idx="3822">159000</cx:pt>
          <cx:pt idx="3823">159000</cx:pt>
          <cx:pt idx="3824">159000</cx:pt>
          <cx:pt idx="3825">159000</cx:pt>
          <cx:pt idx="3826">159000</cx:pt>
          <cx:pt idx="3827">159000</cx:pt>
          <cx:pt idx="3828">159043</cx:pt>
          <cx:pt idx="3829">159066</cx:pt>
          <cx:pt idx="3830">159066</cx:pt>
          <cx:pt idx="3831">159066</cx:pt>
          <cx:pt idx="3832">159083</cx:pt>
          <cx:pt idx="3833">159083</cx:pt>
          <cx:pt idx="3834">159125</cx:pt>
          <cx:pt idx="3835">159200</cx:pt>
          <cx:pt idx="3836">159210</cx:pt>
          <cx:pt idx="3837">159210</cx:pt>
          <cx:pt idx="3838">159210</cx:pt>
          <cx:pt idx="3839">159250</cx:pt>
          <cx:pt idx="3840">159250</cx:pt>
          <cx:pt idx="3841">159250</cx:pt>
          <cx:pt idx="3842">159262</cx:pt>
          <cx:pt idx="3843">159273</cx:pt>
          <cx:pt idx="3844">159300</cx:pt>
          <cx:pt idx="3845">159306</cx:pt>
          <cx:pt idx="3846">159306</cx:pt>
          <cx:pt idx="3847">159333</cx:pt>
          <cx:pt idx="3848">159353</cx:pt>
          <cx:pt idx="3849">159411</cx:pt>
          <cx:pt idx="3850">159433</cx:pt>
          <cx:pt idx="3851">159448</cx:pt>
          <cx:pt idx="3852">159456</cx:pt>
          <cx:pt idx="3853">159472</cx:pt>
          <cx:pt idx="3854">159500</cx:pt>
          <cx:pt idx="3855">159554</cx:pt>
          <cx:pt idx="3856">159583</cx:pt>
          <cx:pt idx="3857">159583</cx:pt>
          <cx:pt idx="3858">159588</cx:pt>
          <cx:pt idx="3859">159616</cx:pt>
          <cx:pt idx="3860">159623</cx:pt>
          <cx:pt idx="3861">159625</cx:pt>
          <cx:pt idx="3862">159637</cx:pt>
          <cx:pt idx="3863">159695</cx:pt>
          <cx:pt idx="3864">159742</cx:pt>
          <cx:pt idx="3865">159756</cx:pt>
          <cx:pt idx="3866">159783</cx:pt>
          <cx:pt idx="3867">159800</cx:pt>
          <cx:pt idx="3868">159833</cx:pt>
          <cx:pt idx="3869">159833</cx:pt>
          <cx:pt idx="3870">159837</cx:pt>
          <cx:pt idx="3871">159939</cx:pt>
          <cx:pt idx="3872">159950</cx:pt>
          <cx:pt idx="3873">159960</cx:pt>
          <cx:pt idx="3874">159976</cx:pt>
          <cx:pt idx="3875">159991</cx:pt>
          <cx:pt idx="3876">159991</cx:pt>
          <cx:pt idx="3877">159991</cx:pt>
          <cx:pt idx="3878">160000</cx:pt>
          <cx:pt idx="3879">160000</cx:pt>
          <cx:pt idx="3880">160000</cx:pt>
          <cx:pt idx="3881">160000</cx:pt>
          <cx:pt idx="3882">160005</cx:pt>
          <cx:pt idx="3883">160075</cx:pt>
          <cx:pt idx="3884">160083</cx:pt>
          <cx:pt idx="3885">160105</cx:pt>
          <cx:pt idx="3886">160140</cx:pt>
          <cx:pt idx="3887">160212</cx:pt>
          <cx:pt idx="3888">160301</cx:pt>
          <cx:pt idx="3889">160309</cx:pt>
          <cx:pt idx="3890">160333</cx:pt>
          <cx:pt idx="3891">160345</cx:pt>
          <cx:pt idx="3892">160416</cx:pt>
          <cx:pt idx="3893">160433</cx:pt>
          <cx:pt idx="3894">160484</cx:pt>
          <cx:pt idx="3895">160498</cx:pt>
          <cx:pt idx="3896">160514</cx:pt>
          <cx:pt idx="3897">160588</cx:pt>
          <cx:pt idx="3898">160650</cx:pt>
          <cx:pt idx="3899">160666</cx:pt>
          <cx:pt idx="3900">160716</cx:pt>
          <cx:pt idx="3901">160748</cx:pt>
          <cx:pt idx="3902">160750</cx:pt>
          <cx:pt idx="3903">160771</cx:pt>
          <cx:pt idx="3904">160825</cx:pt>
          <cx:pt idx="3905">160856</cx:pt>
          <cx:pt idx="3906">160856</cx:pt>
          <cx:pt idx="3907">160889</cx:pt>
          <cx:pt idx="3908">160942</cx:pt>
          <cx:pt idx="3909">160970</cx:pt>
          <cx:pt idx="3910">160983</cx:pt>
          <cx:pt idx="3911">161036</cx:pt>
          <cx:pt idx="3912">161110</cx:pt>
          <cx:pt idx="3913">161133</cx:pt>
          <cx:pt idx="3914">161133</cx:pt>
          <cx:pt idx="3915">161146</cx:pt>
          <cx:pt idx="3916">161146</cx:pt>
          <cx:pt idx="3917">161149</cx:pt>
          <cx:pt idx="3918">161181</cx:pt>
          <cx:pt idx="3919">161223</cx:pt>
          <cx:pt idx="3920">161261</cx:pt>
          <cx:pt idx="3921">161266</cx:pt>
          <cx:pt idx="3922">161267</cx:pt>
          <cx:pt idx="3923">161292</cx:pt>
          <cx:pt idx="3924">161309</cx:pt>
          <cx:pt idx="3925">161383</cx:pt>
          <cx:pt idx="3926">161416</cx:pt>
          <cx:pt idx="3927">161491</cx:pt>
          <cx:pt idx="3928">161505</cx:pt>
          <cx:pt idx="3929">161548</cx:pt>
          <cx:pt idx="3930">161583</cx:pt>
          <cx:pt idx="3931">161583</cx:pt>
          <cx:pt idx="3932">161622</cx:pt>
          <cx:pt idx="3933">161641</cx:pt>
          <cx:pt idx="3934">161654</cx:pt>
          <cx:pt idx="3935">161657</cx:pt>
          <cx:pt idx="3936">161675</cx:pt>
          <cx:pt idx="3937">161675</cx:pt>
          <cx:pt idx="3938">161689</cx:pt>
          <cx:pt idx="3939">161752</cx:pt>
          <cx:pt idx="3940">161753</cx:pt>
          <cx:pt idx="3941">161759</cx:pt>
          <cx:pt idx="3942">161793</cx:pt>
          <cx:pt idx="3943">161807</cx:pt>
          <cx:pt idx="3944">161815</cx:pt>
          <cx:pt idx="3945">161833</cx:pt>
          <cx:pt idx="3946">161851</cx:pt>
          <cx:pt idx="3947">161889</cx:pt>
          <cx:pt idx="3948">161912</cx:pt>
          <cx:pt idx="3949">161916</cx:pt>
          <cx:pt idx="3950">161978</cx:pt>
          <cx:pt idx="3951">162012</cx:pt>
          <cx:pt idx="3952">162225</cx:pt>
          <cx:pt idx="3953">162225</cx:pt>
          <cx:pt idx="3954">162290</cx:pt>
          <cx:pt idx="3955">162333</cx:pt>
          <cx:pt idx="3956">162333</cx:pt>
          <cx:pt idx="3957">162387</cx:pt>
          <cx:pt idx="3958">162393</cx:pt>
          <cx:pt idx="3959">162450</cx:pt>
          <cx:pt idx="3960">162466</cx:pt>
          <cx:pt idx="3961">162498</cx:pt>
          <cx:pt idx="3962">162499</cx:pt>
          <cx:pt idx="3963">162500</cx:pt>
          <cx:pt idx="3964">162592</cx:pt>
          <cx:pt idx="3965">162662</cx:pt>
          <cx:pt idx="3966">162716</cx:pt>
          <cx:pt idx="3967">162757</cx:pt>
          <cx:pt idx="3968">162780</cx:pt>
          <cx:pt idx="3969">162806</cx:pt>
          <cx:pt idx="3970">162853</cx:pt>
          <cx:pt idx="3971">162920</cx:pt>
          <cx:pt idx="3972">162933</cx:pt>
          <cx:pt idx="3973">162945</cx:pt>
          <cx:pt idx="3974">162991</cx:pt>
          <cx:pt idx="3975">163013</cx:pt>
          <cx:pt idx="3976">163031</cx:pt>
          <cx:pt idx="3977">163036</cx:pt>
          <cx:pt idx="3978">163044</cx:pt>
          <cx:pt idx="3979">163050</cx:pt>
          <cx:pt idx="3980">163050</cx:pt>
          <cx:pt idx="3981">163050</cx:pt>
          <cx:pt idx="3982">163050</cx:pt>
          <cx:pt idx="3983">163050</cx:pt>
          <cx:pt idx="3984">163055</cx:pt>
          <cx:pt idx="3985">163212</cx:pt>
          <cx:pt idx="3986">163217</cx:pt>
          <cx:pt idx="3987">163322</cx:pt>
          <cx:pt idx="3988">163332</cx:pt>
          <cx:pt idx="3989">163332</cx:pt>
          <cx:pt idx="3990">163332</cx:pt>
          <cx:pt idx="3991">163333</cx:pt>
          <cx:pt idx="3992">163333</cx:pt>
          <cx:pt idx="3993">163391</cx:pt>
          <cx:pt idx="3994">163408</cx:pt>
          <cx:pt idx="3995">163435</cx:pt>
          <cx:pt idx="3996">163436</cx:pt>
          <cx:pt idx="3997">163466</cx:pt>
          <cx:pt idx="3998">163538</cx:pt>
          <cx:pt idx="3999">163577</cx:pt>
          <cx:pt idx="4000">163588</cx:pt>
          <cx:pt idx="4001">163625</cx:pt>
          <cx:pt idx="4002">163643</cx:pt>
          <cx:pt idx="4003">163673</cx:pt>
          <cx:pt idx="4004">163733</cx:pt>
          <cx:pt idx="4005">163746</cx:pt>
          <cx:pt idx="4006">163750</cx:pt>
          <cx:pt idx="4007">163770</cx:pt>
          <cx:pt idx="4008">163773</cx:pt>
          <cx:pt idx="4009">163795</cx:pt>
          <cx:pt idx="4010">163806</cx:pt>
          <cx:pt idx="4011">163839</cx:pt>
          <cx:pt idx="4012">163847</cx:pt>
          <cx:pt idx="4013">163949</cx:pt>
          <cx:pt idx="4014">164001</cx:pt>
          <cx:pt idx="4015">164049</cx:pt>
          <cx:pt idx="4016">164075</cx:pt>
          <cx:pt idx="4017">164176</cx:pt>
          <cx:pt idx="4018">164229</cx:pt>
          <cx:pt idx="4019">164258</cx:pt>
          <cx:pt idx="4020">164360</cx:pt>
          <cx:pt idx="4021">164395</cx:pt>
          <cx:pt idx="4022">164402</cx:pt>
          <cx:pt idx="4023">164405</cx:pt>
          <cx:pt idx="4024">164424</cx:pt>
          <cx:pt idx="4025">164428</cx:pt>
          <cx:pt idx="4026">164464</cx:pt>
          <cx:pt idx="4027">164476</cx:pt>
          <cx:pt idx="4028">164521</cx:pt>
          <cx:pt idx="4029">164606</cx:pt>
          <cx:pt idx="4030">164616</cx:pt>
          <cx:pt idx="4031">164618</cx:pt>
          <cx:pt idx="4032">164623</cx:pt>
          <cx:pt idx="4033">164666</cx:pt>
          <cx:pt idx="4034">164677</cx:pt>
          <cx:pt idx="4035">164709</cx:pt>
          <cx:pt idx="4036">164781</cx:pt>
          <cx:pt idx="4037">164883</cx:pt>
          <cx:pt idx="4038">164899</cx:pt>
          <cx:pt idx="4039">164966</cx:pt>
          <cx:pt idx="4040">164995</cx:pt>
          <cx:pt idx="4041">165000</cx:pt>
          <cx:pt idx="4042">165000</cx:pt>
          <cx:pt idx="4043">165000</cx:pt>
          <cx:pt idx="4044">165000</cx:pt>
          <cx:pt idx="4045">165002</cx:pt>
          <cx:pt idx="4046">165052</cx:pt>
          <cx:pt idx="4047">165125</cx:pt>
          <cx:pt idx="4048">165146</cx:pt>
          <cx:pt idx="4049">165233</cx:pt>
          <cx:pt idx="4050">165263</cx:pt>
          <cx:pt idx="4051">165283</cx:pt>
          <cx:pt idx="4052">165309</cx:pt>
          <cx:pt idx="4053">165421</cx:pt>
          <cx:pt idx="4054">165421</cx:pt>
          <cx:pt idx="4055">165537</cx:pt>
          <cx:pt idx="4056">165603</cx:pt>
          <cx:pt idx="4057">165606</cx:pt>
          <cx:pt idx="4058">165659</cx:pt>
          <cx:pt idx="4059">165694</cx:pt>
          <cx:pt idx="4060">165705</cx:pt>
          <cx:pt idx="4061">165751</cx:pt>
          <cx:pt idx="4062">165798</cx:pt>
          <cx:pt idx="4063">165833</cx:pt>
          <cx:pt idx="4064">165855</cx:pt>
          <cx:pt idx="4065">165888</cx:pt>
          <cx:pt idx="4066">165907</cx:pt>
          <cx:pt idx="4067">165916</cx:pt>
          <cx:pt idx="4068">165934</cx:pt>
          <cx:pt idx="4069">165981</cx:pt>
          <cx:pt idx="4070">165999</cx:pt>
          <cx:pt idx="4071">166018</cx:pt>
          <cx:pt idx="4072">166025</cx:pt>
          <cx:pt idx="4073">166026</cx:pt>
          <cx:pt idx="4074">166043</cx:pt>
          <cx:pt idx="4075">166164</cx:pt>
          <cx:pt idx="4076">166170</cx:pt>
          <cx:pt idx="4077">166190</cx:pt>
          <cx:pt idx="4078">166234</cx:pt>
          <cx:pt idx="4079">166288</cx:pt>
          <cx:pt idx="4080">166301</cx:pt>
          <cx:pt idx="4081">166314</cx:pt>
          <cx:pt idx="4082">166342</cx:pt>
          <cx:pt idx="4083">166342</cx:pt>
          <cx:pt idx="4084">166475</cx:pt>
          <cx:pt idx="4085">166609</cx:pt>
          <cx:pt idx="4086">166627</cx:pt>
          <cx:pt idx="4087">166647</cx:pt>
          <cx:pt idx="4088">166650</cx:pt>
          <cx:pt idx="4089">166664</cx:pt>
          <cx:pt idx="4090">166666</cx:pt>
          <cx:pt idx="4091">166672</cx:pt>
          <cx:pt idx="4092">166772</cx:pt>
          <cx:pt idx="4093">166777</cx:pt>
          <cx:pt idx="4094">166812</cx:pt>
          <cx:pt idx="4095">166914</cx:pt>
          <cx:pt idx="4096">166914</cx:pt>
          <cx:pt idx="4097">166979</cx:pt>
          <cx:pt idx="4098">167011</cx:pt>
          <cx:pt idx="4099">167022</cx:pt>
          <cx:pt idx="4100">167219</cx:pt>
          <cx:pt idx="4101">167260</cx:pt>
          <cx:pt idx="4102">167278</cx:pt>
          <cx:pt idx="4103">167438</cx:pt>
          <cx:pt idx="4104">167536</cx:pt>
          <cx:pt idx="4105">167557</cx:pt>
          <cx:pt idx="4106">167557</cx:pt>
          <cx:pt idx="4107">167566</cx:pt>
          <cx:pt idx="4108">167607</cx:pt>
          <cx:pt idx="4109">167612</cx:pt>
          <cx:pt idx="4110">167666</cx:pt>
          <cx:pt idx="4111">167666</cx:pt>
          <cx:pt idx="4112">167695</cx:pt>
          <cx:pt idx="4113">167697</cx:pt>
          <cx:pt idx="4114">167750</cx:pt>
          <cx:pt idx="4115">167766</cx:pt>
          <cx:pt idx="4116">167785</cx:pt>
          <cx:pt idx="4117">167822</cx:pt>
          <cx:pt idx="4118">167869</cx:pt>
          <cx:pt idx="4119">167939</cx:pt>
          <cx:pt idx="4120">167977</cx:pt>
          <cx:pt idx="4121">167990</cx:pt>
          <cx:pt idx="4122">167999</cx:pt>
          <cx:pt idx="4123">168104</cx:pt>
          <cx:pt idx="4124">168210</cx:pt>
          <cx:pt idx="4125">168242</cx:pt>
          <cx:pt idx="4126">168263</cx:pt>
          <cx:pt idx="4127">168367</cx:pt>
          <cx:pt idx="4128">168372</cx:pt>
          <cx:pt idx="4129">168412</cx:pt>
          <cx:pt idx="4130">168522</cx:pt>
          <cx:pt idx="4131">168542</cx:pt>
          <cx:pt idx="4132">168584</cx:pt>
          <cx:pt idx="4133">168666</cx:pt>
          <cx:pt idx="4134">168681</cx:pt>
          <cx:pt idx="4135">168759</cx:pt>
          <cx:pt idx="4136">168762</cx:pt>
          <cx:pt idx="4137">168819</cx:pt>
          <cx:pt idx="4138">168845</cx:pt>
          <cx:pt idx="4139">168859</cx:pt>
          <cx:pt idx="4140">168896</cx:pt>
          <cx:pt idx="4141">168913</cx:pt>
          <cx:pt idx="4142">168999</cx:pt>
          <cx:pt idx="4143">169000</cx:pt>
          <cx:pt idx="4144">169038</cx:pt>
          <cx:pt idx="4145">169046</cx:pt>
          <cx:pt idx="4146">169085</cx:pt>
          <cx:pt idx="4147">169096</cx:pt>
          <cx:pt idx="4148">169107</cx:pt>
          <cx:pt idx="4149">169341</cx:pt>
          <cx:pt idx="4150">169349</cx:pt>
          <cx:pt idx="4151">169416</cx:pt>
          <cx:pt idx="4152">169439</cx:pt>
          <cx:pt idx="4153">169442</cx:pt>
          <cx:pt idx="4154">169479</cx:pt>
          <cx:pt idx="4155">169483</cx:pt>
          <cx:pt idx="4156">169497</cx:pt>
          <cx:pt idx="4157">169646</cx:pt>
          <cx:pt idx="4158">169762</cx:pt>
          <cx:pt idx="4159">169900</cx:pt>
          <cx:pt idx="4160">169933</cx:pt>
          <cx:pt idx="4161">169933</cx:pt>
          <cx:pt idx="4162">169933</cx:pt>
          <cx:pt idx="4163">169966</cx:pt>
          <cx:pt idx="4164">169982</cx:pt>
          <cx:pt idx="4165">169999</cx:pt>
          <cx:pt idx="4166">170000</cx:pt>
          <cx:pt idx="4167">170003</cx:pt>
          <cx:pt idx="4168">170033</cx:pt>
          <cx:pt idx="4169">170034</cx:pt>
          <cx:pt idx="4170">170159</cx:pt>
          <cx:pt idx="4171">170302</cx:pt>
          <cx:pt idx="4172">170447</cx:pt>
          <cx:pt idx="4173">170451</cx:pt>
          <cx:pt idx="4174">170494</cx:pt>
          <cx:pt idx="4175">170673</cx:pt>
          <cx:pt idx="4176">170677</cx:pt>
          <cx:pt idx="4177">170810</cx:pt>
          <cx:pt idx="4178">171080</cx:pt>
          <cx:pt idx="4179">171087</cx:pt>
          <cx:pt idx="4180">171112</cx:pt>
          <cx:pt idx="4181">171223</cx:pt>
          <cx:pt idx="4182">171396</cx:pt>
          <cx:pt idx="4183">171424</cx:pt>
          <cx:pt idx="4184">171559</cx:pt>
          <cx:pt idx="4185">171604</cx:pt>
          <cx:pt idx="4186">171628</cx:pt>
          <cx:pt idx="4187">171668</cx:pt>
          <cx:pt idx="4188">171700</cx:pt>
          <cx:pt idx="4189">171711</cx:pt>
          <cx:pt idx="4190">171713</cx:pt>
          <cx:pt idx="4191">171872</cx:pt>
          <cx:pt idx="4192">171958</cx:pt>
          <cx:pt idx="4193">172035</cx:pt>
          <cx:pt idx="4194">172095</cx:pt>
          <cx:pt idx="4195">172101</cx:pt>
          <cx:pt idx="4196">172166</cx:pt>
          <cx:pt idx="4197">172189</cx:pt>
          <cx:pt idx="4198">172289</cx:pt>
          <cx:pt idx="4199">172363</cx:pt>
          <cx:pt idx="4200">172376</cx:pt>
          <cx:pt idx="4201">172401</cx:pt>
          <cx:pt idx="4202">172471</cx:pt>
          <cx:pt idx="4203">172521</cx:pt>
          <cx:pt idx="4204">172593</cx:pt>
          <cx:pt idx="4205">172636</cx:pt>
          <cx:pt idx="4206">172773</cx:pt>
          <cx:pt idx="4207">172800</cx:pt>
          <cx:pt idx="4208">172825</cx:pt>
          <cx:pt idx="4209">172966</cx:pt>
          <cx:pt idx="4210">173014</cx:pt>
          <cx:pt idx="4211">173103</cx:pt>
          <cx:pt idx="4212">173165</cx:pt>
          <cx:pt idx="4213">173189</cx:pt>
          <cx:pt idx="4214">173229</cx:pt>
          <cx:pt idx="4215">173247</cx:pt>
          <cx:pt idx="4216">173333</cx:pt>
          <cx:pt idx="4217">173343</cx:pt>
          <cx:pt idx="4218">173347</cx:pt>
          <cx:pt idx="4219">173348</cx:pt>
          <cx:pt idx="4220">173575</cx:pt>
          <cx:pt idx="4221">173581</cx:pt>
          <cx:pt idx="4222">173630</cx:pt>
          <cx:pt idx="4223">173738</cx:pt>
          <cx:pt idx="4224">173797</cx:pt>
          <cx:pt idx="4225">173799</cx:pt>
          <cx:pt idx="4226">173807</cx:pt>
          <cx:pt idx="4227">173965</cx:pt>
          <cx:pt idx="4228">173991</cx:pt>
          <cx:pt idx="4229">173997</cx:pt>
          <cx:pt idx="4230">174031</cx:pt>
          <cx:pt idx="4231">174067</cx:pt>
          <cx:pt idx="4232">174087</cx:pt>
          <cx:pt idx="4233">174123</cx:pt>
          <cx:pt idx="4234">174133</cx:pt>
          <cx:pt idx="4235">174281</cx:pt>
          <cx:pt idx="4236">174300</cx:pt>
          <cx:pt idx="4237">174326</cx:pt>
          <cx:pt idx="4238">174338</cx:pt>
          <cx:pt idx="4239">174362</cx:pt>
          <cx:pt idx="4240">174484</cx:pt>
          <cx:pt idx="4241">174646</cx:pt>
          <cx:pt idx="4242">174646</cx:pt>
          <cx:pt idx="4243">174794</cx:pt>
          <cx:pt idx="4244">174816</cx:pt>
          <cx:pt idx="4245">174859</cx:pt>
          <cx:pt idx="4246">174893</cx:pt>
          <cx:pt idx="4247">174897</cx:pt>
          <cx:pt idx="4248">174932</cx:pt>
          <cx:pt idx="4249">175000</cx:pt>
          <cx:pt idx="4250">175083</cx:pt>
          <cx:pt idx="4251">175136</cx:pt>
          <cx:pt idx="4252">175166</cx:pt>
          <cx:pt idx="4253">175218</cx:pt>
          <cx:pt idx="4254">175241</cx:pt>
          <cx:pt idx="4255">175255</cx:pt>
          <cx:pt idx="4256">175283</cx:pt>
          <cx:pt idx="4257">175309</cx:pt>
          <cx:pt idx="4258">175346</cx:pt>
          <cx:pt idx="4259">175523</cx:pt>
          <cx:pt idx="4260">175523</cx:pt>
          <cx:pt idx="4261">175523</cx:pt>
          <cx:pt idx="4262">175523</cx:pt>
          <cx:pt idx="4263">175523</cx:pt>
          <cx:pt idx="4264">175558</cx:pt>
          <cx:pt idx="4265">175577</cx:pt>
          <cx:pt idx="4266">175620</cx:pt>
          <cx:pt idx="4267">175623</cx:pt>
          <cx:pt idx="4268">175634</cx:pt>
          <cx:pt idx="4269">175679</cx:pt>
          <cx:pt idx="4270">175679</cx:pt>
          <cx:pt idx="4271">175866</cx:pt>
          <cx:pt idx="4272">175867</cx:pt>
          <cx:pt idx="4273">175951</cx:pt>
          <cx:pt idx="4274">175987</cx:pt>
          <cx:pt idx="4275">176046</cx:pt>
          <cx:pt idx="4276">176046</cx:pt>
          <cx:pt idx="4277">176063</cx:pt>
          <cx:pt idx="4278">176317</cx:pt>
          <cx:pt idx="4279">176340</cx:pt>
          <cx:pt idx="4280">176345</cx:pt>
          <cx:pt idx="4281">176351</cx:pt>
          <cx:pt idx="4282">176431</cx:pt>
          <cx:pt idx="4283">176431</cx:pt>
          <cx:pt idx="4284">176483</cx:pt>
          <cx:pt idx="4285">176510</cx:pt>
          <cx:pt idx="4286">176516</cx:pt>
          <cx:pt idx="4287">176530</cx:pt>
          <cx:pt idx="4288">176569</cx:pt>
          <cx:pt idx="4289">176598</cx:pt>
          <cx:pt idx="4290">176598</cx:pt>
          <cx:pt idx="4291">176623</cx:pt>
          <cx:pt idx="4292">176633</cx:pt>
          <cx:pt idx="4293">176647</cx:pt>
          <cx:pt idx="4294">176666</cx:pt>
          <cx:pt idx="4295">176672</cx:pt>
          <cx:pt idx="4296">176729</cx:pt>
          <cx:pt idx="4297">176750</cx:pt>
          <cx:pt idx="4298">176795</cx:pt>
          <cx:pt idx="4299">176835</cx:pt>
          <cx:pt idx="4300">176835</cx:pt>
          <cx:pt idx="4301">176835</cx:pt>
          <cx:pt idx="4302">176951</cx:pt>
          <cx:pt idx="4303">176964</cx:pt>
          <cx:pt idx="4304">176969</cx:pt>
          <cx:pt idx="4305">177125</cx:pt>
          <cx:pt idx="4306">177158</cx:pt>
          <cx:pt idx="4307">177198</cx:pt>
          <cx:pt idx="4308">177198</cx:pt>
          <cx:pt idx="4309">177223</cx:pt>
          <cx:pt idx="4310">177263</cx:pt>
          <cx:pt idx="4311">177333</cx:pt>
          <cx:pt idx="4312">177350</cx:pt>
          <cx:pt idx="4313">177382</cx:pt>
          <cx:pt idx="4314">177570</cx:pt>
          <cx:pt idx="4315">177570</cx:pt>
          <cx:pt idx="4316">177661</cx:pt>
          <cx:pt idx="4317">177909</cx:pt>
          <cx:pt idx="4318">177926</cx:pt>
          <cx:pt idx="4319">177938</cx:pt>
          <cx:pt idx="4320">177964</cx:pt>
          <cx:pt idx="4321">177989</cx:pt>
          <cx:pt idx="4322">177999</cx:pt>
          <cx:pt idx="4323">178058</cx:pt>
          <cx:pt idx="4324">178058</cx:pt>
          <cx:pt idx="4325">178058</cx:pt>
          <cx:pt idx="4326">178058</cx:pt>
          <cx:pt idx="4327">178067</cx:pt>
          <cx:pt idx="4328">178086</cx:pt>
          <cx:pt idx="4329">178143</cx:pt>
          <cx:pt idx="4330">178143</cx:pt>
          <cx:pt idx="4331">178184</cx:pt>
          <cx:pt idx="4332">178212</cx:pt>
          <cx:pt idx="4333">178244</cx:pt>
          <cx:pt idx="4334">178534</cx:pt>
          <cx:pt idx="4335">178538</cx:pt>
          <cx:pt idx="4336">178548</cx:pt>
          <cx:pt idx="4337">178626</cx:pt>
          <cx:pt idx="4338">178683</cx:pt>
          <cx:pt idx="4339">178750</cx:pt>
          <cx:pt idx="4340">178857</cx:pt>
          <cx:pt idx="4341">178972</cx:pt>
          <cx:pt idx="4342">179010</cx:pt>
          <cx:pt idx="4343">179038</cx:pt>
          <cx:pt idx="4344">179254</cx:pt>
          <cx:pt idx="4345">179337</cx:pt>
          <cx:pt idx="4346">179359</cx:pt>
          <cx:pt idx="4347">179456</cx:pt>
          <cx:pt idx="4348">179460</cx:pt>
          <cx:pt idx="4349">179492</cx:pt>
          <cx:pt idx="4350">179501</cx:pt>
          <cx:pt idx="4351">179569</cx:pt>
          <cx:pt idx="4352">179569</cx:pt>
          <cx:pt idx="4353">179665</cx:pt>
          <cx:pt idx="4354">179811</cx:pt>
          <cx:pt idx="4355">179819</cx:pt>
          <cx:pt idx="4356">179864</cx:pt>
          <cx:pt idx="4357">179882</cx:pt>
          <cx:pt idx="4358">179952</cx:pt>
          <cx:pt idx="4359">179983</cx:pt>
          <cx:pt idx="4360">180000</cx:pt>
          <cx:pt idx="4361">180000</cx:pt>
          <cx:pt idx="4362">180024</cx:pt>
          <cx:pt idx="4363">180133</cx:pt>
          <cx:pt idx="4364">180137</cx:pt>
          <cx:pt idx="4365">180200</cx:pt>
          <cx:pt idx="4366">180279</cx:pt>
          <cx:pt idx="4367">180331</cx:pt>
          <cx:pt idx="4368">180332</cx:pt>
          <cx:pt idx="4369">180500</cx:pt>
          <cx:pt idx="4370">180593</cx:pt>
          <cx:pt idx="4371">180683</cx:pt>
          <cx:pt idx="4372">180789</cx:pt>
          <cx:pt idx="4373">180792</cx:pt>
          <cx:pt idx="4374">180866</cx:pt>
          <cx:pt idx="4375">180971</cx:pt>
          <cx:pt idx="4376">181150</cx:pt>
          <cx:pt idx="4377">181186</cx:pt>
          <cx:pt idx="4378">181186</cx:pt>
          <cx:pt idx="4379">181240</cx:pt>
          <cx:pt idx="4380">181240</cx:pt>
          <cx:pt idx="4381">181258</cx:pt>
          <cx:pt idx="4382">181384</cx:pt>
          <cx:pt idx="4383">181397</cx:pt>
          <cx:pt idx="4384">181397</cx:pt>
          <cx:pt idx="4385">181432</cx:pt>
          <cx:pt idx="4386">181484</cx:pt>
          <cx:pt idx="4387">181794</cx:pt>
          <cx:pt idx="4388">181794</cx:pt>
          <cx:pt idx="4389">181800</cx:pt>
          <cx:pt idx="4390">181800</cx:pt>
          <cx:pt idx="4391">181850</cx:pt>
          <cx:pt idx="4392">181905</cx:pt>
          <cx:pt idx="4393">181956</cx:pt>
          <cx:pt idx="4394">181956</cx:pt>
          <cx:pt idx="4395">182157</cx:pt>
          <cx:pt idx="4396">182227</cx:pt>
          <cx:pt idx="4397">182418</cx:pt>
          <cx:pt idx="4398">182461</cx:pt>
          <cx:pt idx="4399">182489</cx:pt>
          <cx:pt idx="4400">182620</cx:pt>
          <cx:pt idx="4401">182639</cx:pt>
          <cx:pt idx="4402">182741</cx:pt>
          <cx:pt idx="4403">182772</cx:pt>
          <cx:pt idx="4404">182798</cx:pt>
          <cx:pt idx="4405">182826</cx:pt>
          <cx:pt idx="4406">182868</cx:pt>
          <cx:pt idx="4407">182875</cx:pt>
          <cx:pt idx="4408">182927</cx:pt>
          <cx:pt idx="4409">183007</cx:pt>
          <cx:pt idx="4410">183055</cx:pt>
          <cx:pt idx="4411">183233</cx:pt>
          <cx:pt idx="4412">183321</cx:pt>
          <cx:pt idx="4413">183323</cx:pt>
          <cx:pt idx="4414">183335</cx:pt>
          <cx:pt idx="4415">183349</cx:pt>
          <cx:pt idx="4416">183358</cx:pt>
          <cx:pt idx="4417">183402</cx:pt>
          <cx:pt idx="4418">183411</cx:pt>
          <cx:pt idx="4419">183539</cx:pt>
          <cx:pt idx="4420">183682</cx:pt>
          <cx:pt idx="4421">183854</cx:pt>
          <cx:pt idx="4422">183870</cx:pt>
          <cx:pt idx="4423">183875</cx:pt>
          <cx:pt idx="4424">184038</cx:pt>
          <cx:pt idx="4425">184051</cx:pt>
          <cx:pt idx="4426">184174</cx:pt>
          <cx:pt idx="4427">184183</cx:pt>
          <cx:pt idx="4428">184203</cx:pt>
          <cx:pt idx="4429">184205</cx:pt>
          <cx:pt idx="4430">184345</cx:pt>
          <cx:pt idx="4431">184413</cx:pt>
          <cx:pt idx="4432">184419</cx:pt>
          <cx:pt idx="4433">184501</cx:pt>
          <cx:pt idx="4434">184594</cx:pt>
          <cx:pt idx="4435">184601</cx:pt>
          <cx:pt idx="4436">184690</cx:pt>
          <cx:pt idx="4437">184866</cx:pt>
          <cx:pt idx="4438">184953</cx:pt>
          <cx:pt idx="4439">184975</cx:pt>
          <cx:pt idx="4440">184990</cx:pt>
          <cx:pt idx="4441">185118</cx:pt>
          <cx:pt idx="4442">185133</cx:pt>
          <cx:pt idx="4443">185265</cx:pt>
          <cx:pt idx="4444">185304</cx:pt>
          <cx:pt idx="4445">185383</cx:pt>
          <cx:pt idx="4446">185547</cx:pt>
          <cx:pt idx="4447">185551</cx:pt>
          <cx:pt idx="4448">185587</cx:pt>
          <cx:pt idx="4449">185608</cx:pt>
          <cx:pt idx="4450">185750</cx:pt>
          <cx:pt idx="4451">185878</cx:pt>
          <cx:pt idx="4452">185898</cx:pt>
          <cx:pt idx="4453">186149</cx:pt>
          <cx:pt idx="4454">186287</cx:pt>
          <cx:pt idx="4455">186365</cx:pt>
          <cx:pt idx="4456">186393</cx:pt>
          <cx:pt idx="4457">186393</cx:pt>
          <cx:pt idx="4458">186422</cx:pt>
          <cx:pt idx="4459">186541</cx:pt>
          <cx:pt idx="4460">186554</cx:pt>
          <cx:pt idx="4461">186669</cx:pt>
          <cx:pt idx="4462">186683</cx:pt>
          <cx:pt idx="4463">186684</cx:pt>
          <cx:pt idx="4464">186749</cx:pt>
          <cx:pt idx="4465">186749</cx:pt>
          <cx:pt idx="4466">186769</cx:pt>
          <cx:pt idx="4467">186822</cx:pt>
          <cx:pt idx="4468">186827</cx:pt>
          <cx:pt idx="4469">186989</cx:pt>
          <cx:pt idx="4470">187005</cx:pt>
          <cx:pt idx="4471">187133</cx:pt>
          <cx:pt idx="4472">187164</cx:pt>
          <cx:pt idx="4473">187173</cx:pt>
          <cx:pt idx="4474">187198</cx:pt>
          <cx:pt idx="4475">187216</cx:pt>
          <cx:pt idx="4476">187224</cx:pt>
          <cx:pt idx="4477">187388</cx:pt>
          <cx:pt idx="4478">187483</cx:pt>
          <cx:pt idx="4479">187524</cx:pt>
          <cx:pt idx="4480">187599</cx:pt>
          <cx:pt idx="4481">187635</cx:pt>
          <cx:pt idx="4482">187722</cx:pt>
          <cx:pt idx="4483">187743</cx:pt>
          <cx:pt idx="4484">187829</cx:pt>
          <cx:pt idx="4485">187895</cx:pt>
          <cx:pt idx="4486">188135</cx:pt>
          <cx:pt idx="4487">188228</cx:pt>
          <cx:pt idx="4488">188330</cx:pt>
          <cx:pt idx="4489">188330</cx:pt>
          <cx:pt idx="4490">188333</cx:pt>
          <cx:pt idx="4491">188333</cx:pt>
          <cx:pt idx="4492">188348</cx:pt>
          <cx:pt idx="4493">188427</cx:pt>
          <cx:pt idx="4494">188446</cx:pt>
          <cx:pt idx="4495">188503</cx:pt>
          <cx:pt idx="4496">188503</cx:pt>
          <cx:pt idx="4497">188649</cx:pt>
          <cx:pt idx="4498">188734</cx:pt>
          <cx:pt idx="4499">188842</cx:pt>
          <cx:pt idx="4500">188845</cx:pt>
          <cx:pt idx="4501">188890</cx:pt>
          <cx:pt idx="4502">188890</cx:pt>
          <cx:pt idx="4503">189112</cx:pt>
          <cx:pt idx="4504">189330</cx:pt>
          <cx:pt idx="4505">189454</cx:pt>
          <cx:pt idx="4506">189454</cx:pt>
          <cx:pt idx="4507">189650</cx:pt>
          <cx:pt idx="4508">189650</cx:pt>
          <cx:pt idx="4509">189832</cx:pt>
          <cx:pt idx="4510">189876</cx:pt>
          <cx:pt idx="4511">189944</cx:pt>
          <cx:pt idx="4512">190003</cx:pt>
          <cx:pt idx="4513">190020</cx:pt>
          <cx:pt idx="4514">190112</cx:pt>
          <cx:pt idx="4515">190374</cx:pt>
          <cx:pt idx="4516">190392</cx:pt>
          <cx:pt idx="4517">190412</cx:pt>
          <cx:pt idx="4518">190443</cx:pt>
          <cx:pt idx="4519">190588</cx:pt>
          <cx:pt idx="4520">190611</cx:pt>
          <cx:pt idx="4521">190883</cx:pt>
          <cx:pt idx="4522">190930</cx:pt>
          <cx:pt idx="4523">191035</cx:pt>
          <cx:pt idx="4524">191035</cx:pt>
          <cx:pt idx="4525">191307</cx:pt>
          <cx:pt idx="4526">191365</cx:pt>
          <cx:pt idx="4527">191386</cx:pt>
          <cx:pt idx="4528">191526</cx:pt>
          <cx:pt idx="4529">191722</cx:pt>
          <cx:pt idx="4530">191786</cx:pt>
          <cx:pt idx="4531">191835</cx:pt>
          <cx:pt idx="4532">191835</cx:pt>
          <cx:pt idx="4533">191865</cx:pt>
          <cx:pt idx="4534">191887</cx:pt>
          <cx:pt idx="4535">191890</cx:pt>
          <cx:pt idx="4536">192009</cx:pt>
          <cx:pt idx="4537">192009</cx:pt>
          <cx:pt idx="4538">192035</cx:pt>
          <cx:pt idx="4539">192193</cx:pt>
          <cx:pt idx="4540">192216</cx:pt>
          <cx:pt idx="4541">192481</cx:pt>
          <cx:pt idx="4542">192481</cx:pt>
          <cx:pt idx="4543">192553</cx:pt>
          <cx:pt idx="4544">192660</cx:pt>
          <cx:pt idx="4545">192676</cx:pt>
          <cx:pt idx="4546">192682</cx:pt>
          <cx:pt idx="4547">192958</cx:pt>
          <cx:pt idx="4548">193177</cx:pt>
          <cx:pt idx="4549">193198</cx:pt>
          <cx:pt idx="4550">193208</cx:pt>
          <cx:pt idx="4551">193293</cx:pt>
          <cx:pt idx="4552">193326</cx:pt>
          <cx:pt idx="4553">193332</cx:pt>
          <cx:pt idx="4554">193376</cx:pt>
          <cx:pt idx="4555">193500</cx:pt>
          <cx:pt idx="4556">193510</cx:pt>
          <cx:pt idx="4557">193566</cx:pt>
          <cx:pt idx="4558">193620</cx:pt>
          <cx:pt idx="4559">193637</cx:pt>
          <cx:pt idx="4560">193727</cx:pt>
          <cx:pt idx="4561">193782</cx:pt>
          <cx:pt idx="4562">193919</cx:pt>
          <cx:pt idx="4563">194006</cx:pt>
          <cx:pt idx="4564">194041</cx:pt>
          <cx:pt idx="4565">194224</cx:pt>
          <cx:pt idx="4566">194269</cx:pt>
          <cx:pt idx="4567">194280</cx:pt>
          <cx:pt idx="4568">194326</cx:pt>
          <cx:pt idx="4569">194396</cx:pt>
          <cx:pt idx="4570">194573</cx:pt>
          <cx:pt idx="4571">194677</cx:pt>
          <cx:pt idx="4572">194738</cx:pt>
          <cx:pt idx="4573">194850</cx:pt>
          <cx:pt idx="4574">194958</cx:pt>
          <cx:pt idx="4575">194984</cx:pt>
          <cx:pt idx="4576">194994</cx:pt>
          <cx:pt idx="4577">195066</cx:pt>
          <cx:pt idx="4578">195066</cx:pt>
          <cx:pt idx="4579">195085</cx:pt>
          <cx:pt idx="4580">195138</cx:pt>
          <cx:pt idx="4581">195216</cx:pt>
          <cx:pt idx="4582">195216</cx:pt>
          <cx:pt idx="4583">195276</cx:pt>
          <cx:pt idx="4584">195316</cx:pt>
          <cx:pt idx="4585">195471</cx:pt>
          <cx:pt idx="4586">195539</cx:pt>
          <cx:pt idx="4587">195539</cx:pt>
          <cx:pt idx="4588">195710</cx:pt>
          <cx:pt idx="4589">195800</cx:pt>
          <cx:pt idx="4590">195868</cx:pt>
          <cx:pt idx="4591">195901</cx:pt>
          <cx:pt idx="4592">195916</cx:pt>
          <cx:pt idx="4593">195965</cx:pt>
          <cx:pt idx="4594">196008</cx:pt>
          <cx:pt idx="4595">196350</cx:pt>
          <cx:pt idx="4596">196350</cx:pt>
          <cx:pt idx="4597">196385</cx:pt>
          <cx:pt idx="4598">196668</cx:pt>
          <cx:pt idx="4599">196700</cx:pt>
          <cx:pt idx="4600">196712</cx:pt>
          <cx:pt idx="4601">196740</cx:pt>
          <cx:pt idx="4602">196868</cx:pt>
          <cx:pt idx="4603">196910</cx:pt>
          <cx:pt idx="4604">196933</cx:pt>
          <cx:pt idx="4605">197006</cx:pt>
          <cx:pt idx="4606">197116</cx:pt>
          <cx:pt idx="4607">197203</cx:pt>
          <cx:pt idx="4608">197215</cx:pt>
          <cx:pt idx="4609">197243</cx:pt>
          <cx:pt idx="4610">197305</cx:pt>
          <cx:pt idx="4611">197465</cx:pt>
          <cx:pt idx="4612">197500</cx:pt>
          <cx:pt idx="4613">197538</cx:pt>
          <cx:pt idx="4614">197775</cx:pt>
          <cx:pt idx="4615">197799</cx:pt>
          <cx:pt idx="4616">197866</cx:pt>
          <cx:pt idx="4617">198031</cx:pt>
          <cx:pt idx="4618">198062</cx:pt>
          <cx:pt idx="4619">198302</cx:pt>
          <cx:pt idx="4620">198390</cx:pt>
          <cx:pt idx="4621">198450</cx:pt>
          <cx:pt idx="4622">198571</cx:pt>
          <cx:pt idx="4623">198605</cx:pt>
          <cx:pt idx="4624">198813</cx:pt>
          <cx:pt idx="4625">198816</cx:pt>
          <cx:pt idx="4626">198874</cx:pt>
          <cx:pt idx="4627">198898</cx:pt>
          <cx:pt idx="4628">198909</cx:pt>
          <cx:pt idx="4629">198999</cx:pt>
          <cx:pt idx="4630">199147</cx:pt>
          <cx:pt idx="4631">199212</cx:pt>
          <cx:pt idx="4632">199257</cx:pt>
          <cx:pt idx="4633">199458</cx:pt>
          <cx:pt idx="4634">199492</cx:pt>
          <cx:pt idx="4635">199581</cx:pt>
          <cx:pt idx="4636">199583</cx:pt>
          <cx:pt idx="4637">199583</cx:pt>
          <cx:pt idx="4638">199619</cx:pt>
          <cx:pt idx="4639">199642</cx:pt>
          <cx:pt idx="4640">199666</cx:pt>
          <cx:pt idx="4641">199896</cx:pt>
          <cx:pt idx="4642">199991</cx:pt>
          <cx:pt idx="4643">200000</cx:pt>
          <cx:pt idx="4644">200000</cx:pt>
          <cx:pt idx="4645">200000</cx:pt>
          <cx:pt idx="4646">200000</cx:pt>
          <cx:pt idx="4647">200000</cx:pt>
          <cx:pt idx="4648">200000</cx:pt>
          <cx:pt idx="4649">200000</cx:pt>
          <cx:pt idx="4650">200000</cx:pt>
          <cx:pt idx="4651">200000</cx:pt>
          <cx:pt idx="4652">200000</cx:pt>
          <cx:pt idx="4653">200000</cx:pt>
          <cx:pt idx="4654">200000</cx:pt>
          <cx:pt idx="4655">200000</cx:pt>
          <cx:pt idx="4656">200002</cx:pt>
          <cx:pt idx="4657">200125</cx:pt>
          <cx:pt idx="4658">200166</cx:pt>
          <cx:pt idx="4659">200199</cx:pt>
          <cx:pt idx="4660">200250</cx:pt>
          <cx:pt idx="4661">200292</cx:pt>
          <cx:pt idx="4662">200360</cx:pt>
          <cx:pt idx="4663">200366</cx:pt>
          <cx:pt idx="4664">200399</cx:pt>
          <cx:pt idx="4665">200420</cx:pt>
          <cx:pt idx="4666">200435</cx:pt>
          <cx:pt idx="4667">200459</cx:pt>
          <cx:pt idx="4668">200540</cx:pt>
          <cx:pt idx="4669">200661</cx:pt>
          <cx:pt idx="4670">200708</cx:pt>
          <cx:pt idx="4671">200774</cx:pt>
          <cx:pt idx="4672">200983</cx:pt>
          <cx:pt idx="4673">201363</cx:pt>
          <cx:pt idx="4674">201384</cx:pt>
          <cx:pt idx="4675">201570</cx:pt>
          <cx:pt idx="4676">201624</cx:pt>
          <cx:pt idx="4677">201660</cx:pt>
          <cx:pt idx="4678">201738</cx:pt>
          <cx:pt idx="4679">202019</cx:pt>
          <cx:pt idx="4680">202120</cx:pt>
          <cx:pt idx="4681">202165</cx:pt>
          <cx:pt idx="4682">202269</cx:pt>
          <cx:pt idx="4683">202284</cx:pt>
          <cx:pt idx="4684">202284</cx:pt>
          <cx:pt idx="4685">202298</cx:pt>
          <cx:pt idx="4686">202308</cx:pt>
          <cx:pt idx="4687">202337</cx:pt>
          <cx:pt idx="4688">202350</cx:pt>
          <cx:pt idx="4689">202381</cx:pt>
          <cx:pt idx="4690">202381</cx:pt>
          <cx:pt idx="4691">202696</cx:pt>
          <cx:pt idx="4692">202750</cx:pt>
          <cx:pt idx="4693">202754</cx:pt>
          <cx:pt idx="4694">202847</cx:pt>
          <cx:pt idx="4695">203170</cx:pt>
          <cx:pt idx="4696">203286</cx:pt>
          <cx:pt idx="4697">203324</cx:pt>
          <cx:pt idx="4698">203331</cx:pt>
          <cx:pt idx="4699">203333</cx:pt>
          <cx:pt idx="4700">203417</cx:pt>
          <cx:pt idx="4701">203455</cx:pt>
          <cx:pt idx="4702">203455</cx:pt>
          <cx:pt idx="4703">203673</cx:pt>
          <cx:pt idx="4704">203743</cx:pt>
          <cx:pt idx="4705">203985</cx:pt>
          <cx:pt idx="4706">204051</cx:pt>
          <cx:pt idx="4707">204114</cx:pt>
          <cx:pt idx="4708">204114</cx:pt>
          <cx:pt idx="4709">204117</cx:pt>
          <cx:pt idx="4710">204166</cx:pt>
          <cx:pt idx="4711">204190</cx:pt>
          <cx:pt idx="4712">204190</cx:pt>
          <cx:pt idx="4713">204190</cx:pt>
          <cx:pt idx="4714">204416</cx:pt>
          <cx:pt idx="4715">204523</cx:pt>
          <cx:pt idx="4716">204536</cx:pt>
          <cx:pt idx="4717">204675</cx:pt>
          <cx:pt idx="4718">204712</cx:pt>
          <cx:pt idx="4719">204849</cx:pt>
          <cx:pt idx="4720">205077</cx:pt>
          <cx:pt idx="4721">205097</cx:pt>
          <cx:pt idx="4722">205190</cx:pt>
          <cx:pt idx="4723">205269</cx:pt>
          <cx:pt idx="4724">205269</cx:pt>
          <cx:pt idx="4725">205434</cx:pt>
          <cx:pt idx="4726">205504</cx:pt>
          <cx:pt idx="4727">205681</cx:pt>
          <cx:pt idx="4728">205696</cx:pt>
          <cx:pt idx="4729">205714</cx:pt>
          <cx:pt idx="4730">205789</cx:pt>
          <cx:pt idx="4731">205797</cx:pt>
          <cx:pt idx="4732">205838</cx:pt>
          <cx:pt idx="4733">205905</cx:pt>
          <cx:pt idx="4734">205976</cx:pt>
          <cx:pt idx="4735">206014</cx:pt>
          <cx:pt idx="4736">206116</cx:pt>
          <cx:pt idx="4737">206187</cx:pt>
          <cx:pt idx="4738">206188</cx:pt>
          <cx:pt idx="4739">206203</cx:pt>
          <cx:pt idx="4740">206211</cx:pt>
          <cx:pt idx="4741">206214</cx:pt>
          <cx:pt idx="4742">206473</cx:pt>
          <cx:pt idx="4743">206497</cx:pt>
          <cx:pt idx="4744">206572</cx:pt>
          <cx:pt idx="4745">206610</cx:pt>
          <cx:pt idx="4746">206633</cx:pt>
          <cx:pt idx="4747">206740</cx:pt>
          <cx:pt idx="4748">206878</cx:pt>
          <cx:pt idx="4749">206971</cx:pt>
          <cx:pt idx="4750">206983</cx:pt>
          <cx:pt idx="4751">207124</cx:pt>
          <cx:pt idx="4752">207167</cx:pt>
          <cx:pt idx="4753">207209</cx:pt>
          <cx:pt idx="4754">207435</cx:pt>
          <cx:pt idx="4755">207484</cx:pt>
          <cx:pt idx="4756">207487</cx:pt>
          <cx:pt idx="4757">207487</cx:pt>
          <cx:pt idx="4758">207516</cx:pt>
          <cx:pt idx="4759">207536</cx:pt>
          <cx:pt idx="4760">207564</cx:pt>
          <cx:pt idx="4761">207594</cx:pt>
          <cx:pt idx="4762">207597</cx:pt>
          <cx:pt idx="4763">207624</cx:pt>
          <cx:pt idx="4764">207688</cx:pt>
          <cx:pt idx="4765">207776</cx:pt>
          <cx:pt idx="4766">207776</cx:pt>
          <cx:pt idx="4767">207841</cx:pt>
          <cx:pt idx="4768">207944</cx:pt>
          <cx:pt idx="4769">208096</cx:pt>
          <cx:pt idx="4770">208131</cx:pt>
          <cx:pt idx="4771">208174</cx:pt>
          <cx:pt idx="4772">208179</cx:pt>
          <cx:pt idx="4773">208246</cx:pt>
          <cx:pt idx="4774">208373</cx:pt>
          <cx:pt idx="4775">208438</cx:pt>
          <cx:pt idx="4776">208461</cx:pt>
          <cx:pt idx="4777">208654</cx:pt>
          <cx:pt idx="4778">208654</cx:pt>
          <cx:pt idx="4779">208654</cx:pt>
          <cx:pt idx="4780">208760</cx:pt>
          <cx:pt idx="4781">208817</cx:pt>
          <cx:pt idx="4782">208824</cx:pt>
          <cx:pt idx="4783">208873</cx:pt>
          <cx:pt idx="4784">208980</cx:pt>
          <cx:pt idx="4785">209102</cx:pt>
          <cx:pt idx="4786">209103</cx:pt>
          <cx:pt idx="4787">209221</cx:pt>
          <cx:pt idx="4788">209298</cx:pt>
          <cx:pt idx="4789">209467</cx:pt>
          <cx:pt idx="4790">209467</cx:pt>
          <cx:pt idx="4791">209708</cx:pt>
          <cx:pt idx="4792">210036</cx:pt>
          <cx:pt idx="4793">210036</cx:pt>
          <cx:pt idx="4794">210066</cx:pt>
          <cx:pt idx="4795">210114</cx:pt>
          <cx:pt idx="4796">210611</cx:pt>
          <cx:pt idx="4797">210611</cx:pt>
          <cx:pt idx="4798">210721</cx:pt>
          <cx:pt idx="4799">210775</cx:pt>
          <cx:pt idx="4800">210865</cx:pt>
          <cx:pt idx="4801">210885</cx:pt>
          <cx:pt idx="4802">210969</cx:pt>
          <cx:pt idx="4803">210980</cx:pt>
          <cx:pt idx="4804">211014</cx:pt>
          <cx:pt idx="4805">211024</cx:pt>
          <cx:pt idx="4806">211034</cx:pt>
          <cx:pt idx="4807">211047</cx:pt>
          <cx:pt idx="4808">211143</cx:pt>
          <cx:pt idx="4809">211183</cx:pt>
          <cx:pt idx="4810">211223</cx:pt>
          <cx:pt idx="4811">211250</cx:pt>
          <cx:pt idx="4812">211319</cx:pt>
          <cx:pt idx="4813">211378</cx:pt>
          <cx:pt idx="4814">211378</cx:pt>
          <cx:pt idx="4815">211429</cx:pt>
          <cx:pt idx="4816">211511</cx:pt>
          <cx:pt idx="4817">211658</cx:pt>
          <cx:pt idx="4818">211658</cx:pt>
          <cx:pt idx="4819">211658</cx:pt>
          <cx:pt idx="4820">211766</cx:pt>
          <cx:pt idx="4821">211986</cx:pt>
          <cx:pt idx="4822">211986</cx:pt>
          <cx:pt idx="4823">211986</cx:pt>
          <cx:pt idx="4824">212036</cx:pt>
          <cx:pt idx="4825">212191</cx:pt>
          <cx:pt idx="4826">212191</cx:pt>
          <cx:pt idx="4827">212191</cx:pt>
          <cx:pt idx="4828">212191</cx:pt>
          <cx:pt idx="4829">212191</cx:pt>
          <cx:pt idx="4830">212191</cx:pt>
          <cx:pt idx="4831">212191</cx:pt>
          <cx:pt idx="4832">212191</cx:pt>
          <cx:pt idx="4833">212191</cx:pt>
          <cx:pt idx="4834">212191</cx:pt>
          <cx:pt idx="4835">212191</cx:pt>
          <cx:pt idx="4836">212191</cx:pt>
          <cx:pt idx="4837">212200</cx:pt>
          <cx:pt idx="4838">212234</cx:pt>
          <cx:pt idx="4839">212433</cx:pt>
          <cx:pt idx="4840">212561</cx:pt>
          <cx:pt idx="4841">212660</cx:pt>
          <cx:pt idx="4842">212857</cx:pt>
          <cx:pt idx="4843">212867</cx:pt>
          <cx:pt idx="4844">212902</cx:pt>
          <cx:pt idx="4845">212969</cx:pt>
          <cx:pt idx="4846">213234</cx:pt>
          <cx:pt idx="4847">213285</cx:pt>
          <cx:pt idx="4848">213322</cx:pt>
          <cx:pt idx="4849">213349</cx:pt>
          <cx:pt idx="4850">213422</cx:pt>
          <cx:pt idx="4851">213440</cx:pt>
          <cx:pt idx="4852">213464</cx:pt>
          <cx:pt idx="4853">213475</cx:pt>
          <cx:pt idx="4854">213878</cx:pt>
          <cx:pt idx="4855">213896</cx:pt>
          <cx:pt idx="4856">213999</cx:pt>
          <cx:pt idx="4857">214003</cx:pt>
          <cx:pt idx="4858">214033</cx:pt>
          <cx:pt idx="4859">214055</cx:pt>
          <cx:pt idx="4860">214293</cx:pt>
          <cx:pt idx="4861">214467</cx:pt>
          <cx:pt idx="4862">214635</cx:pt>
          <cx:pt idx="4863">214741</cx:pt>
          <cx:pt idx="4864">214741</cx:pt>
          <cx:pt idx="4865">215066</cx:pt>
          <cx:pt idx="4866">215382</cx:pt>
          <cx:pt idx="4867">215382</cx:pt>
          <cx:pt idx="4868">215445</cx:pt>
          <cx:pt idx="4869">215497</cx:pt>
          <cx:pt idx="4870">215515</cx:pt>
          <cx:pt idx="4871">215556</cx:pt>
          <cx:pt idx="4872">215558</cx:pt>
          <cx:pt idx="4873">215618</cx:pt>
          <cx:pt idx="4874">215647</cx:pt>
          <cx:pt idx="4875">215671</cx:pt>
          <cx:pt idx="4876">215700</cx:pt>
          <cx:pt idx="4877">215729</cx:pt>
          <cx:pt idx="4878">216000</cx:pt>
          <cx:pt idx="4879">216045</cx:pt>
          <cx:pt idx="4880">216050</cx:pt>
          <cx:pt idx="4881">216342</cx:pt>
          <cx:pt idx="4882">216381</cx:pt>
          <cx:pt idx="4883">216381</cx:pt>
          <cx:pt idx="4884">216393</cx:pt>
          <cx:pt idx="4885">216474</cx:pt>
          <cx:pt idx="4886">216967</cx:pt>
          <cx:pt idx="4887">217150</cx:pt>
          <cx:pt idx="4888">217304</cx:pt>
          <cx:pt idx="4889">217368</cx:pt>
          <cx:pt idx="4890">217428</cx:pt>
          <cx:pt idx="4891">217428</cx:pt>
          <cx:pt idx="4892">217539</cx:pt>
          <cx:pt idx="4893">217616</cx:pt>
          <cx:pt idx="4894">217639</cx:pt>
          <cx:pt idx="4895">217656</cx:pt>
          <cx:pt idx="4896">217671</cx:pt>
          <cx:pt idx="4897">217696</cx:pt>
          <cx:pt idx="4898">217780</cx:pt>
          <cx:pt idx="4899">217845</cx:pt>
          <cx:pt idx="4900">217845</cx:pt>
          <cx:pt idx="4901">217939</cx:pt>
          <cx:pt idx="4902">217939</cx:pt>
          <cx:pt idx="4903">217995</cx:pt>
          <cx:pt idx="4904">218016</cx:pt>
          <cx:pt idx="4905">218506</cx:pt>
          <cx:pt idx="4906">218546</cx:pt>
          <cx:pt idx="4907">218739</cx:pt>
          <cx:pt idx="4908">218888</cx:pt>
          <cx:pt idx="4909">218888</cx:pt>
          <cx:pt idx="4910">219000</cx:pt>
          <cx:pt idx="4911">219000</cx:pt>
          <cx:pt idx="4912">219116</cx:pt>
          <cx:pt idx="4913">219229</cx:pt>
          <cx:pt idx="4914">219366</cx:pt>
          <cx:pt idx="4915">219645</cx:pt>
          <cx:pt idx="4916">219645</cx:pt>
          <cx:pt idx="4917">219675</cx:pt>
          <cx:pt idx="4918">219714</cx:pt>
          <cx:pt idx="4919">219763</cx:pt>
          <cx:pt idx="4920">219770</cx:pt>
          <cx:pt idx="4921">219777</cx:pt>
          <cx:pt idx="4922">219911</cx:pt>
          <cx:pt idx="4923">219932</cx:pt>
          <cx:pt idx="4924">219977</cx:pt>
          <cx:pt idx="4925">220149</cx:pt>
          <cx:pt idx="4926">220263</cx:pt>
          <cx:pt idx="4927">220277</cx:pt>
          <cx:pt idx="4928">220475</cx:pt>
          <cx:pt idx="4929">220599</cx:pt>
          <cx:pt idx="4930">220668</cx:pt>
          <cx:pt idx="4931">220772</cx:pt>
          <cx:pt idx="4932">221270</cx:pt>
          <cx:pt idx="4933">221346</cx:pt>
          <cx:pt idx="4934">221384</cx:pt>
          <cx:pt idx="4935">221441</cx:pt>
          <cx:pt idx="4936">221463</cx:pt>
          <cx:pt idx="4937">221785</cx:pt>
          <cx:pt idx="4938">221792</cx:pt>
          <cx:pt idx="4939">221838</cx:pt>
          <cx:pt idx="4940">222021</cx:pt>
          <cx:pt idx="4941">222028</cx:pt>
          <cx:pt idx="4942">222204</cx:pt>
          <cx:pt idx="4943">222509</cx:pt>
          <cx:pt idx="4944">222509</cx:pt>
          <cx:pt idx="4945">222525</cx:pt>
          <cx:pt idx="4946">222663</cx:pt>
          <cx:pt idx="4947">222677</cx:pt>
          <cx:pt idx="4948">222718</cx:pt>
          <cx:pt idx="4949">222744</cx:pt>
          <cx:pt idx="4950">222910</cx:pt>
          <cx:pt idx="4951">222940</cx:pt>
          <cx:pt idx="4952">222996</cx:pt>
          <cx:pt idx="4953">223383</cx:pt>
          <cx:pt idx="4954">223547</cx:pt>
          <cx:pt idx="4955">223691</cx:pt>
          <cx:pt idx="4956">223767</cx:pt>
          <cx:pt idx="4957">223943</cx:pt>
          <cx:pt idx="4958">223971</cx:pt>
          <cx:pt idx="4959">223979</cx:pt>
          <cx:pt idx="4960">223981</cx:pt>
          <cx:pt idx="4961">224131</cx:pt>
          <cx:pt idx="4962">224154</cx:pt>
          <cx:pt idx="4963">224193</cx:pt>
          <cx:pt idx="4964">224201</cx:pt>
          <cx:pt idx="4965">224218</cx:pt>
          <cx:pt idx="4966">224392</cx:pt>
          <cx:pt idx="4967">224883</cx:pt>
          <cx:pt idx="4968">224994</cx:pt>
          <cx:pt idx="4969">225033</cx:pt>
          <cx:pt idx="4970">225100</cx:pt>
          <cx:pt idx="4971">225119</cx:pt>
          <cx:pt idx="4972">225249</cx:pt>
          <cx:pt idx="4973">225374</cx:pt>
          <cx:pt idx="4974">225585</cx:pt>
          <cx:pt idx="4975">225666</cx:pt>
          <cx:pt idx="4976">225720</cx:pt>
          <cx:pt idx="4977">225978</cx:pt>
          <cx:pt idx="4978">225992</cx:pt>
          <cx:pt idx="4979">225998</cx:pt>
          <cx:pt idx="4980">226135</cx:pt>
          <cx:pt idx="4981">226466</cx:pt>
          <cx:pt idx="4982">226528</cx:pt>
          <cx:pt idx="4983">226641</cx:pt>
          <cx:pt idx="4984">226662</cx:pt>
          <cx:pt idx="4985">226879</cx:pt>
          <cx:pt idx="4986">226911</cx:pt>
          <cx:pt idx="4987">226915</cx:pt>
          <cx:pt idx="4988">227102</cx:pt>
          <cx:pt idx="4989">227132</cx:pt>
          <cx:pt idx="4990">227365</cx:pt>
          <cx:pt idx="4991">227868</cx:pt>
          <cx:pt idx="4992">228033</cx:pt>
          <cx:pt idx="4993">228041</cx:pt>
          <cx:pt idx="4994">228200</cx:pt>
          <cx:pt idx="4995">228250</cx:pt>
          <cx:pt idx="4996">228378</cx:pt>
          <cx:pt idx="4997">228439</cx:pt>
          <cx:pt idx="4998">228491</cx:pt>
          <cx:pt idx="4999">228491</cx:pt>
          <cx:pt idx="5000">228681</cx:pt>
          <cx:pt idx="5001">228838</cx:pt>
          <cx:pt idx="5002">228926</cx:pt>
          <cx:pt idx="5003">228958</cx:pt>
          <cx:pt idx="5004">229243</cx:pt>
          <cx:pt idx="5005">229272</cx:pt>
          <cx:pt idx="5006">229431</cx:pt>
          <cx:pt idx="5007">229506</cx:pt>
          <cx:pt idx="5008">229851</cx:pt>
          <cx:pt idx="5009">230254</cx:pt>
          <cx:pt idx="5010">230385</cx:pt>
          <cx:pt idx="5011">230625</cx:pt>
          <cx:pt idx="5012">230666</cx:pt>
          <cx:pt idx="5013">230840</cx:pt>
          <cx:pt idx="5014">230840</cx:pt>
          <cx:pt idx="5015">230897</cx:pt>
          <cx:pt idx="5016">230908</cx:pt>
          <cx:pt idx="5017">230964</cx:pt>
          <cx:pt idx="5018">231066</cx:pt>
          <cx:pt idx="5019">231331</cx:pt>
          <cx:pt idx="5020">231331</cx:pt>
          <cx:pt idx="5021">231622</cx:pt>
          <cx:pt idx="5022">231794</cx:pt>
          <cx:pt idx="5023">231820</cx:pt>
          <cx:pt idx="5024">231944</cx:pt>
          <cx:pt idx="5025">232150</cx:pt>
          <cx:pt idx="5026">232289</cx:pt>
          <cx:pt idx="5027">232444</cx:pt>
          <cx:pt idx="5028">232483</cx:pt>
          <cx:pt idx="5029">232527</cx:pt>
          <cx:pt idx="5030">232527</cx:pt>
          <cx:pt idx="5031">232746</cx:pt>
          <cx:pt idx="5032">233133</cx:pt>
          <cx:pt idx="5033">233133</cx:pt>
          <cx:pt idx="5034">233188</cx:pt>
          <cx:pt idx="5035">233188</cx:pt>
          <cx:pt idx="5036">233338</cx:pt>
          <cx:pt idx="5037">233600</cx:pt>
          <cx:pt idx="5038">233605</cx:pt>
          <cx:pt idx="5039">233962</cx:pt>
          <cx:pt idx="5040">233962</cx:pt>
          <cx:pt idx="5041">234166</cx:pt>
          <cx:pt idx="5042">234456</cx:pt>
          <cx:pt idx="5043">234456</cx:pt>
          <cx:pt idx="5044">234514</cx:pt>
          <cx:pt idx="5045">234514</cx:pt>
          <cx:pt idx="5046">234526</cx:pt>
          <cx:pt idx="5047">234750</cx:pt>
          <cx:pt idx="5048">234756</cx:pt>
          <cx:pt idx="5049">234833</cx:pt>
          <cx:pt idx="5050">234958</cx:pt>
          <cx:pt idx="5051">235631</cx:pt>
          <cx:pt idx="5052">235718</cx:pt>
          <cx:pt idx="5053">235856</cx:pt>
          <cx:pt idx="5054">235934</cx:pt>
          <cx:pt idx="5055">236086</cx:pt>
          <cx:pt idx="5056">236242</cx:pt>
          <cx:pt idx="5057">236355</cx:pt>
          <cx:pt idx="5058">236387</cx:pt>
          <cx:pt idx="5059">236492</cx:pt>
          <cx:pt idx="5060">236492</cx:pt>
          <cx:pt idx="5061">236492</cx:pt>
          <cx:pt idx="5062">236492</cx:pt>
          <cx:pt idx="5063">236492</cx:pt>
          <cx:pt idx="5064">236492</cx:pt>
          <cx:pt idx="5065">236632</cx:pt>
          <cx:pt idx="5066">236659</cx:pt>
          <cx:pt idx="5067">236682</cx:pt>
          <cx:pt idx="5068">236820</cx:pt>
          <cx:pt idx="5069">236832</cx:pt>
          <cx:pt idx="5070">236832</cx:pt>
          <cx:pt idx="5071">237019</cx:pt>
          <cx:pt idx="5072">237128</cx:pt>
          <cx:pt idx="5073">237132</cx:pt>
          <cx:pt idx="5074">237186</cx:pt>
          <cx:pt idx="5075">237385</cx:pt>
          <cx:pt idx="5076">237413</cx:pt>
          <cx:pt idx="5077">237677</cx:pt>
          <cx:pt idx="5078">237689</cx:pt>
          <cx:pt idx="5079">237799</cx:pt>
          <cx:pt idx="5080">237799</cx:pt>
          <cx:pt idx="5081">237948</cx:pt>
          <cx:pt idx="5082">238333</cx:pt>
          <cx:pt idx="5083">238506</cx:pt>
          <cx:pt idx="5084">238513</cx:pt>
          <cx:pt idx="5085">238558</cx:pt>
          <cx:pt idx="5086">238566</cx:pt>
          <cx:pt idx="5087">238636</cx:pt>
          <cx:pt idx="5088">238663</cx:pt>
          <cx:pt idx="5089">238667</cx:pt>
          <cx:pt idx="5090">238782</cx:pt>
          <cx:pt idx="5091">238814</cx:pt>
          <cx:pt idx="5092">239127</cx:pt>
          <cx:pt idx="5093">239236</cx:pt>
          <cx:pt idx="5094">239244</cx:pt>
          <cx:pt idx="5095">239453</cx:pt>
          <cx:pt idx="5096">239453</cx:pt>
          <cx:pt idx="5097">239528</cx:pt>
          <cx:pt idx="5098">239596</cx:pt>
          <cx:pt idx="5099">239602</cx:pt>
          <cx:pt idx="5100">239602</cx:pt>
          <cx:pt idx="5101">239743</cx:pt>
          <cx:pt idx="5102">239817</cx:pt>
          <cx:pt idx="5103">239972</cx:pt>
          <cx:pt idx="5104">240216</cx:pt>
          <cx:pt idx="5105">240227</cx:pt>
          <cx:pt idx="5106">240263</cx:pt>
          <cx:pt idx="5107">240263</cx:pt>
          <cx:pt idx="5108">240384</cx:pt>
          <cx:pt idx="5109">240625</cx:pt>
          <cx:pt idx="5110">240643</cx:pt>
          <cx:pt idx="5111">240674</cx:pt>
          <cx:pt idx="5112">240794</cx:pt>
          <cx:pt idx="5113">240804</cx:pt>
          <cx:pt idx="5114">241040</cx:pt>
          <cx:pt idx="5115">241110</cx:pt>
          <cx:pt idx="5116">241345</cx:pt>
          <cx:pt idx="5117">241447</cx:pt>
          <cx:pt idx="5118">241718</cx:pt>
          <cx:pt idx="5119">241733</cx:pt>
          <cx:pt idx="5120">241895</cx:pt>
          <cx:pt idx="5121">242033</cx:pt>
          <cx:pt idx="5122">242263</cx:pt>
          <cx:pt idx="5123">242423</cx:pt>
          <cx:pt idx="5124">242513</cx:pt>
          <cx:pt idx="5125">242614</cx:pt>
          <cx:pt idx="5126">242692</cx:pt>
          <cx:pt idx="5127">242846</cx:pt>
          <cx:pt idx="5128">242846</cx:pt>
          <cx:pt idx="5129">242999</cx:pt>
          <cx:pt idx="5130">243034</cx:pt>
          <cx:pt idx="5131">243179</cx:pt>
          <cx:pt idx="5132">243516</cx:pt>
          <cx:pt idx="5133">243744</cx:pt>
          <cx:pt idx="5134">243852</cx:pt>
          <cx:pt idx="5135">243852</cx:pt>
          <cx:pt idx="5136">243866</cx:pt>
          <cx:pt idx="5137">243940</cx:pt>
          <cx:pt idx="5138">243940</cx:pt>
          <cx:pt idx="5139">244023</cx:pt>
          <cx:pt idx="5140">244078</cx:pt>
          <cx:pt idx="5141">244096</cx:pt>
          <cx:pt idx="5142">244245</cx:pt>
          <cx:pt idx="5143">244496</cx:pt>
          <cx:pt idx="5144">244532</cx:pt>
          <cx:pt idx="5145">244668</cx:pt>
          <cx:pt idx="5146">244791</cx:pt>
          <cx:pt idx="5147">245542</cx:pt>
          <cx:pt idx="5148">245616</cx:pt>
          <cx:pt idx="5149">245628</cx:pt>
          <cx:pt idx="5150">245817</cx:pt>
          <cx:pt idx="5151">245831</cx:pt>
          <cx:pt idx="5152">245847</cx:pt>
          <cx:pt idx="5153">246190</cx:pt>
          <cx:pt idx="5154">246190</cx:pt>
          <cx:pt idx="5155">246314</cx:pt>
          <cx:pt idx="5156">246365</cx:pt>
          <cx:pt idx="5157">246365</cx:pt>
          <cx:pt idx="5158">246416</cx:pt>
          <cx:pt idx="5159">246457</cx:pt>
          <cx:pt idx="5160">246503</cx:pt>
          <cx:pt idx="5161">246666</cx:pt>
          <cx:pt idx="5162">246792</cx:pt>
          <cx:pt idx="5163">246813</cx:pt>
          <cx:pt idx="5164">247687</cx:pt>
          <cx:pt idx="5165">247831</cx:pt>
          <cx:pt idx="5166">248137</cx:pt>
          <cx:pt idx="5167">248137</cx:pt>
          <cx:pt idx="5168">248245</cx:pt>
          <cx:pt idx="5169">248281</cx:pt>
          <cx:pt idx="5170">248407</cx:pt>
          <cx:pt idx="5171">248616</cx:pt>
          <cx:pt idx="5172">248616</cx:pt>
          <cx:pt idx="5173">248616</cx:pt>
          <cx:pt idx="5174">249420</cx:pt>
          <cx:pt idx="5175">249614</cx:pt>
          <cx:pt idx="5176">249860</cx:pt>
          <cx:pt idx="5177">250000</cx:pt>
          <cx:pt idx="5178">250003</cx:pt>
          <cx:pt idx="5179">250066</cx:pt>
          <cx:pt idx="5180">250198</cx:pt>
          <cx:pt idx="5181">250566</cx:pt>
          <cx:pt idx="5182">250655</cx:pt>
          <cx:pt idx="5183">250788</cx:pt>
          <cx:pt idx="5184">250900</cx:pt>
          <cx:pt idx="5185">251048</cx:pt>
          <cx:pt idx="5186">251493</cx:pt>
          <cx:pt idx="5187">251493</cx:pt>
          <cx:pt idx="5188">251511</cx:pt>
          <cx:pt idx="5189">251852</cx:pt>
          <cx:pt idx="5190">252357</cx:pt>
          <cx:pt idx="5191">252428</cx:pt>
          <cx:pt idx="5192">252500</cx:pt>
          <cx:pt idx="5193">252507</cx:pt>
          <cx:pt idx="5194">252733</cx:pt>
          <cx:pt idx="5195">252788</cx:pt>
          <cx:pt idx="5196">252788</cx:pt>
          <cx:pt idx="5197">252913</cx:pt>
          <cx:pt idx="5198">253580</cx:pt>
          <cx:pt idx="5199">253602</cx:pt>
          <cx:pt idx="5200">253887</cx:pt>
          <cx:pt idx="5201">253946</cx:pt>
          <cx:pt idx="5202">253949</cx:pt>
          <cx:pt idx="5203">254003</cx:pt>
          <cx:pt idx="5204">254341</cx:pt>
          <cx:pt idx="5205">254341</cx:pt>
          <cx:pt idx="5206">254344</cx:pt>
          <cx:pt idx="5207">254599</cx:pt>
          <cx:pt idx="5208">254718</cx:pt>
          <cx:pt idx="5209">255555</cx:pt>
          <cx:pt idx="5210">255641</cx:pt>
          <cx:pt idx="5211">256170</cx:pt>
          <cx:pt idx="5212">256170</cx:pt>
          <cx:pt idx="5213">256430</cx:pt>
          <cx:pt idx="5214">256439</cx:pt>
          <cx:pt idx="5215">256500</cx:pt>
          <cx:pt idx="5216">256563</cx:pt>
          <cx:pt idx="5217">256723</cx:pt>
          <cx:pt idx="5218">256857</cx:pt>
          <cx:pt idx="5219">257003</cx:pt>
          <cx:pt idx="5220">257057</cx:pt>
          <cx:pt idx="5221">257170</cx:pt>
          <cx:pt idx="5222">257235</cx:pt>
          <cx:pt idx="5223">257235</cx:pt>
          <cx:pt idx="5224">257334</cx:pt>
          <cx:pt idx="5225">257625</cx:pt>
          <cx:pt idx="5226">258080</cx:pt>
          <cx:pt idx="5227">258284</cx:pt>
          <cx:pt idx="5228">258940</cx:pt>
          <cx:pt idx="5229">259660</cx:pt>
          <cx:pt idx="5230">259799</cx:pt>
          <cx:pt idx="5231">259833</cx:pt>
          <cx:pt idx="5232">259999</cx:pt>
          <cx:pt idx="5233">259999</cx:pt>
          <cx:pt idx="5234">260007</cx:pt>
          <cx:pt idx="5235">260012</cx:pt>
          <cx:pt idx="5236">260161</cx:pt>
          <cx:pt idx="5237">261124</cx:pt>
          <cx:pt idx="5238">261124</cx:pt>
          <cx:pt idx="5239">261124</cx:pt>
          <cx:pt idx="5240">261163</cx:pt>
          <cx:pt idx="5241">261163</cx:pt>
          <cx:pt idx="5242">261309</cx:pt>
          <cx:pt idx="5243">261685</cx:pt>
          <cx:pt idx="5244">261685</cx:pt>
          <cx:pt idx="5245">261703</cx:pt>
          <cx:pt idx="5246">262134</cx:pt>
          <cx:pt idx="5247">262298</cx:pt>
          <cx:pt idx="5248">262298</cx:pt>
          <cx:pt idx="5249">262516</cx:pt>
          <cx:pt idx="5250">262688</cx:pt>
          <cx:pt idx="5251">262921</cx:pt>
          <cx:pt idx="5252">262972</cx:pt>
          <cx:pt idx="5253">263048</cx:pt>
          <cx:pt idx="5254">263184</cx:pt>
          <cx:pt idx="5255">263184</cx:pt>
          <cx:pt idx="5256">263253</cx:pt>
          <cx:pt idx="5257">263311</cx:pt>
          <cx:pt idx="5258">263529</cx:pt>
          <cx:pt idx="5259">263529</cx:pt>
          <cx:pt idx="5260">263757</cx:pt>
          <cx:pt idx="5261">264139</cx:pt>
          <cx:pt idx="5262">264680</cx:pt>
          <cx:pt idx="5263">265398</cx:pt>
          <cx:pt idx="5264">265511</cx:pt>
          <cx:pt idx="5265">265511</cx:pt>
          <cx:pt idx="5266">265539</cx:pt>
          <cx:pt idx="5267">266017</cx:pt>
          <cx:pt idx="5268">266017</cx:pt>
          <cx:pt idx="5269">266616</cx:pt>
          <cx:pt idx="5270">266616</cx:pt>
          <cx:pt idx="5271">266664</cx:pt>
          <cx:pt idx="5272">267350</cx:pt>
          <cx:pt idx="5273">267481</cx:pt>
          <cx:pt idx="5274">267516</cx:pt>
          <cx:pt idx="5275">267872</cx:pt>
          <cx:pt idx="5276">267923</cx:pt>
          <cx:pt idx="5277">267935</cx:pt>
          <cx:pt idx="5278">268357</cx:pt>
          <cx:pt idx="5279">268405</cx:pt>
          <cx:pt idx="5280">268405</cx:pt>
          <cx:pt idx="5281">269378</cx:pt>
          <cx:pt idx="5282">269378</cx:pt>
          <cx:pt idx="5283">270000</cx:pt>
          <cx:pt idx="5284">270279</cx:pt>
          <cx:pt idx="5285">270570</cx:pt>
          <cx:pt idx="5286">270698</cx:pt>
          <cx:pt idx="5287">271074</cx:pt>
          <cx:pt idx="5288">271152</cx:pt>
          <cx:pt idx="5289">271152</cx:pt>
          <cx:pt idx="5290">271228</cx:pt>
          <cx:pt idx="5291">271337</cx:pt>
          <cx:pt idx="5292">271383</cx:pt>
          <cx:pt idx="5293">271438</cx:pt>
          <cx:pt idx="5294">271438</cx:pt>
          <cx:pt idx="5295">271460</cx:pt>
          <cx:pt idx="5296">271657</cx:pt>
          <cx:pt idx="5297">272085</cx:pt>
          <cx:pt idx="5298">272245</cx:pt>
          <cx:pt idx="5299">272356</cx:pt>
          <cx:pt idx="5300">272356</cx:pt>
          <cx:pt idx="5301">272590</cx:pt>
          <cx:pt idx="5302">272709</cx:pt>
          <cx:pt idx="5303">273050</cx:pt>
          <cx:pt idx="5304">273187</cx:pt>
          <cx:pt idx="5305">273441</cx:pt>
          <cx:pt idx="5306">273559</cx:pt>
          <cx:pt idx="5307">273737</cx:pt>
          <cx:pt idx="5308">273796</cx:pt>
          <cx:pt idx="5309">274020</cx:pt>
          <cx:pt idx="5310">274020</cx:pt>
          <cx:pt idx="5311">274049</cx:pt>
          <cx:pt idx="5312">274126</cx:pt>
          <cx:pt idx="5313">274126</cx:pt>
          <cx:pt idx="5314">274220</cx:pt>
          <cx:pt idx="5315">274797</cx:pt>
          <cx:pt idx="5316">275183</cx:pt>
          <cx:pt idx="5317">275183</cx:pt>
          <cx:pt idx="5318">275367</cx:pt>
          <cx:pt idx="5319">275431</cx:pt>
          <cx:pt idx="5320">275941</cx:pt>
          <cx:pt idx="5321">276538</cx:pt>
          <cx:pt idx="5322">276946</cx:pt>
          <cx:pt idx="5323">277095</cx:pt>
          <cx:pt idx="5324">277095</cx:pt>
          <cx:pt idx="5325">277535</cx:pt>
          <cx:pt idx="5326">277582</cx:pt>
          <cx:pt idx="5327">277653</cx:pt>
          <cx:pt idx="5328">278059</cx:pt>
          <cx:pt idx="5329">278234</cx:pt>
          <cx:pt idx="5330">278234</cx:pt>
          <cx:pt idx="5331">278269</cx:pt>
          <cx:pt idx="5332">278483</cx:pt>
          <cx:pt idx="5333">278585</cx:pt>
          <cx:pt idx="5334">279440</cx:pt>
          <cx:pt idx="5335">279695</cx:pt>
          <cx:pt idx="5336">279723</cx:pt>
          <cx:pt idx="5337">279983</cx:pt>
          <cx:pt idx="5338">280011</cx:pt>
          <cx:pt idx="5339">280054</cx:pt>
          <cx:pt idx="5340">280266</cx:pt>
          <cx:pt idx="5341">280266</cx:pt>
          <cx:pt idx="5342">280583</cx:pt>
          <cx:pt idx="5343">281008</cx:pt>
          <cx:pt idx="5344">281608</cx:pt>
          <cx:pt idx="5345">281710</cx:pt>
          <cx:pt idx="5346">282305</cx:pt>
          <cx:pt idx="5347">282305</cx:pt>
          <cx:pt idx="5348">282305</cx:pt>
          <cx:pt idx="5349">282305</cx:pt>
          <cx:pt idx="5350">282305</cx:pt>
          <cx:pt idx="5351">282305</cx:pt>
          <cx:pt idx="5352">282555</cx:pt>
          <cx:pt idx="5353">282586</cx:pt>
          <cx:pt idx="5354">282760</cx:pt>
          <cx:pt idx="5355">282778</cx:pt>
          <cx:pt idx="5356">282795</cx:pt>
          <cx:pt idx="5357">282865</cx:pt>
          <cx:pt idx="5358">282991</cx:pt>
          <cx:pt idx="5359">283384</cx:pt>
          <cx:pt idx="5360">284085</cx:pt>
          <cx:pt idx="5361">284332</cx:pt>
          <cx:pt idx="5362">284370</cx:pt>
          <cx:pt idx="5363">285037</cx:pt>
          <cx:pt idx="5364">285373</cx:pt>
          <cx:pt idx="5365">285492</cx:pt>
          <cx:pt idx="5366">285757</cx:pt>
          <cx:pt idx="5367">285778</cx:pt>
          <cx:pt idx="5368">285967</cx:pt>
          <cx:pt idx="5369">286096</cx:pt>
          <cx:pt idx="5370">286275</cx:pt>
          <cx:pt idx="5371">286389</cx:pt>
          <cx:pt idx="5372">286635</cx:pt>
          <cx:pt idx="5373">286635</cx:pt>
          <cx:pt idx="5374">286635</cx:pt>
          <cx:pt idx="5375">287066</cx:pt>
          <cx:pt idx="5376">287760</cx:pt>
          <cx:pt idx="5377">287935</cx:pt>
          <cx:pt idx="5378">288141</cx:pt>
          <cx:pt idx="5379">288141</cx:pt>
          <cx:pt idx="5380">288141</cx:pt>
          <cx:pt idx="5381">288211</cx:pt>
          <cx:pt idx="5382">288623</cx:pt>
          <cx:pt idx="5383">288623</cx:pt>
          <cx:pt idx="5384">288623</cx:pt>
          <cx:pt idx="5385">288653</cx:pt>
          <cx:pt idx="5386">288693</cx:pt>
          <cx:pt idx="5387">288957</cx:pt>
          <cx:pt idx="5388">288957</cx:pt>
          <cx:pt idx="5389">289113</cx:pt>
          <cx:pt idx="5390">289123</cx:pt>
          <cx:pt idx="5391">289785</cx:pt>
          <cx:pt idx="5392">289816</cx:pt>
          <cx:pt idx="5393">289816</cx:pt>
          <cx:pt idx="5394">290000</cx:pt>
          <cx:pt idx="5395">290672</cx:pt>
          <cx:pt idx="5396">290965</cx:pt>
          <cx:pt idx="5397">291383</cx:pt>
          <cx:pt idx="5398">291516</cx:pt>
          <cx:pt idx="5399">291768</cx:pt>
          <cx:pt idx="5400">291782</cx:pt>
          <cx:pt idx="5401">291865</cx:pt>
          <cx:pt idx="5402">292000</cx:pt>
          <cx:pt idx="5403">292262</cx:pt>
          <cx:pt idx="5404">292534</cx:pt>
          <cx:pt idx="5405">292809</cx:pt>
          <cx:pt idx="5406">293902</cx:pt>
          <cx:pt idx="5407">293902</cx:pt>
          <cx:pt idx="5408">294603</cx:pt>
          <cx:pt idx="5409">295193</cx:pt>
          <cx:pt idx="5410">296894</cx:pt>
          <cx:pt idx="5411">297754</cx:pt>
          <cx:pt idx="5412">297760</cx:pt>
          <cx:pt idx="5413">298031</cx:pt>
          <cx:pt idx="5414">298113</cx:pt>
          <cx:pt idx="5415">298548</cx:pt>
          <cx:pt idx="5416">298740</cx:pt>
          <cx:pt idx="5417">299173</cx:pt>
          <cx:pt idx="5418">299173</cx:pt>
          <cx:pt idx="5419">299173</cx:pt>
          <cx:pt idx="5420">299173</cx:pt>
          <cx:pt idx="5421">299173</cx:pt>
          <cx:pt idx="5422">299173</cx:pt>
          <cx:pt idx="5423">299478</cx:pt>
          <cx:pt idx="5424">299625</cx:pt>
          <cx:pt idx="5425">299783</cx:pt>
          <cx:pt idx="5426">299984</cx:pt>
          <cx:pt idx="5427">299984</cx:pt>
          <cx:pt idx="5428">299996</cx:pt>
          <cx:pt idx="5429">300006</cx:pt>
          <cx:pt idx="5430">300006</cx:pt>
          <cx:pt idx="5431">300093</cx:pt>
          <cx:pt idx="5432">300093</cx:pt>
          <cx:pt idx="5433">300132</cx:pt>
          <cx:pt idx="5434">300132</cx:pt>
          <cx:pt idx="5435">300234</cx:pt>
          <cx:pt idx="5436">300325</cx:pt>
          <cx:pt idx="5437">300462</cx:pt>
          <cx:pt idx="5438">300594</cx:pt>
          <cx:pt idx="5439">300876</cx:pt>
          <cx:pt idx="5440">300876</cx:pt>
          <cx:pt idx="5441">301303</cx:pt>
          <cx:pt idx="5442">302229</cx:pt>
          <cx:pt idx="5443">302535</cx:pt>
          <cx:pt idx="5444">302582</cx:pt>
          <cx:pt idx="5445">302688</cx:pt>
          <cx:pt idx="5446">302859</cx:pt>
          <cx:pt idx="5447">302859</cx:pt>
          <cx:pt idx="5448">303166</cx:pt>
          <cx:pt idx="5449">303202</cx:pt>
          <cx:pt idx="5450">303318</cx:pt>
          <cx:pt idx="5451">304339</cx:pt>
          <cx:pt idx="5452">304505</cx:pt>
          <cx:pt idx="5453">304599</cx:pt>
          <cx:pt idx="5454">304684</cx:pt>
          <cx:pt idx="5455">304869</cx:pt>
          <cx:pt idx="5456">304958</cx:pt>
          <cx:pt idx="5457">305400</cx:pt>
          <cx:pt idx="5458">305400</cx:pt>
          <cx:pt idx="5459">305702</cx:pt>
          <cx:pt idx="5460">305948</cx:pt>
          <cx:pt idx="5461">306399</cx:pt>
          <cx:pt idx="5462">306732</cx:pt>
          <cx:pt idx="5463">306930</cx:pt>
          <cx:pt idx="5464">306963</cx:pt>
          <cx:pt idx="5465">306963</cx:pt>
          <cx:pt idx="5466">307053</cx:pt>
          <cx:pt idx="5467">307227</cx:pt>
          <cx:pt idx="5468">307514</cx:pt>
          <cx:pt idx="5469">307647</cx:pt>
          <cx:pt idx="5470">307674</cx:pt>
          <cx:pt idx="5471">308017</cx:pt>
          <cx:pt idx="5472">308154</cx:pt>
          <cx:pt idx="5473">308203</cx:pt>
          <cx:pt idx="5474">308357</cx:pt>
          <cx:pt idx="5475">308357</cx:pt>
          <cx:pt idx="5476">308718</cx:pt>
          <cx:pt idx="5477">309041</cx:pt>
          <cx:pt idx="5478">309041</cx:pt>
          <cx:pt idx="5479">309235</cx:pt>
          <cx:pt idx="5480">309913</cx:pt>
          <cx:pt idx="5481">310090</cx:pt>
          <cx:pt idx="5482">310293</cx:pt>
          <cx:pt idx="5483">310324</cx:pt>
          <cx:pt idx="5484">310407</cx:pt>
          <cx:pt idx="5485">310446</cx:pt>
          <cx:pt idx="5486">310873</cx:pt>
          <cx:pt idx="5487">311110</cx:pt>
          <cx:pt idx="5488">311110</cx:pt>
          <cx:pt idx="5489">311278</cx:pt>
          <cx:pt idx="5490">311682</cx:pt>
          <cx:pt idx="5491">312329</cx:pt>
          <cx:pt idx="5492">312329</cx:pt>
          <cx:pt idx="5493">312839</cx:pt>
          <cx:pt idx="5494">312839</cx:pt>
          <cx:pt idx="5495">313028</cx:pt>
          <cx:pt idx="5496">313034</cx:pt>
          <cx:pt idx="5497">313142</cx:pt>
          <cx:pt idx="5498">313142</cx:pt>
          <cx:pt idx="5499">313563</cx:pt>
          <cx:pt idx="5500">313886</cx:pt>
          <cx:pt idx="5501">313903</cx:pt>
          <cx:pt idx="5502">313955</cx:pt>
          <cx:pt idx="5503">314322</cx:pt>
          <cx:pt idx="5504">314555</cx:pt>
          <cx:pt idx="5505">314555</cx:pt>
          <cx:pt idx="5506">314628</cx:pt>
          <cx:pt idx="5507">314671</cx:pt>
          <cx:pt idx="5508">314864</cx:pt>
          <cx:pt idx="5509">314864</cx:pt>
          <cx:pt idx="5510">315157</cx:pt>
          <cx:pt idx="5511">315157</cx:pt>
          <cx:pt idx="5512">315230</cx:pt>
          <cx:pt idx="5513">315338</cx:pt>
          <cx:pt idx="5514">315674</cx:pt>
          <cx:pt idx="5515">315833</cx:pt>
          <cx:pt idx="5516">315833</cx:pt>
          <cx:pt idx="5517">315859</cx:pt>
          <cx:pt idx="5518">315956</cx:pt>
          <cx:pt idx="5519">316855</cx:pt>
          <cx:pt idx="5520">317004</cx:pt>
          <cx:pt idx="5521">317236</cx:pt>
          <cx:pt idx="5522">317286</cx:pt>
          <cx:pt idx="5523">317286</cx:pt>
          <cx:pt idx="5524">317487</cx:pt>
          <cx:pt idx="5525">317991</cx:pt>
          <cx:pt idx="5526">318227</cx:pt>
          <cx:pt idx="5527">318413</cx:pt>
          <cx:pt idx="5528">318481</cx:pt>
          <cx:pt idx="5529">318790</cx:pt>
          <cx:pt idx="5530">319420</cx:pt>
          <cx:pt idx="5531">319420</cx:pt>
          <cx:pt idx="5532">319485</cx:pt>
          <cx:pt idx="5533">319706</cx:pt>
          <cx:pt idx="5534">319956</cx:pt>
          <cx:pt idx="5535">320209</cx:pt>
          <cx:pt idx="5536">320232</cx:pt>
          <cx:pt idx="5537">320664</cx:pt>
          <cx:pt idx="5538">320844</cx:pt>
          <cx:pt idx="5539">320925</cx:pt>
          <cx:pt idx="5540">321420</cx:pt>
          <cx:pt idx="5541">321527</cx:pt>
          <cx:pt idx="5542">321560</cx:pt>
          <cx:pt idx="5543">321946</cx:pt>
          <cx:pt idx="5544">322091</cx:pt>
          <cx:pt idx="5545">322126</cx:pt>
          <cx:pt idx="5546">322609</cx:pt>
          <cx:pt idx="5547">322722</cx:pt>
          <cx:pt idx="5548">322863</cx:pt>
          <cx:pt idx="5549">324597</cx:pt>
          <cx:pt idx="5550">324767</cx:pt>
          <cx:pt idx="5551">326407</cx:pt>
          <cx:pt idx="5552">326491</cx:pt>
          <cx:pt idx="5553">326491</cx:pt>
          <cx:pt idx="5554">326809</cx:pt>
          <cx:pt idx="5555">328035</cx:pt>
          <cx:pt idx="5556">328666</cx:pt>
          <cx:pt idx="5557">328666</cx:pt>
          <cx:pt idx="5558">328801</cx:pt>
          <cx:pt idx="5559">329084</cx:pt>
          <cx:pt idx="5560">329474</cx:pt>
          <cx:pt idx="5561">329695</cx:pt>
          <cx:pt idx="5562">329815</cx:pt>
          <cx:pt idx="5563">329815</cx:pt>
          <cx:pt idx="5564">330002</cx:pt>
          <cx:pt idx="5565">330277</cx:pt>
          <cx:pt idx="5566">330406</cx:pt>
          <cx:pt idx="5567">330406</cx:pt>
          <cx:pt idx="5568">330587</cx:pt>
          <cx:pt idx="5569">330587</cx:pt>
          <cx:pt idx="5570">331525</cx:pt>
          <cx:pt idx="5571">332046</cx:pt>
          <cx:pt idx="5572">332954</cx:pt>
          <cx:pt idx="5573">333117</cx:pt>
          <cx:pt idx="5574">333155</cx:pt>
          <cx:pt idx="5575">333472</cx:pt>
          <cx:pt idx="5576">333472</cx:pt>
          <cx:pt idx="5577">335013</cx:pt>
          <cx:pt idx="5578">335074</cx:pt>
          <cx:pt idx="5579">335166</cx:pt>
          <cx:pt idx="5580">335166</cx:pt>
          <cx:pt idx="5581">335184</cx:pt>
          <cx:pt idx="5582">335427</cx:pt>
          <cx:pt idx="5583">335680</cx:pt>
          <cx:pt idx="5584">335981</cx:pt>
          <cx:pt idx="5585">336437</cx:pt>
          <cx:pt idx="5586">336437</cx:pt>
          <cx:pt idx="5587">337187</cx:pt>
          <cx:pt idx="5588">337187</cx:pt>
          <cx:pt idx="5589">337858</cx:pt>
          <cx:pt idx="5590">337868</cx:pt>
          <cx:pt idx="5591">338178</cx:pt>
          <cx:pt idx="5592">338993</cx:pt>
          <cx:pt idx="5593">339789</cx:pt>
          <cx:pt idx="5594">339816</cx:pt>
          <cx:pt idx="5595">340030</cx:pt>
          <cx:pt idx="5596">340030</cx:pt>
          <cx:pt idx="5597">340049</cx:pt>
          <cx:pt idx="5598">340125</cx:pt>
          <cx:pt idx="5599">340125</cx:pt>
          <cx:pt idx="5600">340466</cx:pt>
          <cx:pt idx="5601">340607</cx:pt>
          <cx:pt idx="5602">340638</cx:pt>
          <cx:pt idx="5603">341550</cx:pt>
          <cx:pt idx="5604">341550</cx:pt>
          <cx:pt idx="5605">342149</cx:pt>
          <cx:pt idx="5606">342149</cx:pt>
          <cx:pt idx="5607">342161</cx:pt>
          <cx:pt idx="5608">342161</cx:pt>
          <cx:pt idx="5609">343033</cx:pt>
          <cx:pt idx="5610">343287</cx:pt>
          <cx:pt idx="5611">343287</cx:pt>
          <cx:pt idx="5612">343550</cx:pt>
          <cx:pt idx="5613">343673</cx:pt>
          <cx:pt idx="5614">343903</cx:pt>
          <cx:pt idx="5615">344300</cx:pt>
          <cx:pt idx="5616">344464</cx:pt>
          <cx:pt idx="5617">344464</cx:pt>
          <cx:pt idx="5618">344782</cx:pt>
          <cx:pt idx="5619">345300</cx:pt>
          <cx:pt idx="5620">345843</cx:pt>
          <cx:pt idx="5621">347616</cx:pt>
          <cx:pt idx="5622">347805</cx:pt>
          <cx:pt idx="5623">347805</cx:pt>
          <cx:pt idx="5624">347938</cx:pt>
          <cx:pt idx="5625">347963</cx:pt>
          <cx:pt idx="5626">348288</cx:pt>
          <cx:pt idx="5627">348307</cx:pt>
          <cx:pt idx="5628">348307</cx:pt>
          <cx:pt idx="5629">348898</cx:pt>
          <cx:pt idx="5630">349132</cx:pt>
          <cx:pt idx="5631">349132</cx:pt>
          <cx:pt idx="5632">349314</cx:pt>
          <cx:pt idx="5633">349663</cx:pt>
          <cx:pt idx="5634">350272</cx:pt>
          <cx:pt idx="5635">350877</cx:pt>
          <cx:pt idx="5636">351116</cx:pt>
          <cx:pt idx="5637">351116</cx:pt>
          <cx:pt idx="5638">352722</cx:pt>
          <cx:pt idx="5639">352722</cx:pt>
          <cx:pt idx="5640">353113</cx:pt>
          <cx:pt idx="5641">353767</cx:pt>
          <cx:pt idx="5642">353767</cx:pt>
          <cx:pt idx="5643">354141</cx:pt>
          <cx:pt idx="5644">354141</cx:pt>
          <cx:pt idx="5645">354141</cx:pt>
          <cx:pt idx="5646">354277</cx:pt>
          <cx:pt idx="5647">354760</cx:pt>
          <cx:pt idx="5648">354760</cx:pt>
          <cx:pt idx="5649">355112</cx:pt>
          <cx:pt idx="5650">355112</cx:pt>
          <cx:pt idx="5651">355620</cx:pt>
          <cx:pt idx="5652">355620</cx:pt>
          <cx:pt idx="5653">355775</cx:pt>
          <cx:pt idx="5654">356058</cx:pt>
          <cx:pt idx="5655">356181</cx:pt>
          <cx:pt idx="5656">356181</cx:pt>
          <cx:pt idx="5657">356716</cx:pt>
          <cx:pt idx="5658">356716</cx:pt>
          <cx:pt idx="5659">357277</cx:pt>
          <cx:pt idx="5660">357277</cx:pt>
          <cx:pt idx="5661">357478</cx:pt>
          <cx:pt idx="5662">358429</cx:pt>
          <cx:pt idx="5663">359534</cx:pt>
          <cx:pt idx="5664">360179</cx:pt>
          <cx:pt idx="5665">360828</cx:pt>
          <cx:pt idx="5666">360828</cx:pt>
          <cx:pt idx="5667">361129</cx:pt>
          <cx:pt idx="5668">361129</cx:pt>
          <cx:pt idx="5669">361239</cx:pt>
          <cx:pt idx="5670">363599</cx:pt>
          <cx:pt idx="5671">363960</cx:pt>
          <cx:pt idx="5672">363960</cx:pt>
          <cx:pt idx="5673">364337</cx:pt>
          <cx:pt idx="5674">364346</cx:pt>
          <cx:pt idx="5675">365866</cx:pt>
          <cx:pt idx="5676">366367</cx:pt>
          <cx:pt idx="5677">366367</cx:pt>
          <cx:pt idx="5678">367062</cx:pt>
          <cx:pt idx="5679">367585</cx:pt>
          <cx:pt idx="5680">368464</cx:pt>
          <cx:pt idx="5681">368761</cx:pt>
          <cx:pt idx="5682">368816</cx:pt>
          <cx:pt idx="5683">369157</cx:pt>
          <cx:pt idx="5684">370745</cx:pt>
          <cx:pt idx="5685">370745</cx:pt>
          <cx:pt idx="5686">372603</cx:pt>
          <cx:pt idx="5687">373434</cx:pt>
          <cx:pt idx="5688">373927</cx:pt>
          <cx:pt idx="5689">376215</cx:pt>
          <cx:pt idx="5690">376790</cx:pt>
          <cx:pt idx="5691">376894</cx:pt>
          <cx:pt idx="5692">378894</cx:pt>
          <cx:pt idx="5693">378894</cx:pt>
          <cx:pt idx="5694">379036</cx:pt>
          <cx:pt idx="5695">379306</cx:pt>
          <cx:pt idx="5696">379306</cx:pt>
          <cx:pt idx="5697">379660</cx:pt>
          <cx:pt idx="5698">380192</cx:pt>
          <cx:pt idx="5699">380586</cx:pt>
          <cx:pt idx="5700">381006</cx:pt>
          <cx:pt idx="5701">381123</cx:pt>
          <cx:pt idx="5702">381123</cx:pt>
          <cx:pt idx="5703">382970</cx:pt>
          <cx:pt idx="5704">383242</cx:pt>
          <cx:pt idx="5705">384097</cx:pt>
          <cx:pt idx="5706">384282</cx:pt>
          <cx:pt idx="5707">384282</cx:pt>
          <cx:pt idx="5708">384677</cx:pt>
          <cx:pt idx="5709">385329</cx:pt>
          <cx:pt idx="5710">386189</cx:pt>
          <cx:pt idx="5711">387742</cx:pt>
          <cx:pt idx="5712">388064</cx:pt>
          <cx:pt idx="5713">388064</cx:pt>
          <cx:pt idx="5714">388234</cx:pt>
          <cx:pt idx="5715">389442</cx:pt>
          <cx:pt idx="5716">389442</cx:pt>
          <cx:pt idx="5717">389451</cx:pt>
          <cx:pt idx="5718">389693</cx:pt>
          <cx:pt idx="5719">389693</cx:pt>
          <cx:pt idx="5720">390688</cx:pt>
          <cx:pt idx="5721">391396</cx:pt>
          <cx:pt idx="5722">391396</cx:pt>
          <cx:pt idx="5723">391991</cx:pt>
          <cx:pt idx="5724">392497</cx:pt>
          <cx:pt idx="5725">393421</cx:pt>
          <cx:pt idx="5726">393683</cx:pt>
          <cx:pt idx="5727">394971</cx:pt>
          <cx:pt idx="5728">396695</cx:pt>
          <cx:pt idx="5729">396695</cx:pt>
          <cx:pt idx="5730">397148</cx:pt>
          <cx:pt idx="5731">397587</cx:pt>
          <cx:pt idx="5732">397587</cx:pt>
          <cx:pt idx="5733">398969</cx:pt>
          <cx:pt idx="5734">398969</cx:pt>
          <cx:pt idx="5735">399038</cx:pt>
          <cx:pt idx="5736">399945</cx:pt>
          <cx:pt idx="5737">399978</cx:pt>
          <cx:pt idx="5738">399978</cx:pt>
          <cx:pt idx="5739">400458</cx:pt>
          <cx:pt idx="5740">400706</cx:pt>
          <cx:pt idx="5741">401298</cx:pt>
          <cx:pt idx="5742">401298</cx:pt>
          <cx:pt idx="5743">401737</cx:pt>
          <cx:pt idx="5744">402121</cx:pt>
          <cx:pt idx="5745">402758</cx:pt>
          <cx:pt idx="5746">403168</cx:pt>
          <cx:pt idx="5747">403262</cx:pt>
          <cx:pt idx="5748">403668</cx:pt>
          <cx:pt idx="5749">403711</cx:pt>
          <cx:pt idx="5750">403711</cx:pt>
          <cx:pt idx="5751">404199</cx:pt>
          <cx:pt idx="5752">404670</cx:pt>
          <cx:pt idx="5753">405465</cx:pt>
          <cx:pt idx="5754">405465</cx:pt>
          <cx:pt idx="5755">408596</cx:pt>
          <cx:pt idx="5756">408892</cx:pt>
          <cx:pt idx="5757">409541</cx:pt>
          <cx:pt idx="5758">410200</cx:pt>
          <cx:pt idx="5759">410200</cx:pt>
          <cx:pt idx="5760">410200</cx:pt>
          <cx:pt idx="5761">411245</cx:pt>
          <cx:pt idx="5762">412163</cx:pt>
          <cx:pt idx="5763">412166</cx:pt>
          <cx:pt idx="5764">413601</cx:pt>
          <cx:pt idx="5765">413700</cx:pt>
          <cx:pt idx="5766">414027</cx:pt>
          <cx:pt idx="5767">414546</cx:pt>
          <cx:pt idx="5768">414788</cx:pt>
          <cx:pt idx="5769">414886</cx:pt>
          <cx:pt idx="5770">416720</cx:pt>
          <cx:pt idx="5771">416720</cx:pt>
          <cx:pt idx="5772">417516</cx:pt>
          <cx:pt idx="5773">417671</cx:pt>
          <cx:pt idx="5774">417671</cx:pt>
          <cx:pt idx="5775">418433</cx:pt>
          <cx:pt idx="5776">418922</cx:pt>
          <cx:pt idx="5777">419428</cx:pt>
          <cx:pt idx="5778">420166</cx:pt>
          <cx:pt idx="5779">420469</cx:pt>
          <cx:pt idx="5780">420469</cx:pt>
          <cx:pt idx="5781">420603</cx:pt>
          <cx:pt idx="5782">420603</cx:pt>
          <cx:pt idx="5783">421010</cx:pt>
          <cx:pt idx="5784">421010</cx:pt>
          <cx:pt idx="5785">421528</cx:pt>
          <cx:pt idx="5786">422146</cx:pt>
          <cx:pt idx="5787">424697</cx:pt>
          <cx:pt idx="5788">424697</cx:pt>
          <cx:pt idx="5789">425309</cx:pt>
          <cx:pt idx="5790">426740</cx:pt>
          <cx:pt idx="5791">431807</cx:pt>
          <cx:pt idx="5792">432874</cx:pt>
          <cx:pt idx="5793">433056</cx:pt>
          <cx:pt idx="5794">433410</cx:pt>
          <cx:pt idx="5795">433783</cx:pt>
          <cx:pt idx="5796">433783</cx:pt>
          <cx:pt idx="5797">434010</cx:pt>
          <cx:pt idx="5798">438506</cx:pt>
          <cx:pt idx="5799">439207</cx:pt>
          <cx:pt idx="5800">439207</cx:pt>
          <cx:pt idx="5801">439941</cx:pt>
          <cx:pt idx="5802">440213</cx:pt>
          <cx:pt idx="5803">443622</cx:pt>
          <cx:pt idx="5804">443622</cx:pt>
          <cx:pt idx="5805">444383</cx:pt>
          <cx:pt idx="5806">444383</cx:pt>
          <cx:pt idx="5807">445347</cx:pt>
          <cx:pt idx="5808">445347</cx:pt>
          <cx:pt idx="5809">445407</cx:pt>
          <cx:pt idx="5810">446250</cx:pt>
          <cx:pt idx="5811">447792</cx:pt>
          <cx:pt idx="5812">447881</cx:pt>
          <cx:pt idx="5813">447881</cx:pt>
          <cx:pt idx="5814">448098</cx:pt>
          <cx:pt idx="5815">452999</cx:pt>
          <cx:pt idx="5816">452999</cx:pt>
          <cx:pt idx="5817">452999</cx:pt>
          <cx:pt idx="5818">452999</cx:pt>
          <cx:pt idx="5819">453217</cx:pt>
          <cx:pt idx="5820">453217</cx:pt>
          <cx:pt idx="5821">454062</cx:pt>
          <cx:pt idx="5822">454062</cx:pt>
          <cx:pt idx="5823">457352</cx:pt>
          <cx:pt idx="5824">459333</cx:pt>
          <cx:pt idx="5825">459333</cx:pt>
          <cx:pt idx="5826">460302</cx:pt>
          <cx:pt idx="5827">461857</cx:pt>
          <cx:pt idx="5828">461857</cx:pt>
          <cx:pt idx="5829">462122</cx:pt>
          <cx:pt idx="5830">462122</cx:pt>
          <cx:pt idx="5831">466955</cx:pt>
          <cx:pt idx="5832">466955</cx:pt>
          <cx:pt idx="5833">469076</cx:pt>
          <cx:pt idx="5834">469076</cx:pt>
          <cx:pt idx="5835">470160</cx:pt>
          <cx:pt idx="5836">470917</cx:pt>
          <cx:pt idx="5837">470917</cx:pt>
          <cx:pt idx="5838">471863</cx:pt>
          <cx:pt idx="5839">473119</cx:pt>
          <cx:pt idx="5840">474515</cx:pt>
          <cx:pt idx="5841">474515</cx:pt>
          <cx:pt idx="5842">475645</cx:pt>
          <cx:pt idx="5843">475645</cx:pt>
          <cx:pt idx="5844">477069</cx:pt>
          <cx:pt idx="5845">478962</cx:pt>
          <cx:pt idx="5846">481339</cx:pt>
          <cx:pt idx="5847">481339</cx:pt>
          <cx:pt idx="5848">482743</cx:pt>
          <cx:pt idx="5849">482743</cx:pt>
          <cx:pt idx="5850">485142</cx:pt>
          <cx:pt idx="5851">485142</cx:pt>
          <cx:pt idx="5852">487641</cx:pt>
          <cx:pt idx="5853">489445</cx:pt>
          <cx:pt idx="5854">491207</cx:pt>
          <cx:pt idx="5855">492409</cx:pt>
          <cx:pt idx="5856">493546</cx:pt>
          <cx:pt idx="5857">496840</cx:pt>
          <cx:pt idx="5858">499245</cx:pt>
          <cx:pt idx="5859">503973</cx:pt>
          <cx:pt idx="5860">503973</cx:pt>
          <cx:pt idx="5861">506465</cx:pt>
          <cx:pt idx="5862">506465</cx:pt>
          <cx:pt idx="5863">507188</cx:pt>
          <cx:pt idx="5864">511484</cx:pt>
          <cx:pt idx="5865">512664</cx:pt>
          <cx:pt idx="5866">512664</cx:pt>
          <cx:pt idx="5867">517302</cx:pt>
          <cx:pt idx="5868">518416</cx:pt>
          <cx:pt idx="5869">522257</cx:pt>
          <cx:pt idx="5870">527999</cx:pt>
          <cx:pt idx="5871">527999</cx:pt>
          <cx:pt idx="5872">529062</cx:pt>
          <cx:pt idx="5873">529103</cx:pt>
          <cx:pt idx="5874">529538</cx:pt>
          <cx:pt idx="5875">529538</cx:pt>
          <cx:pt idx="5876">532626</cx:pt>
          <cx:pt idx="5877">532626</cx:pt>
          <cx:pt idx="5878">535088</cx:pt>
          <cx:pt idx="5879">539066</cx:pt>
          <cx:pt idx="5880">540781</cx:pt>
          <cx:pt idx="5881">542436</cx:pt>
          <cx:pt idx="5882">544979</cx:pt>
          <cx:pt idx="5883">545891</cx:pt>
          <cx:pt idx="5884">560778</cx:pt>
          <cx:pt idx="5885">569147</cx:pt>
          <cx:pt idx="5886">569147</cx:pt>
          <cx:pt idx="5887">570732</cx:pt>
          <cx:pt idx="5888">570732</cx:pt>
          <cx:pt idx="5889">573653</cx:pt>
          <cx:pt idx="5890">573653</cx:pt>
          <cx:pt idx="5891">574953</cx:pt>
          <cx:pt idx="5892">580758</cx:pt>
          <cx:pt idx="5893">581943</cx:pt>
          <cx:pt idx="5894">581943</cx:pt>
          <cx:pt idx="5895">581943</cx:pt>
          <cx:pt idx="5896">583185</cx:pt>
          <cx:pt idx="5897">583185</cx:pt>
          <cx:pt idx="5898">584217</cx:pt>
          <cx:pt idx="5899">590257</cx:pt>
          <cx:pt idx="5900">590257</cx:pt>
          <cx:pt idx="5901">596210</cx:pt>
          <cx:pt idx="5902">605871</cx:pt>
          <cx:pt idx="5903">608652</cx:pt>
          <cx:pt idx="5904">610828</cx:pt>
          <cx:pt idx="5905">610828</cx:pt>
          <cx:pt idx="5906">610828</cx:pt>
          <cx:pt idx="5907">610828</cx:pt>
          <cx:pt idx="5908">617244</cx:pt>
          <cx:pt idx="5909">618682</cx:pt>
          <cx:pt idx="5910">618682</cx:pt>
          <cx:pt idx="5911">619276</cx:pt>
          <cx:pt idx="5912">619276</cx:pt>
          <cx:pt idx="5913">619283</cx:pt>
          <cx:pt idx="5914">619283</cx:pt>
          <cx:pt idx="5915">636427</cx:pt>
          <cx:pt idx="5916">636427</cx:pt>
          <cx:pt idx="5917">639101</cx:pt>
          <cx:pt idx="5918">639499</cx:pt>
          <cx:pt idx="5919">639499</cx:pt>
          <cx:pt idx="5920">643741</cx:pt>
          <cx:pt idx="5921">647783</cx:pt>
          <cx:pt idx="5922">649929</cx:pt>
          <cx:pt idx="5923">655735</cx:pt>
          <cx:pt idx="5924">656098</cx:pt>
          <cx:pt idx="5925">656098</cx:pt>
          <cx:pt idx="5926">656098</cx:pt>
          <cx:pt idx="5927">656098</cx:pt>
          <cx:pt idx="5928">657874</cx:pt>
          <cx:pt idx="5929">678494</cx:pt>
          <cx:pt idx="5930">678494</cx:pt>
          <cx:pt idx="5931">680397</cx:pt>
          <cx:pt idx="5932">680669</cx:pt>
          <cx:pt idx="5933">680669</cx:pt>
          <cx:pt idx="5934">694926</cx:pt>
          <cx:pt idx="5935">699096</cx:pt>
          <cx:pt idx="5936">699096</cx:pt>
          <cx:pt idx="5937">706581</cx:pt>
          <cx:pt idx="5938">719623</cx:pt>
          <cx:pt idx="5939">732666</cx:pt>
          <cx:pt idx="5940">732666</cx:pt>
          <cx:pt idx="5941">764213</cx:pt>
          <cx:pt idx="5942">766337</cx:pt>
          <cx:pt idx="5943">769449</cx:pt>
          <cx:pt idx="5944">769449</cx:pt>
          <cx:pt idx="5945">776282</cx:pt>
          <cx:pt idx="5946">804005</cx:pt>
          <cx:pt idx="5947">865497</cx:pt>
          <cx:pt idx="5948">887879</cx:pt>
          <cx:pt idx="5949">887879</cx:pt>
          <cx:pt idx="5950">941716</cx:pt>
          <cx:pt idx="5951">941716</cx:pt>
          <cx:pt idx="5952">1096214</cx:pt>
          <cx:pt idx="5953">1234169</cx:pt>
          <cx:pt idx="5954">1234169</cx:pt>
          <cx:pt idx="5955">1617278</cx:pt>
          <cx:pt idx="5956">1617278</cx:pt>
        </cx:lvl>
      </cx:numDim>
    </cx:data>
  </cx:chartData>
  <cx:chart>
    <cx:plotArea>
      <cx:plotAreaRegion>
        <cx:series layoutId="clusteredColumn" uniqueId="{ABF5ADF3-D2CA-416E-80B9-DD1CBDFFFCEC}">
          <cx:tx>
            <cx:txData>
              <cx:f>'[Input_Test RCM_2803.xlsx]Sheet1'!$B$1</cx:f>
              <cx:v>giá trị đơn hàng</cx:v>
            </cx:txData>
          </cx:tx>
          <cx:spPr>
            <a:solidFill>
              <a:srgbClr val="4472C4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'[Input_Test RCM_2803.xlsx]Sheet1'!$B$2:$B$5959</cx:f>
        <cx:lvl ptCount="5958" formatCode="General">
          <cx:pt idx="0">50005</cx:pt>
          <cx:pt idx="1">50017</cx:pt>
          <cx:pt idx="2">50023</cx:pt>
          <cx:pt idx="3">50049</cx:pt>
          <cx:pt idx="4">50333</cx:pt>
          <cx:pt idx="5">50333</cx:pt>
          <cx:pt idx="6">50368</cx:pt>
          <cx:pt idx="7">50534</cx:pt>
          <cx:pt idx="8">50571</cx:pt>
          <cx:pt idx="9">50572</cx:pt>
          <cx:pt idx="10">50608</cx:pt>
          <cx:pt idx="11">50665</cx:pt>
          <cx:pt idx="12">50692</cx:pt>
          <cx:pt idx="13">50765</cx:pt>
          <cx:pt idx="14">50788</cx:pt>
          <cx:pt idx="15">50800</cx:pt>
          <cx:pt idx="16">50845</cx:pt>
          <cx:pt idx="17">50927</cx:pt>
          <cx:pt idx="18">50927</cx:pt>
          <cx:pt idx="19">50944</cx:pt>
          <cx:pt idx="20">51166</cx:pt>
          <cx:pt idx="21">51166</cx:pt>
          <cx:pt idx="22">51331</cx:pt>
          <cx:pt idx="23">51428</cx:pt>
          <cx:pt idx="24">51428</cx:pt>
          <cx:pt idx="25">51428</cx:pt>
          <cx:pt idx="26">51428</cx:pt>
          <cx:pt idx="27">51428</cx:pt>
          <cx:pt idx="28">51429</cx:pt>
          <cx:pt idx="29">51429</cx:pt>
          <cx:pt idx="30">51429</cx:pt>
          <cx:pt idx="31">51429</cx:pt>
          <cx:pt idx="32">51429</cx:pt>
          <cx:pt idx="33">51429</cx:pt>
          <cx:pt idx="34">51429</cx:pt>
          <cx:pt idx="35">51429</cx:pt>
          <cx:pt idx="36">51429</cx:pt>
          <cx:pt idx="37">51429</cx:pt>
          <cx:pt idx="38">51429</cx:pt>
          <cx:pt idx="39">51429</cx:pt>
          <cx:pt idx="40">51429</cx:pt>
          <cx:pt idx="41">51429</cx:pt>
          <cx:pt idx="42">51429</cx:pt>
          <cx:pt idx="43">51450</cx:pt>
          <cx:pt idx="44">51567</cx:pt>
          <cx:pt idx="45">51576</cx:pt>
          <cx:pt idx="46">51627</cx:pt>
          <cx:pt idx="47">51716</cx:pt>
          <cx:pt idx="48">51794</cx:pt>
          <cx:pt idx="49">51855</cx:pt>
          <cx:pt idx="50">52043</cx:pt>
          <cx:pt idx="51">52079</cx:pt>
          <cx:pt idx="52">52133</cx:pt>
          <cx:pt idx="53">52301</cx:pt>
          <cx:pt idx="54">52325</cx:pt>
          <cx:pt idx="55">52340</cx:pt>
          <cx:pt idx="56">52400</cx:pt>
          <cx:pt idx="57">52421</cx:pt>
          <cx:pt idx="58">52500</cx:pt>
          <cx:pt idx="59">52500</cx:pt>
          <cx:pt idx="60">52658</cx:pt>
          <cx:pt idx="61">52773</cx:pt>
          <cx:pt idx="62">52773</cx:pt>
          <cx:pt idx="63">52775</cx:pt>
          <cx:pt idx="64">52807</cx:pt>
          <cx:pt idx="65">52913</cx:pt>
          <cx:pt idx="66">52977</cx:pt>
          <cx:pt idx="67">53000</cx:pt>
          <cx:pt idx="68">53041</cx:pt>
          <cx:pt idx="69">53163</cx:pt>
          <cx:pt idx="70">53191</cx:pt>
          <cx:pt idx="71">53193</cx:pt>
          <cx:pt idx="72">53325</cx:pt>
          <cx:pt idx="73">53325</cx:pt>
          <cx:pt idx="74">53325</cx:pt>
          <cx:pt idx="75">53327</cx:pt>
          <cx:pt idx="76">53329</cx:pt>
          <cx:pt idx="77">53332</cx:pt>
          <cx:pt idx="78">53333</cx:pt>
          <cx:pt idx="79">53333</cx:pt>
          <cx:pt idx="80">53339</cx:pt>
          <cx:pt idx="81">53412</cx:pt>
          <cx:pt idx="82">53421</cx:pt>
          <cx:pt idx="83">53630</cx:pt>
          <cx:pt idx="84">53688</cx:pt>
          <cx:pt idx="85">53734</cx:pt>
          <cx:pt idx="86">53746</cx:pt>
          <cx:pt idx="87">53750</cx:pt>
          <cx:pt idx="88">53788</cx:pt>
          <cx:pt idx="89">53832</cx:pt>
          <cx:pt idx="90">53892</cx:pt>
          <cx:pt idx="91">53988</cx:pt>
          <cx:pt idx="92">53995</cx:pt>
          <cx:pt idx="93">54027</cx:pt>
          <cx:pt idx="94">54050</cx:pt>
          <cx:pt idx="95">54095</cx:pt>
          <cx:pt idx="96">54150</cx:pt>
          <cx:pt idx="97">54186</cx:pt>
          <cx:pt idx="98">54194</cx:pt>
          <cx:pt idx="99">54233</cx:pt>
          <cx:pt idx="100">54246</cx:pt>
          <cx:pt idx="101">54293</cx:pt>
          <cx:pt idx="102">54333</cx:pt>
          <cx:pt idx="103">54392</cx:pt>
          <cx:pt idx="104">54672</cx:pt>
          <cx:pt idx="105">54733</cx:pt>
          <cx:pt idx="106">54747</cx:pt>
          <cx:pt idx="107">54890</cx:pt>
          <cx:pt idx="108">54988</cx:pt>
          <cx:pt idx="109">55020</cx:pt>
          <cx:pt idx="110">55041</cx:pt>
          <cx:pt idx="111">55163</cx:pt>
          <cx:pt idx="112">55191</cx:pt>
          <cx:pt idx="113">55228</cx:pt>
          <cx:pt idx="114">55228</cx:pt>
          <cx:pt idx="115">55275</cx:pt>
          <cx:pt idx="116">55541</cx:pt>
          <cx:pt idx="117">55695</cx:pt>
          <cx:pt idx="118">55829</cx:pt>
          <cx:pt idx="119">55895</cx:pt>
          <cx:pt idx="120">55935</cx:pt>
          <cx:pt idx="121">56233</cx:pt>
          <cx:pt idx="122">56233</cx:pt>
          <cx:pt idx="123">56244</cx:pt>
          <cx:pt idx="124">56315</cx:pt>
          <cx:pt idx="125">56332</cx:pt>
          <cx:pt idx="126">56416</cx:pt>
          <cx:pt idx="127">56446</cx:pt>
          <cx:pt idx="128">56549</cx:pt>
          <cx:pt idx="129">56650</cx:pt>
          <cx:pt idx="130">56655</cx:pt>
          <cx:pt idx="131">56660</cx:pt>
          <cx:pt idx="132">56661</cx:pt>
          <cx:pt idx="133">56666</cx:pt>
          <cx:pt idx="134">56667</cx:pt>
          <cx:pt idx="135">56682</cx:pt>
          <cx:pt idx="136">56688</cx:pt>
          <cx:pt idx="137">56753</cx:pt>
          <cx:pt idx="138">56793</cx:pt>
          <cx:pt idx="139">56793</cx:pt>
          <cx:pt idx="140">56793</cx:pt>
          <cx:pt idx="141">56793</cx:pt>
          <cx:pt idx="142">56793</cx:pt>
          <cx:pt idx="143">56793</cx:pt>
          <cx:pt idx="144">56901</cx:pt>
          <cx:pt idx="145">57095</cx:pt>
          <cx:pt idx="146">57143</cx:pt>
          <cx:pt idx="147">57200</cx:pt>
          <cx:pt idx="148">57308</cx:pt>
          <cx:pt idx="149">57364</cx:pt>
          <cx:pt idx="150">57434</cx:pt>
          <cx:pt idx="151">57681</cx:pt>
          <cx:pt idx="152">57681</cx:pt>
          <cx:pt idx="153">57833</cx:pt>
          <cx:pt idx="154">57921</cx:pt>
          <cx:pt idx="155">57983</cx:pt>
          <cx:pt idx="156">58020</cx:pt>
          <cx:pt idx="157">58025</cx:pt>
          <cx:pt idx="158">58088</cx:pt>
          <cx:pt idx="159">58150</cx:pt>
          <cx:pt idx="160">58230</cx:pt>
          <cx:pt idx="161">58247</cx:pt>
          <cx:pt idx="162">58298</cx:pt>
          <cx:pt idx="163">58333</cx:pt>
          <cx:pt idx="164">58373</cx:pt>
          <cx:pt idx="165">58374</cx:pt>
          <cx:pt idx="166">58563</cx:pt>
          <cx:pt idx="167">58607</cx:pt>
          <cx:pt idx="168">58751</cx:pt>
          <cx:pt idx="169">58939</cx:pt>
          <cx:pt idx="170">59077</cx:pt>
          <cx:pt idx="171">59205</cx:pt>
          <cx:pt idx="172">59243</cx:pt>
          <cx:pt idx="173">59274</cx:pt>
          <cx:pt idx="174">59289</cx:pt>
          <cx:pt idx="175">59306</cx:pt>
          <cx:pt idx="176">59403</cx:pt>
          <cx:pt idx="177">59554</cx:pt>
          <cx:pt idx="178">59654</cx:pt>
          <cx:pt idx="179">59697</cx:pt>
          <cx:pt idx="180">59702</cx:pt>
          <cx:pt idx="181">59753</cx:pt>
          <cx:pt idx="182">59759</cx:pt>
          <cx:pt idx="183">59800</cx:pt>
          <cx:pt idx="184">59962</cx:pt>
          <cx:pt idx="185">59992</cx:pt>
          <cx:pt idx="186">60000</cx:pt>
          <cx:pt idx="187">60000</cx:pt>
          <cx:pt idx="188">60000</cx:pt>
          <cx:pt idx="189">60000</cx:pt>
          <cx:pt idx="190">60000</cx:pt>
          <cx:pt idx="191">60000</cx:pt>
          <cx:pt idx="192">60000</cx:pt>
          <cx:pt idx="193">60000</cx:pt>
          <cx:pt idx="194">60000</cx:pt>
          <cx:pt idx="195">60000</cx:pt>
          <cx:pt idx="196">60000</cx:pt>
          <cx:pt idx="197">60000</cx:pt>
          <cx:pt idx="198">60000</cx:pt>
          <cx:pt idx="199">60000</cx:pt>
          <cx:pt idx="200">60000</cx:pt>
          <cx:pt idx="201">60000</cx:pt>
          <cx:pt idx="202">60000</cx:pt>
          <cx:pt idx="203">60000</cx:pt>
          <cx:pt idx="204">60000</cx:pt>
          <cx:pt idx="205">60000</cx:pt>
          <cx:pt idx="206">60000</cx:pt>
          <cx:pt idx="207">60000</cx:pt>
          <cx:pt idx="208">60000</cx:pt>
          <cx:pt idx="209">60000</cx:pt>
          <cx:pt idx="210">60000</cx:pt>
          <cx:pt idx="211">60000</cx:pt>
          <cx:pt idx="212">60000</cx:pt>
          <cx:pt idx="213">60000</cx:pt>
          <cx:pt idx="214">60000</cx:pt>
          <cx:pt idx="215">60000</cx:pt>
          <cx:pt idx="216">60000</cx:pt>
          <cx:pt idx="217">60000</cx:pt>
          <cx:pt idx="218">60000</cx:pt>
          <cx:pt idx="219">60000</cx:pt>
          <cx:pt idx="220">60000</cx:pt>
          <cx:pt idx="221">60000</cx:pt>
          <cx:pt idx="222">60000</cx:pt>
          <cx:pt idx="223">60000</cx:pt>
          <cx:pt idx="224">60000</cx:pt>
          <cx:pt idx="225">60000</cx:pt>
          <cx:pt idx="226">60000</cx:pt>
          <cx:pt idx="227">60000</cx:pt>
          <cx:pt idx="228">60000</cx:pt>
          <cx:pt idx="229">60000</cx:pt>
          <cx:pt idx="230">60000</cx:pt>
          <cx:pt idx="231">60000</cx:pt>
          <cx:pt idx="232">60000</cx:pt>
          <cx:pt idx="233">60000</cx:pt>
          <cx:pt idx="234">60000</cx:pt>
          <cx:pt idx="235">60000</cx:pt>
          <cx:pt idx="236">60000</cx:pt>
          <cx:pt idx="237">60000</cx:pt>
          <cx:pt idx="238">60000</cx:pt>
          <cx:pt idx="239">60000</cx:pt>
          <cx:pt idx="240">60000</cx:pt>
          <cx:pt idx="241">60000</cx:pt>
          <cx:pt idx="242">60000</cx:pt>
          <cx:pt idx="243">60000</cx:pt>
          <cx:pt idx="244">60004</cx:pt>
          <cx:pt idx="245">60015</cx:pt>
          <cx:pt idx="246">60019</cx:pt>
          <cx:pt idx="247">60025</cx:pt>
          <cx:pt idx="248">60066</cx:pt>
          <cx:pt idx="249">60075</cx:pt>
          <cx:pt idx="250">60075</cx:pt>
          <cx:pt idx="251">60099</cx:pt>
          <cx:pt idx="252">60214</cx:pt>
          <cx:pt idx="253">60232</cx:pt>
          <cx:pt idx="254">60250</cx:pt>
          <cx:pt idx="255">60310</cx:pt>
          <cx:pt idx="256">60319</cx:pt>
          <cx:pt idx="257">60326</cx:pt>
          <cx:pt idx="258">60333</cx:pt>
          <cx:pt idx="259">60333</cx:pt>
          <cx:pt idx="260">60543</cx:pt>
          <cx:pt idx="261">60548</cx:pt>
          <cx:pt idx="262">60568</cx:pt>
          <cx:pt idx="263">60569</cx:pt>
          <cx:pt idx="264">60630</cx:pt>
          <cx:pt idx="265">60766</cx:pt>
          <cx:pt idx="266">60833</cx:pt>
          <cx:pt idx="267">60883</cx:pt>
          <cx:pt idx="268">61013</cx:pt>
          <cx:pt idx="269">61013</cx:pt>
          <cx:pt idx="270">61142</cx:pt>
          <cx:pt idx="271">61166</cx:pt>
          <cx:pt idx="272">61166</cx:pt>
          <cx:pt idx="273">61178</cx:pt>
          <cx:pt idx="274">61352</cx:pt>
          <cx:pt idx="275">61352</cx:pt>
          <cx:pt idx="276">61364</cx:pt>
          <cx:pt idx="277">61382</cx:pt>
          <cx:pt idx="278">61416</cx:pt>
          <cx:pt idx="279">61425</cx:pt>
          <cx:pt idx="280">61474</cx:pt>
          <cx:pt idx="281">61502</cx:pt>
          <cx:pt idx="282">61512</cx:pt>
          <cx:pt idx="283">61524</cx:pt>
          <cx:pt idx="284">61583</cx:pt>
          <cx:pt idx="285">61607</cx:pt>
          <cx:pt idx="286">61658</cx:pt>
          <cx:pt idx="287">61666</cx:pt>
          <cx:pt idx="288">61666</cx:pt>
          <cx:pt idx="289">61669</cx:pt>
          <cx:pt idx="290">61683</cx:pt>
          <cx:pt idx="291">61741</cx:pt>
          <cx:pt idx="292">61743</cx:pt>
          <cx:pt idx="293">61746</cx:pt>
          <cx:pt idx="294">61884</cx:pt>
          <cx:pt idx="295">61908</cx:pt>
          <cx:pt idx="296">62000</cx:pt>
          <cx:pt idx="297">62028</cx:pt>
          <cx:pt idx="298">62059</cx:pt>
          <cx:pt idx="299">62066</cx:pt>
          <cx:pt idx="300">62081</cx:pt>
          <cx:pt idx="301">62100</cx:pt>
          <cx:pt idx="302">62118</cx:pt>
          <cx:pt idx="303">62283</cx:pt>
          <cx:pt idx="304">62333</cx:pt>
          <cx:pt idx="305">62333</cx:pt>
          <cx:pt idx="306">62400</cx:pt>
          <cx:pt idx="307">62400</cx:pt>
          <cx:pt idx="308">62406</cx:pt>
          <cx:pt idx="309">62500</cx:pt>
          <cx:pt idx="310">62500</cx:pt>
          <cx:pt idx="311">62572</cx:pt>
          <cx:pt idx="312">62614</cx:pt>
          <cx:pt idx="313">62637</cx:pt>
          <cx:pt idx="314">62741</cx:pt>
          <cx:pt idx="315">62849</cx:pt>
          <cx:pt idx="316">62983</cx:pt>
          <cx:pt idx="317">62983</cx:pt>
          <cx:pt idx="318">63175</cx:pt>
          <cx:pt idx="319">63253</cx:pt>
          <cx:pt idx="320">63291</cx:pt>
          <cx:pt idx="321">63316</cx:pt>
          <cx:pt idx="322">63321</cx:pt>
          <cx:pt idx="323">63324</cx:pt>
          <cx:pt idx="324">63325</cx:pt>
          <cx:pt idx="325">63331</cx:pt>
          <cx:pt idx="326">63332</cx:pt>
          <cx:pt idx="327">63333</cx:pt>
          <cx:pt idx="328">63333</cx:pt>
          <cx:pt idx="329">63333</cx:pt>
          <cx:pt idx="330">63343</cx:pt>
          <cx:pt idx="331">63349</cx:pt>
          <cx:pt idx="332">63350</cx:pt>
          <cx:pt idx="333">63357</cx:pt>
          <cx:pt idx="334">63371</cx:pt>
          <cx:pt idx="335">63382</cx:pt>
          <cx:pt idx="336">63397</cx:pt>
          <cx:pt idx="337">63413</cx:pt>
          <cx:pt idx="338">63417</cx:pt>
          <cx:pt idx="339">63423</cx:pt>
          <cx:pt idx="340">63462</cx:pt>
          <cx:pt idx="341">63699</cx:pt>
          <cx:pt idx="342">63724</cx:pt>
          <cx:pt idx="343">63773</cx:pt>
          <cx:pt idx="344">63839</cx:pt>
          <cx:pt idx="345">63889</cx:pt>
          <cx:pt idx="346">63995</cx:pt>
          <cx:pt idx="347">63996</cx:pt>
          <cx:pt idx="348">64000</cx:pt>
          <cx:pt idx="349">64110</cx:pt>
          <cx:pt idx="350">64141</cx:pt>
          <cx:pt idx="351">64355</cx:pt>
          <cx:pt idx="352">64364</cx:pt>
          <cx:pt idx="353">64399</cx:pt>
          <cx:pt idx="354">64450</cx:pt>
          <cx:pt idx="355">64500</cx:pt>
          <cx:pt idx="356">64632</cx:pt>
          <cx:pt idx="357">64677</cx:pt>
          <cx:pt idx="358">64716</cx:pt>
          <cx:pt idx="359">64846</cx:pt>
          <cx:pt idx="360">64881</cx:pt>
          <cx:pt idx="361">64929</cx:pt>
          <cx:pt idx="362">64939</cx:pt>
          <cx:pt idx="363">64967</cx:pt>
          <cx:pt idx="364">64989</cx:pt>
          <cx:pt idx="365">64989</cx:pt>
          <cx:pt idx="366">65000</cx:pt>
          <cx:pt idx="367">65171</cx:pt>
          <cx:pt idx="368">65202</cx:pt>
          <cx:pt idx="369">65226</cx:pt>
          <cx:pt idx="370">65234</cx:pt>
          <cx:pt idx="371">65350</cx:pt>
          <cx:pt idx="372">65430</cx:pt>
          <cx:pt idx="373">65496</cx:pt>
          <cx:pt idx="374">65569</cx:pt>
          <cx:pt idx="375">65585</cx:pt>
          <cx:pt idx="376">65618</cx:pt>
          <cx:pt idx="377">65719</cx:pt>
          <cx:pt idx="378">65769</cx:pt>
          <cx:pt idx="379">65826</cx:pt>
          <cx:pt idx="380">65831</cx:pt>
          <cx:pt idx="381">65833</cx:pt>
          <cx:pt idx="382">65850</cx:pt>
          <cx:pt idx="383">65850</cx:pt>
          <cx:pt idx="384">65871</cx:pt>
          <cx:pt idx="385">65891</cx:pt>
          <cx:pt idx="386">65892</cx:pt>
          <cx:pt idx="387">65907</cx:pt>
          <cx:pt idx="388">65957</cx:pt>
          <cx:pt idx="389">66023</cx:pt>
          <cx:pt idx="390">66176</cx:pt>
          <cx:pt idx="391">66275</cx:pt>
          <cx:pt idx="392">66383</cx:pt>
          <cx:pt idx="393">66435</cx:pt>
          <cx:pt idx="394">66444</cx:pt>
          <cx:pt idx="395">66458</cx:pt>
          <cx:pt idx="396">66474</cx:pt>
          <cx:pt idx="397">66616</cx:pt>
          <cx:pt idx="398">66644</cx:pt>
          <cx:pt idx="399">66649</cx:pt>
          <cx:pt idx="400">66653</cx:pt>
          <cx:pt idx="401">66664</cx:pt>
          <cx:pt idx="402">66665</cx:pt>
          <cx:pt idx="403">66665</cx:pt>
          <cx:pt idx="404">66665</cx:pt>
          <cx:pt idx="405">66666</cx:pt>
          <cx:pt idx="406">66666</cx:pt>
          <cx:pt idx="407">66666</cx:pt>
          <cx:pt idx="408">66666</cx:pt>
          <cx:pt idx="409">66669</cx:pt>
          <cx:pt idx="410">66673</cx:pt>
          <cx:pt idx="411">66674</cx:pt>
          <cx:pt idx="412">66675</cx:pt>
          <cx:pt idx="413">66688</cx:pt>
          <cx:pt idx="414">66721</cx:pt>
          <cx:pt idx="415">66721</cx:pt>
          <cx:pt idx="416">66741</cx:pt>
          <cx:pt idx="417">66741</cx:pt>
          <cx:pt idx="418">66834</cx:pt>
          <cx:pt idx="419">66866</cx:pt>
          <cx:pt idx="420">66914</cx:pt>
          <cx:pt idx="421">66964</cx:pt>
          <cx:pt idx="422">66966</cx:pt>
          <cx:pt idx="423">66990</cx:pt>
          <cx:pt idx="424">66990</cx:pt>
          <cx:pt idx="425">67015</cx:pt>
          <cx:pt idx="426">67015</cx:pt>
          <cx:pt idx="427">67015</cx:pt>
          <cx:pt idx="428">67059</cx:pt>
          <cx:pt idx="429">67087</cx:pt>
          <cx:pt idx="430">67104</cx:pt>
          <cx:pt idx="431">67148</cx:pt>
          <cx:pt idx="432">67149</cx:pt>
          <cx:pt idx="433">67190</cx:pt>
          <cx:pt idx="434">67248</cx:pt>
          <cx:pt idx="435">67266</cx:pt>
          <cx:pt idx="436">67307</cx:pt>
          <cx:pt idx="437">67391</cx:pt>
          <cx:pt idx="438">67500</cx:pt>
          <cx:pt idx="439">67500</cx:pt>
          <cx:pt idx="440">67500</cx:pt>
          <cx:pt idx="441">67500</cx:pt>
          <cx:pt idx="442">67500</cx:pt>
          <cx:pt idx="443">67500</cx:pt>
          <cx:pt idx="444">67500</cx:pt>
          <cx:pt idx="445">67500</cx:pt>
          <cx:pt idx="446">67500</cx:pt>
          <cx:pt idx="447">67500</cx:pt>
          <cx:pt idx="448">67500</cx:pt>
          <cx:pt idx="449">67500</cx:pt>
          <cx:pt idx="450">67500</cx:pt>
          <cx:pt idx="451">67500</cx:pt>
          <cx:pt idx="452">67500</cx:pt>
          <cx:pt idx="453">67500</cx:pt>
          <cx:pt idx="454">67500</cx:pt>
          <cx:pt idx="455">67500</cx:pt>
          <cx:pt idx="456">67516</cx:pt>
          <cx:pt idx="457">67516</cx:pt>
          <cx:pt idx="458">67599</cx:pt>
          <cx:pt idx="459">67700</cx:pt>
          <cx:pt idx="460">67742</cx:pt>
          <cx:pt idx="461">67744</cx:pt>
          <cx:pt idx="462">67747</cx:pt>
          <cx:pt idx="463">67747</cx:pt>
          <cx:pt idx="464">67834</cx:pt>
          <cx:pt idx="465">67877</cx:pt>
          <cx:pt idx="466">67936</cx:pt>
          <cx:pt idx="467">67970</cx:pt>
          <cx:pt idx="468">67974</cx:pt>
          <cx:pt idx="469">68000</cx:pt>
          <cx:pt idx="470">68025</cx:pt>
          <cx:pt idx="471">68025</cx:pt>
          <cx:pt idx="472">68025</cx:pt>
          <cx:pt idx="473">68166</cx:pt>
          <cx:pt idx="474">68237</cx:pt>
          <cx:pt idx="475">68270</cx:pt>
          <cx:pt idx="476">68272</cx:pt>
          <cx:pt idx="477">68314</cx:pt>
          <cx:pt idx="478">68316</cx:pt>
          <cx:pt idx="479">68338</cx:pt>
          <cx:pt idx="480">68351</cx:pt>
          <cx:pt idx="481">68371</cx:pt>
          <cx:pt idx="482">68378</cx:pt>
          <cx:pt idx="483">68466</cx:pt>
          <cx:pt idx="484">68466</cx:pt>
          <cx:pt idx="485">68468</cx:pt>
          <cx:pt idx="486">68479</cx:pt>
          <cx:pt idx="487">68573</cx:pt>
          <cx:pt idx="488">68671</cx:pt>
          <cx:pt idx="489">68796</cx:pt>
          <cx:pt idx="490">68989</cx:pt>
          <cx:pt idx="491">69001</cx:pt>
          <cx:pt idx="492">69132</cx:pt>
          <cx:pt idx="493">69138</cx:pt>
          <cx:pt idx="494">69155</cx:pt>
          <cx:pt idx="495">69174</cx:pt>
          <cx:pt idx="496">69217</cx:pt>
          <cx:pt idx="497">69316</cx:pt>
          <cx:pt idx="498">69347</cx:pt>
          <cx:pt idx="499">69383</cx:pt>
          <cx:pt idx="500">69404</cx:pt>
          <cx:pt idx="501">69408</cx:pt>
          <cx:pt idx="502">69503</cx:pt>
          <cx:pt idx="503">69552</cx:pt>
          <cx:pt idx="504">69604</cx:pt>
          <cx:pt idx="505">69604</cx:pt>
          <cx:pt idx="506">69667</cx:pt>
          <cx:pt idx="507">69712</cx:pt>
          <cx:pt idx="508">69784</cx:pt>
          <cx:pt idx="509">69787</cx:pt>
          <cx:pt idx="510">69800</cx:pt>
          <cx:pt idx="511">69882</cx:pt>
          <cx:pt idx="512">69893</cx:pt>
          <cx:pt idx="513">69896</cx:pt>
          <cx:pt idx="514">69925</cx:pt>
          <cx:pt idx="515">69955</cx:pt>
          <cx:pt idx="516">69972</cx:pt>
          <cx:pt idx="517">69982</cx:pt>
          <cx:pt idx="518">69987</cx:pt>
          <cx:pt idx="519">69989</cx:pt>
          <cx:pt idx="520">70000</cx:pt>
          <cx:pt idx="521">70000</cx:pt>
          <cx:pt idx="522">70000</cx:pt>
          <cx:pt idx="523">70000</cx:pt>
          <cx:pt idx="524">70000</cx:pt>
          <cx:pt idx="525">70000</cx:pt>
          <cx:pt idx="526">70000</cx:pt>
          <cx:pt idx="527">70000</cx:pt>
          <cx:pt idx="528">70000</cx:pt>
          <cx:pt idx="529">70000</cx:pt>
          <cx:pt idx="530">70000</cx:pt>
          <cx:pt idx="531">70000</cx:pt>
          <cx:pt idx="532">70000</cx:pt>
          <cx:pt idx="533">70000</cx:pt>
          <cx:pt idx="534">70000</cx:pt>
          <cx:pt idx="535">70000</cx:pt>
          <cx:pt idx="536">70000</cx:pt>
          <cx:pt idx="537">70000</cx:pt>
          <cx:pt idx="538">70000</cx:pt>
          <cx:pt idx="539">70000</cx:pt>
          <cx:pt idx="540">70000</cx:pt>
          <cx:pt idx="541">70000</cx:pt>
          <cx:pt idx="542">70000</cx:pt>
          <cx:pt idx="543">70000</cx:pt>
          <cx:pt idx="544">70000</cx:pt>
          <cx:pt idx="545">70000</cx:pt>
          <cx:pt idx="546">70000</cx:pt>
          <cx:pt idx="547">70000</cx:pt>
          <cx:pt idx="548">70000</cx:pt>
          <cx:pt idx="549">70000</cx:pt>
          <cx:pt idx="550">70002</cx:pt>
          <cx:pt idx="551">70002</cx:pt>
          <cx:pt idx="552">70003</cx:pt>
          <cx:pt idx="553">70012</cx:pt>
          <cx:pt idx="554">70013</cx:pt>
          <cx:pt idx="555">70129</cx:pt>
          <cx:pt idx="556">70229</cx:pt>
          <cx:pt idx="557">70262</cx:pt>
          <cx:pt idx="558">70294</cx:pt>
          <cx:pt idx="559">70294</cx:pt>
          <cx:pt idx="560">70303</cx:pt>
          <cx:pt idx="561">70353</cx:pt>
          <cx:pt idx="562">70353</cx:pt>
          <cx:pt idx="563">70358</cx:pt>
          <cx:pt idx="564">70403</cx:pt>
          <cx:pt idx="565">70432</cx:pt>
          <cx:pt idx="566">70501</cx:pt>
          <cx:pt idx="567">70523</cx:pt>
          <cx:pt idx="568">70561</cx:pt>
          <cx:pt idx="569">70566</cx:pt>
          <cx:pt idx="570">70657</cx:pt>
          <cx:pt idx="571">70668</cx:pt>
          <cx:pt idx="572">70677</cx:pt>
          <cx:pt idx="573">70719</cx:pt>
          <cx:pt idx="574">70722</cx:pt>
          <cx:pt idx="575">70724</cx:pt>
          <cx:pt idx="576">70729</cx:pt>
          <cx:pt idx="577">70833</cx:pt>
          <cx:pt idx="578">70916</cx:pt>
          <cx:pt idx="579">71039</cx:pt>
          <cx:pt idx="580">71104</cx:pt>
          <cx:pt idx="581">71118</cx:pt>
          <cx:pt idx="582">71235</cx:pt>
          <cx:pt idx="583">71346</cx:pt>
          <cx:pt idx="584">71374</cx:pt>
          <cx:pt idx="585">71400</cx:pt>
          <cx:pt idx="586">71508</cx:pt>
          <cx:pt idx="587">71570</cx:pt>
          <cx:pt idx="588">71585</cx:pt>
          <cx:pt idx="589">71595</cx:pt>
          <cx:pt idx="590">71597</cx:pt>
          <cx:pt idx="591">71597</cx:pt>
          <cx:pt idx="592">71637</cx:pt>
          <cx:pt idx="593">71666</cx:pt>
          <cx:pt idx="594">71671</cx:pt>
          <cx:pt idx="595">71675</cx:pt>
          <cx:pt idx="596">71681</cx:pt>
          <cx:pt idx="597">71705</cx:pt>
          <cx:pt idx="598">71718</cx:pt>
          <cx:pt idx="599">71732</cx:pt>
          <cx:pt idx="600">71766</cx:pt>
          <cx:pt idx="601">71800</cx:pt>
          <cx:pt idx="602">71830</cx:pt>
          <cx:pt idx="603">71953</cx:pt>
          <cx:pt idx="604">71967</cx:pt>
          <cx:pt idx="605">72176</cx:pt>
          <cx:pt idx="606">72298</cx:pt>
          <cx:pt idx="607">72298</cx:pt>
          <cx:pt idx="608">72298</cx:pt>
          <cx:pt idx="609">72341</cx:pt>
          <cx:pt idx="610">72361</cx:pt>
          <cx:pt idx="611">72365</cx:pt>
          <cx:pt idx="612">72389</cx:pt>
          <cx:pt idx="613">72395</cx:pt>
          <cx:pt idx="614">72500</cx:pt>
          <cx:pt idx="615">72500</cx:pt>
          <cx:pt idx="616">72521</cx:pt>
          <cx:pt idx="617">72525</cx:pt>
          <cx:pt idx="618">72599</cx:pt>
          <cx:pt idx="619">72667</cx:pt>
          <cx:pt idx="620">72669</cx:pt>
          <cx:pt idx="621">72689</cx:pt>
          <cx:pt idx="622">72725</cx:pt>
          <cx:pt idx="623">72729</cx:pt>
          <cx:pt idx="624">72738</cx:pt>
          <cx:pt idx="625">72742</cx:pt>
          <cx:pt idx="626">72789</cx:pt>
          <cx:pt idx="627">72792</cx:pt>
          <cx:pt idx="628">72825</cx:pt>
          <cx:pt idx="629">72877</cx:pt>
          <cx:pt idx="630">72989</cx:pt>
          <cx:pt idx="631">73008</cx:pt>
          <cx:pt idx="632">73142</cx:pt>
          <cx:pt idx="633">73273</cx:pt>
          <cx:pt idx="634">73278</cx:pt>
          <cx:pt idx="635">73309</cx:pt>
          <cx:pt idx="636">73332</cx:pt>
          <cx:pt idx="637">73333</cx:pt>
          <cx:pt idx="638">73341</cx:pt>
          <cx:pt idx="639">73375</cx:pt>
          <cx:pt idx="640">73391</cx:pt>
          <cx:pt idx="641">73421</cx:pt>
          <cx:pt idx="642">73421</cx:pt>
          <cx:pt idx="643">73422</cx:pt>
          <cx:pt idx="644">73503</cx:pt>
          <cx:pt idx="645">73531</cx:pt>
          <cx:pt idx="646">73536</cx:pt>
          <cx:pt idx="647">73640</cx:pt>
          <cx:pt idx="648">73640</cx:pt>
          <cx:pt idx="649">73683</cx:pt>
          <cx:pt idx="650">73691</cx:pt>
          <cx:pt idx="651">73694</cx:pt>
          <cx:pt idx="652">73730</cx:pt>
          <cx:pt idx="653">73737</cx:pt>
          <cx:pt idx="654">73758</cx:pt>
          <cx:pt idx="655">73758</cx:pt>
          <cx:pt idx="656">73846</cx:pt>
          <cx:pt idx="657">73846</cx:pt>
          <cx:pt idx="658">73914</cx:pt>
          <cx:pt idx="659">73945</cx:pt>
          <cx:pt idx="660">73980</cx:pt>
          <cx:pt idx="661">73989</cx:pt>
          <cx:pt idx="662">74000</cx:pt>
          <cx:pt idx="663">74070</cx:pt>
          <cx:pt idx="664">74199</cx:pt>
          <cx:pt idx="665">74218</cx:pt>
          <cx:pt idx="666">74218</cx:pt>
          <cx:pt idx="667">74219</cx:pt>
          <cx:pt idx="668">74307</cx:pt>
          <cx:pt idx="669">74441</cx:pt>
          <cx:pt idx="670">74471</cx:pt>
          <cx:pt idx="671">74493</cx:pt>
          <cx:pt idx="672">74505</cx:pt>
          <cx:pt idx="673">74518</cx:pt>
          <cx:pt idx="674">74588</cx:pt>
          <cx:pt idx="675">74694</cx:pt>
          <cx:pt idx="676">74772</cx:pt>
          <cx:pt idx="677">74801</cx:pt>
          <cx:pt idx="678">74801</cx:pt>
          <cx:pt idx="679">74866</cx:pt>
          <cx:pt idx="680">74907</cx:pt>
          <cx:pt idx="681">74947</cx:pt>
          <cx:pt idx="682">74969</cx:pt>
          <cx:pt idx="683">74998</cx:pt>
          <cx:pt idx="684">74999</cx:pt>
          <cx:pt idx="685">74999</cx:pt>
          <cx:pt idx="686">75000</cx:pt>
          <cx:pt idx="687">75037</cx:pt>
          <cx:pt idx="688">75119</cx:pt>
          <cx:pt idx="689">75155</cx:pt>
          <cx:pt idx="690">75184</cx:pt>
          <cx:pt idx="691">75187</cx:pt>
          <cx:pt idx="692">75204</cx:pt>
          <cx:pt idx="693">75242</cx:pt>
          <cx:pt idx="694">75245</cx:pt>
          <cx:pt idx="695">75246</cx:pt>
          <cx:pt idx="696">75280</cx:pt>
          <cx:pt idx="697">75312</cx:pt>
          <cx:pt idx="698">75358</cx:pt>
          <cx:pt idx="699">75496</cx:pt>
          <cx:pt idx="700">75680</cx:pt>
          <cx:pt idx="701">75685</cx:pt>
          <cx:pt idx="702">75714</cx:pt>
          <cx:pt idx="703">75741</cx:pt>
          <cx:pt idx="704">75847</cx:pt>
          <cx:pt idx="705">75895</cx:pt>
          <cx:pt idx="706">76000</cx:pt>
          <cx:pt idx="707">76005</cx:pt>
          <cx:pt idx="708">76008</cx:pt>
          <cx:pt idx="709">76057</cx:pt>
          <cx:pt idx="710">76108</cx:pt>
          <cx:pt idx="711">76192</cx:pt>
          <cx:pt idx="712">76192</cx:pt>
          <cx:pt idx="713">76192</cx:pt>
          <cx:pt idx="714">76262</cx:pt>
          <cx:pt idx="715">76353</cx:pt>
          <cx:pt idx="716">76380</cx:pt>
          <cx:pt idx="717">76381</cx:pt>
          <cx:pt idx="718">76381</cx:pt>
          <cx:pt idx="719">76429</cx:pt>
          <cx:pt idx="720">76610</cx:pt>
          <cx:pt idx="721">76637</cx:pt>
          <cx:pt idx="722">76649</cx:pt>
          <cx:pt idx="723">76666</cx:pt>
          <cx:pt idx="724">76666</cx:pt>
          <cx:pt idx="725">76666</cx:pt>
          <cx:pt idx="726">76666</cx:pt>
          <cx:pt idx="727">76676</cx:pt>
          <cx:pt idx="728">76752</cx:pt>
          <cx:pt idx="729">76804</cx:pt>
          <cx:pt idx="730">76827</cx:pt>
          <cx:pt idx="731">76890</cx:pt>
          <cx:pt idx="732">76954</cx:pt>
          <cx:pt idx="733">76977</cx:pt>
          <cx:pt idx="734">76977</cx:pt>
          <cx:pt idx="735">76977</cx:pt>
          <cx:pt idx="736">76977</cx:pt>
          <cx:pt idx="737">77044</cx:pt>
          <cx:pt idx="738">77054</cx:pt>
          <cx:pt idx="739">77074</cx:pt>
          <cx:pt idx="740">77075</cx:pt>
          <cx:pt idx="741">77075</cx:pt>
          <cx:pt idx="742">77077</cx:pt>
          <cx:pt idx="743">77078</cx:pt>
          <cx:pt idx="744">77133</cx:pt>
          <cx:pt idx="745">77143</cx:pt>
          <cx:pt idx="746">77143</cx:pt>
          <cx:pt idx="747">77143</cx:pt>
          <cx:pt idx="748">77143</cx:pt>
          <cx:pt idx="749">77143</cx:pt>
          <cx:pt idx="750">77150</cx:pt>
          <cx:pt idx="751">77181</cx:pt>
          <cx:pt idx="752">77187</cx:pt>
          <cx:pt idx="753">77259</cx:pt>
          <cx:pt idx="754">77387</cx:pt>
          <cx:pt idx="755">77388</cx:pt>
          <cx:pt idx="756">77431</cx:pt>
          <cx:pt idx="757">77445</cx:pt>
          <cx:pt idx="758">77581</cx:pt>
          <cx:pt idx="759">77588</cx:pt>
          <cx:pt idx="760">77775</cx:pt>
          <cx:pt idx="761">77941</cx:pt>
          <cx:pt idx="762">77941</cx:pt>
          <cx:pt idx="763">78083</cx:pt>
          <cx:pt idx="764">78086</cx:pt>
          <cx:pt idx="765">78111</cx:pt>
          <cx:pt idx="766">78310</cx:pt>
          <cx:pt idx="767">78345</cx:pt>
          <cx:pt idx="768">78352</cx:pt>
          <cx:pt idx="769">78513</cx:pt>
          <cx:pt idx="770">78527</cx:pt>
          <cx:pt idx="771">78596</cx:pt>
          <cx:pt idx="772">78612</cx:pt>
          <cx:pt idx="773">78667</cx:pt>
          <cx:pt idx="774">78691</cx:pt>
          <cx:pt idx="775">78876</cx:pt>
          <cx:pt idx="776">78911</cx:pt>
          <cx:pt idx="777">78980</cx:pt>
          <cx:pt idx="778">78998</cx:pt>
          <cx:pt idx="779">78999</cx:pt>
          <cx:pt idx="780">79050</cx:pt>
          <cx:pt idx="781">79054</cx:pt>
          <cx:pt idx="782">79056</cx:pt>
          <cx:pt idx="783">79139</cx:pt>
          <cx:pt idx="784">79152</cx:pt>
          <cx:pt idx="785">79170</cx:pt>
          <cx:pt idx="786">79207</cx:pt>
          <cx:pt idx="787">79269</cx:pt>
          <cx:pt idx="788">79275</cx:pt>
          <cx:pt idx="789">79343</cx:pt>
          <cx:pt idx="790">79348</cx:pt>
          <cx:pt idx="791">79373</cx:pt>
          <cx:pt idx="792">79402</cx:pt>
          <cx:pt idx="793">79419</cx:pt>
          <cx:pt idx="794">79450</cx:pt>
          <cx:pt idx="795">79458</cx:pt>
          <cx:pt idx="796">79524</cx:pt>
          <cx:pt idx="797">79598</cx:pt>
          <cx:pt idx="798">79633</cx:pt>
          <cx:pt idx="799">79657</cx:pt>
          <cx:pt idx="800">79692</cx:pt>
          <cx:pt idx="801">79775</cx:pt>
          <cx:pt idx="802">79825</cx:pt>
          <cx:pt idx="803">79833</cx:pt>
          <cx:pt idx="804">79923</cx:pt>
          <cx:pt idx="805">79978</cx:pt>
          <cx:pt idx="806">79979</cx:pt>
          <cx:pt idx="807">79987</cx:pt>
          <cx:pt idx="808">79987</cx:pt>
          <cx:pt idx="809">79989</cx:pt>
          <cx:pt idx="810">79998</cx:pt>
          <cx:pt idx="811">80000</cx:pt>
          <cx:pt idx="812">80000</cx:pt>
          <cx:pt idx="813">80000</cx:pt>
          <cx:pt idx="814">80000</cx:pt>
          <cx:pt idx="815">80000</cx:pt>
          <cx:pt idx="816">80000</cx:pt>
          <cx:pt idx="817">80000</cx:pt>
          <cx:pt idx="818">80000</cx:pt>
          <cx:pt idx="819">80000</cx:pt>
          <cx:pt idx="820">80000</cx:pt>
          <cx:pt idx="821">80000</cx:pt>
          <cx:pt idx="822">80001</cx:pt>
          <cx:pt idx="823">80005</cx:pt>
          <cx:pt idx="824">80009</cx:pt>
          <cx:pt idx="825">80012</cx:pt>
          <cx:pt idx="826">80022</cx:pt>
          <cx:pt idx="827">80025</cx:pt>
          <cx:pt idx="828">80050</cx:pt>
          <cx:pt idx="829">80061</cx:pt>
          <cx:pt idx="830">80069</cx:pt>
          <cx:pt idx="831">80069</cx:pt>
          <cx:pt idx="832">80091</cx:pt>
          <cx:pt idx="833">80125</cx:pt>
          <cx:pt idx="834">80184</cx:pt>
          <cx:pt idx="835">80257</cx:pt>
          <cx:pt idx="836">80279</cx:pt>
          <cx:pt idx="837">80449</cx:pt>
          <cx:pt idx="838">80481</cx:pt>
          <cx:pt idx="839">80502</cx:pt>
          <cx:pt idx="840">80600</cx:pt>
          <cx:pt idx="841">80616</cx:pt>
          <cx:pt idx="842">80650</cx:pt>
          <cx:pt idx="843">80650</cx:pt>
          <cx:pt idx="844">80650</cx:pt>
          <cx:pt idx="845">80650</cx:pt>
          <cx:pt idx="846">80650</cx:pt>
          <cx:pt idx="847">80650</cx:pt>
          <cx:pt idx="848">80658</cx:pt>
          <cx:pt idx="849">80658</cx:pt>
          <cx:pt idx="850">80666</cx:pt>
          <cx:pt idx="851">80670</cx:pt>
          <cx:pt idx="852">80676</cx:pt>
          <cx:pt idx="853">80730</cx:pt>
          <cx:pt idx="854">80805</cx:pt>
          <cx:pt idx="855">80851</cx:pt>
          <cx:pt idx="856">80856</cx:pt>
          <cx:pt idx="857">80908</cx:pt>
          <cx:pt idx="858">80937</cx:pt>
          <cx:pt idx="859">80939</cx:pt>
          <cx:pt idx="860">81000</cx:pt>
          <cx:pt idx="861">81025</cx:pt>
          <cx:pt idx="862">81050</cx:pt>
          <cx:pt idx="863">81073</cx:pt>
          <cx:pt idx="864">81162</cx:pt>
          <cx:pt idx="865">81173</cx:pt>
          <cx:pt idx="866">81176</cx:pt>
          <cx:pt idx="867">81176</cx:pt>
          <cx:pt idx="868">81226</cx:pt>
          <cx:pt idx="869">81256</cx:pt>
          <cx:pt idx="870">81258</cx:pt>
          <cx:pt idx="871">81260</cx:pt>
          <cx:pt idx="872">81343</cx:pt>
          <cx:pt idx="873">81344</cx:pt>
          <cx:pt idx="874">81371</cx:pt>
          <cx:pt idx="875">81379</cx:pt>
          <cx:pt idx="876">81395</cx:pt>
          <cx:pt idx="877">81508</cx:pt>
          <cx:pt idx="878">81525</cx:pt>
          <cx:pt idx="879">81534</cx:pt>
          <cx:pt idx="880">81541</cx:pt>
          <cx:pt idx="881">81732</cx:pt>
          <cx:pt idx="882">81750</cx:pt>
          <cx:pt idx="883">81816</cx:pt>
          <cx:pt idx="884">81868</cx:pt>
          <cx:pt idx="885">81875</cx:pt>
          <cx:pt idx="886">81931</cx:pt>
          <cx:pt idx="887">81933</cx:pt>
          <cx:pt idx="888">81933</cx:pt>
          <cx:pt idx="889">81951</cx:pt>
          <cx:pt idx="890">81976</cx:pt>
          <cx:pt idx="891">82056</cx:pt>
          <cx:pt idx="892">82065</cx:pt>
          <cx:pt idx="893">82198</cx:pt>
          <cx:pt idx="894">82252</cx:pt>
          <cx:pt idx="895">82284</cx:pt>
          <cx:pt idx="896">82301</cx:pt>
          <cx:pt idx="897">82301</cx:pt>
          <cx:pt idx="898">82309</cx:pt>
          <cx:pt idx="899">82460</cx:pt>
          <cx:pt idx="900">82551</cx:pt>
          <cx:pt idx="901">82551</cx:pt>
          <cx:pt idx="902">82642</cx:pt>
          <cx:pt idx="903">82642</cx:pt>
          <cx:pt idx="904">82652</cx:pt>
          <cx:pt idx="905">82709</cx:pt>
          <cx:pt idx="906">82718</cx:pt>
          <cx:pt idx="907">82748</cx:pt>
          <cx:pt idx="908">82765</cx:pt>
          <cx:pt idx="909">82797</cx:pt>
          <cx:pt idx="910">82841</cx:pt>
          <cx:pt idx="911">82919</cx:pt>
          <cx:pt idx="912">82971</cx:pt>
          <cx:pt idx="913">82973</cx:pt>
          <cx:pt idx="914">82973</cx:pt>
          <cx:pt idx="915">82987</cx:pt>
          <cx:pt idx="916">83008</cx:pt>
          <cx:pt idx="917">83158</cx:pt>
          <cx:pt idx="918">83209</cx:pt>
          <cx:pt idx="919">83217</cx:pt>
          <cx:pt idx="920">83238</cx:pt>
          <cx:pt idx="921">83273</cx:pt>
          <cx:pt idx="922">83279</cx:pt>
          <cx:pt idx="923">83281</cx:pt>
          <cx:pt idx="924">83281</cx:pt>
          <cx:pt idx="925">83287</cx:pt>
          <cx:pt idx="926">83301</cx:pt>
          <cx:pt idx="927">83316</cx:pt>
          <cx:pt idx="928">83325</cx:pt>
          <cx:pt idx="929">83330</cx:pt>
          <cx:pt idx="930">83332</cx:pt>
          <cx:pt idx="931">83333</cx:pt>
          <cx:pt idx="932">83333</cx:pt>
          <cx:pt idx="933">83333</cx:pt>
          <cx:pt idx="934">83333</cx:pt>
          <cx:pt idx="935">83333</cx:pt>
          <cx:pt idx="936">83333</cx:pt>
          <cx:pt idx="937">83333</cx:pt>
          <cx:pt idx="938">83342</cx:pt>
          <cx:pt idx="939">83399</cx:pt>
          <cx:pt idx="940">83454</cx:pt>
          <cx:pt idx="941">83457</cx:pt>
          <cx:pt idx="942">83457</cx:pt>
          <cx:pt idx="943">83548</cx:pt>
          <cx:pt idx="944">83601</cx:pt>
          <cx:pt idx="945">83621</cx:pt>
          <cx:pt idx="946">83623</cx:pt>
          <cx:pt idx="947">83648</cx:pt>
          <cx:pt idx="948">83661</cx:pt>
          <cx:pt idx="949">83685</cx:pt>
          <cx:pt idx="950">83743</cx:pt>
          <cx:pt idx="951">83766</cx:pt>
          <cx:pt idx="952">83835</cx:pt>
          <cx:pt idx="953">83845</cx:pt>
          <cx:pt idx="954">83845</cx:pt>
          <cx:pt idx="955">83845</cx:pt>
          <cx:pt idx="956">83845</cx:pt>
          <cx:pt idx="957">83845</cx:pt>
          <cx:pt idx="958">83845</cx:pt>
          <cx:pt idx="959">83854</cx:pt>
          <cx:pt idx="960">83882</cx:pt>
          <cx:pt idx="961">83923</cx:pt>
          <cx:pt idx="962">83961</cx:pt>
          <cx:pt idx="963">83967</cx:pt>
          <cx:pt idx="964">83974</cx:pt>
          <cx:pt idx="965">83990</cx:pt>
          <cx:pt idx="966">83993</cx:pt>
          <cx:pt idx="967">84030</cx:pt>
          <cx:pt idx="968">84155</cx:pt>
          <cx:pt idx="969">84166</cx:pt>
          <cx:pt idx="970">84224</cx:pt>
          <cx:pt idx="971">84246</cx:pt>
          <cx:pt idx="972">84249</cx:pt>
          <cx:pt idx="973">84259</cx:pt>
          <cx:pt idx="974">84268</cx:pt>
          <cx:pt idx="975">84333</cx:pt>
          <cx:pt idx="976">84364</cx:pt>
          <cx:pt idx="977">84381</cx:pt>
          <cx:pt idx="978">84399</cx:pt>
          <cx:pt idx="979">84435</cx:pt>
          <cx:pt idx="980">84506</cx:pt>
          <cx:pt idx="981">84520</cx:pt>
          <cx:pt idx="982">84546</cx:pt>
          <cx:pt idx="983">84593</cx:pt>
          <cx:pt idx="984">84615</cx:pt>
          <cx:pt idx="985">84659</cx:pt>
          <cx:pt idx="986">84690</cx:pt>
          <cx:pt idx="987">84791</cx:pt>
          <cx:pt idx="988">84857</cx:pt>
          <cx:pt idx="989">84857</cx:pt>
          <cx:pt idx="990">84857</cx:pt>
          <cx:pt idx="991">84857</cx:pt>
          <cx:pt idx="992">84872</cx:pt>
          <cx:pt idx="993">84910</cx:pt>
          <cx:pt idx="994">84923</cx:pt>
          <cx:pt idx="995">84939</cx:pt>
          <cx:pt idx="996">84940</cx:pt>
          <cx:pt idx="997">85000</cx:pt>
          <cx:pt idx="998">85016</cx:pt>
          <cx:pt idx="999">85030</cx:pt>
          <cx:pt idx="1000">85037</cx:pt>
          <cx:pt idx="1001">85064</cx:pt>
          <cx:pt idx="1002">85067</cx:pt>
          <cx:pt idx="1003">85078</cx:pt>
          <cx:pt idx="1004">85137</cx:pt>
          <cx:pt idx="1005">85138</cx:pt>
          <cx:pt idx="1006">85179</cx:pt>
          <cx:pt idx="1007">85227</cx:pt>
          <cx:pt idx="1008">85242</cx:pt>
          <cx:pt idx="1009">85257</cx:pt>
          <cx:pt idx="1010">85267</cx:pt>
          <cx:pt idx="1011">85411</cx:pt>
          <cx:pt idx="1012">85637</cx:pt>
          <cx:pt idx="1013">85642</cx:pt>
          <cx:pt idx="1014">85642</cx:pt>
          <cx:pt idx="1015">85710</cx:pt>
          <cx:pt idx="1016">85816</cx:pt>
          <cx:pt idx="1017">85833</cx:pt>
          <cx:pt idx="1018">85868</cx:pt>
          <cx:pt idx="1019">85987</cx:pt>
          <cx:pt idx="1020">86025</cx:pt>
          <cx:pt idx="1021">86038</cx:pt>
          <cx:pt idx="1022">86039</cx:pt>
          <cx:pt idx="1023">86045</cx:pt>
          <cx:pt idx="1024">86049</cx:pt>
          <cx:pt idx="1025">86095</cx:pt>
          <cx:pt idx="1026">86131</cx:pt>
          <cx:pt idx="1027">86175</cx:pt>
          <cx:pt idx="1028">86175</cx:pt>
          <cx:pt idx="1029">86183</cx:pt>
          <cx:pt idx="1030">86318</cx:pt>
          <cx:pt idx="1031">86399</cx:pt>
          <cx:pt idx="1032">86415</cx:pt>
          <cx:pt idx="1033">86467</cx:pt>
          <cx:pt idx="1034">86485</cx:pt>
          <cx:pt idx="1035">86485</cx:pt>
          <cx:pt idx="1036">86507</cx:pt>
          <cx:pt idx="1037">86598</cx:pt>
          <cx:pt idx="1038">86610</cx:pt>
          <cx:pt idx="1039">86636</cx:pt>
          <cx:pt idx="1040">86655</cx:pt>
          <cx:pt idx="1041">86658</cx:pt>
          <cx:pt idx="1042">86665</cx:pt>
          <cx:pt idx="1043">86666</cx:pt>
          <cx:pt idx="1044">86666</cx:pt>
          <cx:pt idx="1045">86667</cx:pt>
          <cx:pt idx="1046">86667</cx:pt>
          <cx:pt idx="1047">86683</cx:pt>
          <cx:pt idx="1048">86683</cx:pt>
          <cx:pt idx="1049">86692</cx:pt>
          <cx:pt idx="1050">86708</cx:pt>
          <cx:pt idx="1051">86767</cx:pt>
          <cx:pt idx="1052">86808</cx:pt>
          <cx:pt idx="1053">86816</cx:pt>
          <cx:pt idx="1054">86849</cx:pt>
          <cx:pt idx="1055">86908</cx:pt>
          <cx:pt idx="1056">87098</cx:pt>
          <cx:pt idx="1057">87417</cx:pt>
          <cx:pt idx="1058">87466</cx:pt>
          <cx:pt idx="1059">87496</cx:pt>
          <cx:pt idx="1060">87535</cx:pt>
          <cx:pt idx="1061">87538</cx:pt>
          <cx:pt idx="1062">87570</cx:pt>
          <cx:pt idx="1063">87572</cx:pt>
          <cx:pt idx="1064">87617</cx:pt>
          <cx:pt idx="1065">87651</cx:pt>
          <cx:pt idx="1066">87666</cx:pt>
          <cx:pt idx="1067">87679</cx:pt>
          <cx:pt idx="1068">87703</cx:pt>
          <cx:pt idx="1069">87791</cx:pt>
          <cx:pt idx="1070">87795</cx:pt>
          <cx:pt idx="1071">88059</cx:pt>
          <cx:pt idx="1072">88060</cx:pt>
          <cx:pt idx="1073">88100</cx:pt>
          <cx:pt idx="1074">88100</cx:pt>
          <cx:pt idx="1075">88125</cx:pt>
          <cx:pt idx="1076">88156</cx:pt>
          <cx:pt idx="1077">88161</cx:pt>
          <cx:pt idx="1078">88176</cx:pt>
          <cx:pt idx="1079">88232</cx:pt>
          <cx:pt idx="1080">88280</cx:pt>
          <cx:pt idx="1081">88321</cx:pt>
          <cx:pt idx="1082">88333</cx:pt>
          <cx:pt idx="1083">88465</cx:pt>
          <cx:pt idx="1084">88511</cx:pt>
          <cx:pt idx="1085">88524</cx:pt>
          <cx:pt idx="1086">88534</cx:pt>
          <cx:pt idx="1087">88535</cx:pt>
          <cx:pt idx="1088">88537</cx:pt>
          <cx:pt idx="1089">88568</cx:pt>
          <cx:pt idx="1090">88648</cx:pt>
          <cx:pt idx="1091">88666</cx:pt>
          <cx:pt idx="1092">88835</cx:pt>
          <cx:pt idx="1093">88922</cx:pt>
          <cx:pt idx="1094">88943</cx:pt>
          <cx:pt idx="1095">88966</cx:pt>
          <cx:pt idx="1096">88971</cx:pt>
          <cx:pt idx="1097">89015</cx:pt>
          <cx:pt idx="1098">89118</cx:pt>
          <cx:pt idx="1099">89118</cx:pt>
          <cx:pt idx="1100">89125</cx:pt>
          <cx:pt idx="1101">89181</cx:pt>
          <cx:pt idx="1102">89221</cx:pt>
          <cx:pt idx="1103">89283</cx:pt>
          <cx:pt idx="1104">89315</cx:pt>
          <cx:pt idx="1105">89337</cx:pt>
          <cx:pt idx="1106">89390</cx:pt>
          <cx:pt idx="1107">89400</cx:pt>
          <cx:pt idx="1108">89455</cx:pt>
          <cx:pt idx="1109">89464</cx:pt>
          <cx:pt idx="1110">89683</cx:pt>
          <cx:pt idx="1111">89745</cx:pt>
          <cx:pt idx="1112">89829</cx:pt>
          <cx:pt idx="1113">89925</cx:pt>
          <cx:pt idx="1114">89953</cx:pt>
          <cx:pt idx="1115">89978</cx:pt>
          <cx:pt idx="1116">89996</cx:pt>
          <cx:pt idx="1117">89999</cx:pt>
          <cx:pt idx="1118">90000</cx:pt>
          <cx:pt idx="1119">90000</cx:pt>
          <cx:pt idx="1120">90000</cx:pt>
          <cx:pt idx="1121">90000</cx:pt>
          <cx:pt idx="1122">90000</cx:pt>
          <cx:pt idx="1123">90000</cx:pt>
          <cx:pt idx="1124">90000</cx:pt>
          <cx:pt idx="1125">90000</cx:pt>
          <cx:pt idx="1126">90000</cx:pt>
          <cx:pt idx="1127">90000</cx:pt>
          <cx:pt idx="1128">90000</cx:pt>
          <cx:pt idx="1129">90000</cx:pt>
          <cx:pt idx="1130">90000</cx:pt>
          <cx:pt idx="1131">90000</cx:pt>
          <cx:pt idx="1132">90000</cx:pt>
          <cx:pt idx="1133">90000</cx:pt>
          <cx:pt idx="1134">90000</cx:pt>
          <cx:pt idx="1135">90000</cx:pt>
          <cx:pt idx="1136">90000</cx:pt>
          <cx:pt idx="1137">90000</cx:pt>
          <cx:pt idx="1138">90000</cx:pt>
          <cx:pt idx="1139">90000</cx:pt>
          <cx:pt idx="1140">90000</cx:pt>
          <cx:pt idx="1141">90000</cx:pt>
          <cx:pt idx="1142">90000</cx:pt>
          <cx:pt idx="1143">90000</cx:pt>
          <cx:pt idx="1144">90000</cx:pt>
          <cx:pt idx="1145">90000</cx:pt>
          <cx:pt idx="1146">90000</cx:pt>
          <cx:pt idx="1147">90000</cx:pt>
          <cx:pt idx="1148">90000</cx:pt>
          <cx:pt idx="1149">90000</cx:pt>
          <cx:pt idx="1150">90000</cx:pt>
          <cx:pt idx="1151">90000</cx:pt>
          <cx:pt idx="1152">90000</cx:pt>
          <cx:pt idx="1153">90000</cx:pt>
          <cx:pt idx="1154">90000</cx:pt>
          <cx:pt idx="1155">90000</cx:pt>
          <cx:pt idx="1156">90000</cx:pt>
          <cx:pt idx="1157">90000</cx:pt>
          <cx:pt idx="1158">90000</cx:pt>
          <cx:pt idx="1159">90001</cx:pt>
          <cx:pt idx="1160">90002</cx:pt>
          <cx:pt idx="1161">90066</cx:pt>
          <cx:pt idx="1162">90109</cx:pt>
          <cx:pt idx="1163">90150</cx:pt>
          <cx:pt idx="1164">90187</cx:pt>
          <cx:pt idx="1165">90188</cx:pt>
          <cx:pt idx="1166">90200</cx:pt>
          <cx:pt idx="1167">90211</cx:pt>
          <cx:pt idx="1168">90233</cx:pt>
          <cx:pt idx="1169">90241</cx:pt>
          <cx:pt idx="1170">90247</cx:pt>
          <cx:pt idx="1171">90311</cx:pt>
          <cx:pt idx="1172">90332</cx:pt>
          <cx:pt idx="1173">90333</cx:pt>
          <cx:pt idx="1174">90333</cx:pt>
          <cx:pt idx="1175">90387</cx:pt>
          <cx:pt idx="1176">90400</cx:pt>
          <cx:pt idx="1177">90408</cx:pt>
          <cx:pt idx="1178">90415</cx:pt>
          <cx:pt idx="1179">90441</cx:pt>
          <cx:pt idx="1180">90480</cx:pt>
          <cx:pt idx="1181">90500</cx:pt>
          <cx:pt idx="1182">90500</cx:pt>
          <cx:pt idx="1183">90526</cx:pt>
          <cx:pt idx="1184">90541</cx:pt>
          <cx:pt idx="1185">90546</cx:pt>
          <cx:pt idx="1186">90579</cx:pt>
          <cx:pt idx="1187">90605</cx:pt>
          <cx:pt idx="1188">90633</cx:pt>
          <cx:pt idx="1189">90658</cx:pt>
          <cx:pt idx="1190">90658</cx:pt>
          <cx:pt idx="1191">90685</cx:pt>
          <cx:pt idx="1192">90714</cx:pt>
          <cx:pt idx="1193">90716</cx:pt>
          <cx:pt idx="1194">90731</cx:pt>
          <cx:pt idx="1195">90733</cx:pt>
          <cx:pt idx="1196">90750</cx:pt>
          <cx:pt idx="1197">90750</cx:pt>
          <cx:pt idx="1198">90800</cx:pt>
          <cx:pt idx="1199">90828</cx:pt>
          <cx:pt idx="1200">90828</cx:pt>
          <cx:pt idx="1201">90872</cx:pt>
          <cx:pt idx="1202">90872</cx:pt>
          <cx:pt idx="1203">90983</cx:pt>
          <cx:pt idx="1204">91000</cx:pt>
          <cx:pt idx="1205">91018</cx:pt>
          <cx:pt idx="1206">91033</cx:pt>
          <cx:pt idx="1207">91033</cx:pt>
          <cx:pt idx="1208">91033</cx:pt>
          <cx:pt idx="1209">91033</cx:pt>
          <cx:pt idx="1210">91033</cx:pt>
          <cx:pt idx="1211">91033</cx:pt>
          <cx:pt idx="1212">91042</cx:pt>
          <cx:pt idx="1213">91054</cx:pt>
          <cx:pt idx="1214">91066</cx:pt>
          <cx:pt idx="1215">91084</cx:pt>
          <cx:pt idx="1216">91101</cx:pt>
          <cx:pt idx="1217">91150</cx:pt>
          <cx:pt idx="1218">91166</cx:pt>
          <cx:pt idx="1219">91177</cx:pt>
          <cx:pt idx="1220">91200</cx:pt>
          <cx:pt idx="1221">91250</cx:pt>
          <cx:pt idx="1222">91250</cx:pt>
          <cx:pt idx="1223">91350</cx:pt>
          <cx:pt idx="1224">91353</cx:pt>
          <cx:pt idx="1225">91362</cx:pt>
          <cx:pt idx="1226">91371</cx:pt>
          <cx:pt idx="1227">91375</cx:pt>
          <cx:pt idx="1228">91383</cx:pt>
          <cx:pt idx="1229">91433</cx:pt>
          <cx:pt idx="1230">91495</cx:pt>
          <cx:pt idx="1231">91500</cx:pt>
          <cx:pt idx="1232">91536</cx:pt>
          <cx:pt idx="1233">91565</cx:pt>
          <cx:pt idx="1234">91624</cx:pt>
          <cx:pt idx="1235">91649</cx:pt>
          <cx:pt idx="1236">91666</cx:pt>
          <cx:pt idx="1237">91675</cx:pt>
          <cx:pt idx="1238">91704</cx:pt>
          <cx:pt idx="1239">91716</cx:pt>
          <cx:pt idx="1240">91775</cx:pt>
          <cx:pt idx="1241">91792</cx:pt>
          <cx:pt idx="1242">91811</cx:pt>
          <cx:pt idx="1243">91843</cx:pt>
          <cx:pt idx="1244">91860</cx:pt>
          <cx:pt idx="1245">91866</cx:pt>
          <cx:pt idx="1246">91880</cx:pt>
          <cx:pt idx="1247">91891</cx:pt>
          <cx:pt idx="1248">91918</cx:pt>
          <cx:pt idx="1249">91933</cx:pt>
          <cx:pt idx="1250">91933</cx:pt>
          <cx:pt idx="1251">91933</cx:pt>
          <cx:pt idx="1252">91936</cx:pt>
          <cx:pt idx="1253">91950</cx:pt>
          <cx:pt idx="1254">92015</cx:pt>
          <cx:pt idx="1255">92083</cx:pt>
          <cx:pt idx="1256">92164</cx:pt>
          <cx:pt idx="1257">92166</cx:pt>
          <cx:pt idx="1258">92197</cx:pt>
          <cx:pt idx="1259">92222</cx:pt>
          <cx:pt idx="1260">92250</cx:pt>
          <cx:pt idx="1261">92253</cx:pt>
          <cx:pt idx="1262">92272</cx:pt>
          <cx:pt idx="1263">92437</cx:pt>
          <cx:pt idx="1264">92454</cx:pt>
          <cx:pt idx="1265">92467</cx:pt>
          <cx:pt idx="1266">92486</cx:pt>
          <cx:pt idx="1267">92500</cx:pt>
          <cx:pt idx="1268">92500</cx:pt>
          <cx:pt idx="1269">92502</cx:pt>
          <cx:pt idx="1270">92596</cx:pt>
          <cx:pt idx="1271">92650</cx:pt>
          <cx:pt idx="1272">92650</cx:pt>
          <cx:pt idx="1273">92676</cx:pt>
          <cx:pt idx="1274">92683</cx:pt>
          <cx:pt idx="1275">92752</cx:pt>
          <cx:pt idx="1276">92833</cx:pt>
          <cx:pt idx="1277">92833</cx:pt>
          <cx:pt idx="1278">92847</cx:pt>
          <cx:pt idx="1279">92879</cx:pt>
          <cx:pt idx="1280">92927</cx:pt>
          <cx:pt idx="1281">92984</cx:pt>
          <cx:pt idx="1282">93056</cx:pt>
          <cx:pt idx="1283">93074</cx:pt>
          <cx:pt idx="1284">93164</cx:pt>
          <cx:pt idx="1285">93172</cx:pt>
          <cx:pt idx="1286">93219</cx:pt>
          <cx:pt idx="1287">93230</cx:pt>
          <cx:pt idx="1288">93262</cx:pt>
          <cx:pt idx="1289">93266</cx:pt>
          <cx:pt idx="1290">93315</cx:pt>
          <cx:pt idx="1291">93315</cx:pt>
          <cx:pt idx="1292">93315</cx:pt>
          <cx:pt idx="1293">93315</cx:pt>
          <cx:pt idx="1294">93315</cx:pt>
          <cx:pt idx="1295">93315</cx:pt>
          <cx:pt idx="1296">93317</cx:pt>
          <cx:pt idx="1297">93325</cx:pt>
          <cx:pt idx="1298">93326</cx:pt>
          <cx:pt idx="1299">93327</cx:pt>
          <cx:pt idx="1300">93331</cx:pt>
          <cx:pt idx="1301">93333</cx:pt>
          <cx:pt idx="1302">93333</cx:pt>
          <cx:pt idx="1303">93334</cx:pt>
          <cx:pt idx="1304">93341</cx:pt>
          <cx:pt idx="1305">93345</cx:pt>
          <cx:pt idx="1306">93346</cx:pt>
          <cx:pt idx="1307">93404</cx:pt>
          <cx:pt idx="1308">93456</cx:pt>
          <cx:pt idx="1309">93499</cx:pt>
          <cx:pt idx="1310">93560</cx:pt>
          <cx:pt idx="1311">93578</cx:pt>
          <cx:pt idx="1312">93593</cx:pt>
          <cx:pt idx="1313">93616</cx:pt>
          <cx:pt idx="1314">93670</cx:pt>
          <cx:pt idx="1315">93681</cx:pt>
          <cx:pt idx="1316">93681</cx:pt>
          <cx:pt idx="1317">93766</cx:pt>
          <cx:pt idx="1318">93811</cx:pt>
          <cx:pt idx="1319">93825</cx:pt>
          <cx:pt idx="1320">93825</cx:pt>
          <cx:pt idx="1321">93858</cx:pt>
          <cx:pt idx="1322">93904</cx:pt>
          <cx:pt idx="1323">94016</cx:pt>
          <cx:pt idx="1324">94024</cx:pt>
          <cx:pt idx="1325">94075</cx:pt>
          <cx:pt idx="1326">94166</cx:pt>
          <cx:pt idx="1327">94170</cx:pt>
          <cx:pt idx="1328">94211</cx:pt>
          <cx:pt idx="1329">94233</cx:pt>
          <cx:pt idx="1330">94250</cx:pt>
          <cx:pt idx="1331">94252</cx:pt>
          <cx:pt idx="1332">94257</cx:pt>
          <cx:pt idx="1333">94331</cx:pt>
          <cx:pt idx="1334">94369</cx:pt>
          <cx:pt idx="1335">94369</cx:pt>
          <cx:pt idx="1336">94383</cx:pt>
          <cx:pt idx="1337">94389</cx:pt>
          <cx:pt idx="1338">94404</cx:pt>
          <cx:pt idx="1339">94447</cx:pt>
          <cx:pt idx="1340">94488</cx:pt>
          <cx:pt idx="1341">94566</cx:pt>
          <cx:pt idx="1342">94601</cx:pt>
          <cx:pt idx="1343">94607</cx:pt>
          <cx:pt idx="1344">94658</cx:pt>
          <cx:pt idx="1345">94710</cx:pt>
          <cx:pt idx="1346">94760</cx:pt>
          <cx:pt idx="1347">94763</cx:pt>
          <cx:pt idx="1348">94764</cx:pt>
          <cx:pt idx="1349">94803</cx:pt>
          <cx:pt idx="1350">94902</cx:pt>
          <cx:pt idx="1351">94916</cx:pt>
          <cx:pt idx="1352">94950</cx:pt>
          <cx:pt idx="1353">94991</cx:pt>
          <cx:pt idx="1354">95000</cx:pt>
          <cx:pt idx="1355">95000</cx:pt>
          <cx:pt idx="1356">95047</cx:pt>
          <cx:pt idx="1357">95050</cx:pt>
          <cx:pt idx="1358">95061</cx:pt>
          <cx:pt idx="1359">95083</cx:pt>
          <cx:pt idx="1360">95103</cx:pt>
          <cx:pt idx="1361">95183</cx:pt>
          <cx:pt idx="1362">95250</cx:pt>
          <cx:pt idx="1363">95263</cx:pt>
          <cx:pt idx="1364">95275</cx:pt>
          <cx:pt idx="1365">95328</cx:pt>
          <cx:pt idx="1366">95339</cx:pt>
          <cx:pt idx="1367">95348</cx:pt>
          <cx:pt idx="1368">95361</cx:pt>
          <cx:pt idx="1369">95391</cx:pt>
          <cx:pt idx="1370">95434</cx:pt>
          <cx:pt idx="1371">95451</cx:pt>
          <cx:pt idx="1372">95477</cx:pt>
          <cx:pt idx="1373">95499</cx:pt>
          <cx:pt idx="1374">95634</cx:pt>
          <cx:pt idx="1375">95634</cx:pt>
          <cx:pt idx="1376">95634</cx:pt>
          <cx:pt idx="1377">95657</cx:pt>
          <cx:pt idx="1378">95671</cx:pt>
          <cx:pt idx="1379">95693</cx:pt>
          <cx:pt idx="1380">95715</cx:pt>
          <cx:pt idx="1381">95736</cx:pt>
          <cx:pt idx="1382">95750</cx:pt>
          <cx:pt idx="1383">95862</cx:pt>
          <cx:pt idx="1384">95922</cx:pt>
          <cx:pt idx="1385">95924</cx:pt>
          <cx:pt idx="1386">95965</cx:pt>
          <cx:pt idx="1387">96012</cx:pt>
          <cx:pt idx="1388">96012</cx:pt>
          <cx:pt idx="1389">96022</cx:pt>
          <cx:pt idx="1390">96063</cx:pt>
          <cx:pt idx="1391">96106</cx:pt>
          <cx:pt idx="1392">96129</cx:pt>
          <cx:pt idx="1393">96141</cx:pt>
          <cx:pt idx="1394">96176</cx:pt>
          <cx:pt idx="1395">96216</cx:pt>
          <cx:pt idx="1396">96283</cx:pt>
          <cx:pt idx="1397">96283</cx:pt>
          <cx:pt idx="1398">96351</cx:pt>
          <cx:pt idx="1399">96422</cx:pt>
          <cx:pt idx="1400">96428</cx:pt>
          <cx:pt idx="1401">96466</cx:pt>
          <cx:pt idx="1402">96505</cx:pt>
          <cx:pt idx="1403">96533</cx:pt>
          <cx:pt idx="1404">96534</cx:pt>
          <cx:pt idx="1405">96534</cx:pt>
          <cx:pt idx="1406">96540</cx:pt>
          <cx:pt idx="1407">96615</cx:pt>
          <cx:pt idx="1408">96647</cx:pt>
          <cx:pt idx="1409">96658</cx:pt>
          <cx:pt idx="1410">96665</cx:pt>
          <cx:pt idx="1411">96666</cx:pt>
          <cx:pt idx="1412">96666</cx:pt>
          <cx:pt idx="1413">96666</cx:pt>
          <cx:pt idx="1414">96666</cx:pt>
          <cx:pt idx="1415">96666</cx:pt>
          <cx:pt idx="1416">96666</cx:pt>
          <cx:pt idx="1417">96666</cx:pt>
          <cx:pt idx="1418">96666</cx:pt>
          <cx:pt idx="1419">96666</cx:pt>
          <cx:pt idx="1420">96666</cx:pt>
          <cx:pt idx="1421">96666</cx:pt>
          <cx:pt idx="1422">96666</cx:pt>
          <cx:pt idx="1423">96666</cx:pt>
          <cx:pt idx="1424">96683</cx:pt>
          <cx:pt idx="1425">96717</cx:pt>
          <cx:pt idx="1426">96727</cx:pt>
          <cx:pt idx="1427">96750</cx:pt>
          <cx:pt idx="1428">96784</cx:pt>
          <cx:pt idx="1429">96800</cx:pt>
          <cx:pt idx="1430">96800</cx:pt>
          <cx:pt idx="1431">96800</cx:pt>
          <cx:pt idx="1432">96800</cx:pt>
          <cx:pt idx="1433">96800</cx:pt>
          <cx:pt idx="1434">96800</cx:pt>
          <cx:pt idx="1435">96800</cx:pt>
          <cx:pt idx="1436">96839</cx:pt>
          <cx:pt idx="1437">96870</cx:pt>
          <cx:pt idx="1438">97006</cx:pt>
          <cx:pt idx="1439">97020</cx:pt>
          <cx:pt idx="1440">97044</cx:pt>
          <cx:pt idx="1441">97074</cx:pt>
          <cx:pt idx="1442">97153</cx:pt>
          <cx:pt idx="1443">97186</cx:pt>
          <cx:pt idx="1444">97233</cx:pt>
          <cx:pt idx="1445">97234</cx:pt>
          <cx:pt idx="1446">97249</cx:pt>
          <cx:pt idx="1447">97281</cx:pt>
          <cx:pt idx="1448">97350</cx:pt>
          <cx:pt idx="1449">97361</cx:pt>
          <cx:pt idx="1450">97361</cx:pt>
          <cx:pt idx="1451">97361</cx:pt>
          <cx:pt idx="1452">97361</cx:pt>
          <cx:pt idx="1453">97361</cx:pt>
          <cx:pt idx="1454">97361</cx:pt>
          <cx:pt idx="1455">97370</cx:pt>
          <cx:pt idx="1456">97400</cx:pt>
          <cx:pt idx="1457">97416</cx:pt>
          <cx:pt idx="1458">97500</cx:pt>
          <cx:pt idx="1459">97527</cx:pt>
          <cx:pt idx="1460">97605</cx:pt>
          <cx:pt idx="1461">97606</cx:pt>
          <cx:pt idx="1462">97606</cx:pt>
          <cx:pt idx="1463">97632</cx:pt>
          <cx:pt idx="1464">97635</cx:pt>
          <cx:pt idx="1465">97652</cx:pt>
          <cx:pt idx="1466">97673</cx:pt>
          <cx:pt idx="1467">97678</cx:pt>
          <cx:pt idx="1468">97720</cx:pt>
          <cx:pt idx="1469">97728</cx:pt>
          <cx:pt idx="1470">97731</cx:pt>
          <cx:pt idx="1471">97731</cx:pt>
          <cx:pt idx="1472">97744</cx:pt>
          <cx:pt idx="1473">97841</cx:pt>
          <cx:pt idx="1474">97876</cx:pt>
          <cx:pt idx="1475">97923</cx:pt>
          <cx:pt idx="1476">98000</cx:pt>
          <cx:pt idx="1477">98009</cx:pt>
          <cx:pt idx="1478">98118</cx:pt>
          <cx:pt idx="1479">98175</cx:pt>
          <cx:pt idx="1480">98213</cx:pt>
          <cx:pt idx="1481">98261</cx:pt>
          <cx:pt idx="1482">98277</cx:pt>
          <cx:pt idx="1483">98278</cx:pt>
          <cx:pt idx="1484">98282</cx:pt>
          <cx:pt idx="1485">98282</cx:pt>
          <cx:pt idx="1486">98382</cx:pt>
          <cx:pt idx="1487">98483</cx:pt>
          <cx:pt idx="1488">98552</cx:pt>
          <cx:pt idx="1489">98569</cx:pt>
          <cx:pt idx="1490">98580</cx:pt>
          <cx:pt idx="1491">98583</cx:pt>
          <cx:pt idx="1492">98678</cx:pt>
          <cx:pt idx="1493">98684</cx:pt>
          <cx:pt idx="1494">98706</cx:pt>
          <cx:pt idx="1495">98733</cx:pt>
          <cx:pt idx="1496">98733</cx:pt>
          <cx:pt idx="1497">98758</cx:pt>
          <cx:pt idx="1498">98778</cx:pt>
          <cx:pt idx="1499">98800</cx:pt>
          <cx:pt idx="1500">98978</cx:pt>
          <cx:pt idx="1501">99000</cx:pt>
          <cx:pt idx="1502">99000</cx:pt>
          <cx:pt idx="1503">99009</cx:pt>
          <cx:pt idx="1504">99011</cx:pt>
          <cx:pt idx="1505">99013</cx:pt>
          <cx:pt idx="1506">99049</cx:pt>
          <cx:pt idx="1507">99132</cx:pt>
          <cx:pt idx="1508">99141</cx:pt>
          <cx:pt idx="1509">99150</cx:pt>
          <cx:pt idx="1510">99216</cx:pt>
          <cx:pt idx="1511">99244</cx:pt>
          <cx:pt idx="1512">99277</cx:pt>
          <cx:pt idx="1513">99325</cx:pt>
          <cx:pt idx="1514">99333</cx:pt>
          <cx:pt idx="1515">99334</cx:pt>
          <cx:pt idx="1516">99364</cx:pt>
          <cx:pt idx="1517">99366</cx:pt>
          <cx:pt idx="1518">99368</cx:pt>
          <cx:pt idx="1519">99369</cx:pt>
          <cx:pt idx="1520">99392</cx:pt>
          <cx:pt idx="1521">99455</cx:pt>
          <cx:pt idx="1522">99470</cx:pt>
          <cx:pt idx="1523">99498</cx:pt>
          <cx:pt idx="1524">99500</cx:pt>
          <cx:pt idx="1525">99511</cx:pt>
          <cx:pt idx="1526">99564</cx:pt>
          <cx:pt idx="1527">99564</cx:pt>
          <cx:pt idx="1528">99598</cx:pt>
          <cx:pt idx="1529">99622</cx:pt>
          <cx:pt idx="1530">99691</cx:pt>
          <cx:pt idx="1531">99691</cx:pt>
          <cx:pt idx="1532">99699</cx:pt>
          <cx:pt idx="1533">99702</cx:pt>
          <cx:pt idx="1534">99757</cx:pt>
          <cx:pt idx="1535">99761</cx:pt>
          <cx:pt idx="1536">99783</cx:pt>
          <cx:pt idx="1537">99833</cx:pt>
          <cx:pt idx="1538">99862</cx:pt>
          <cx:pt idx="1539">99881</cx:pt>
          <cx:pt idx="1540">99895</cx:pt>
          <cx:pt idx="1541">99908</cx:pt>
          <cx:pt idx="1542">99968</cx:pt>
          <cx:pt idx="1543">99972</cx:pt>
          <cx:pt idx="1544">99981</cx:pt>
          <cx:pt idx="1545">99985</cx:pt>
          <cx:pt idx="1546">99991</cx:pt>
          <cx:pt idx="1547">99991</cx:pt>
          <cx:pt idx="1548">99994</cx:pt>
          <cx:pt idx="1549">99996</cx:pt>
          <cx:pt idx="1550">99996</cx:pt>
          <cx:pt idx="1551">99996</cx:pt>
          <cx:pt idx="1552">99996</cx:pt>
          <cx:pt idx="1553">99996</cx:pt>
          <cx:pt idx="1554">99996</cx:pt>
          <cx:pt idx="1555">99997</cx:pt>
          <cx:pt idx="1556">99999</cx:pt>
          <cx:pt idx="1557">99999</cx:pt>
          <cx:pt idx="1558">99999</cx:pt>
          <cx:pt idx="1559">99999</cx:pt>
          <cx:pt idx="1560">99999</cx:pt>
          <cx:pt idx="1561">99999</cx:pt>
          <cx:pt idx="1562">100000</cx:pt>
          <cx:pt idx="1563">100000</cx:pt>
          <cx:pt idx="1564">100000</cx:pt>
          <cx:pt idx="1565">100000</cx:pt>
          <cx:pt idx="1566">100000</cx:pt>
          <cx:pt idx="1567">100000</cx:pt>
          <cx:pt idx="1568">100000</cx:pt>
          <cx:pt idx="1569">100000</cx:pt>
          <cx:pt idx="1570">100000</cx:pt>
          <cx:pt idx="1571">100000</cx:pt>
          <cx:pt idx="1572">100000</cx:pt>
          <cx:pt idx="1573">100000</cx:pt>
          <cx:pt idx="1574">100000</cx:pt>
          <cx:pt idx="1575">100000</cx:pt>
          <cx:pt idx="1576">100000</cx:pt>
          <cx:pt idx="1577">100000</cx:pt>
          <cx:pt idx="1578">100000</cx:pt>
          <cx:pt idx="1579">100000</cx:pt>
          <cx:pt idx="1580">100000</cx:pt>
          <cx:pt idx="1581">100000</cx:pt>
          <cx:pt idx="1582">100000</cx:pt>
          <cx:pt idx="1583">100000</cx:pt>
          <cx:pt idx="1584">100000</cx:pt>
          <cx:pt idx="1585">100000</cx:pt>
          <cx:pt idx="1586">100000</cx:pt>
          <cx:pt idx="1587">100000</cx:pt>
          <cx:pt idx="1588">100000</cx:pt>
          <cx:pt idx="1589">100000</cx:pt>
          <cx:pt idx="1590">100000</cx:pt>
          <cx:pt idx="1591">100000</cx:pt>
          <cx:pt idx="1592">100000</cx:pt>
          <cx:pt idx="1593">100000</cx:pt>
          <cx:pt idx="1594">100000</cx:pt>
          <cx:pt idx="1595">100000</cx:pt>
          <cx:pt idx="1596">100000</cx:pt>
          <cx:pt idx="1597">100000</cx:pt>
          <cx:pt idx="1598">100000</cx:pt>
          <cx:pt idx="1599">100000</cx:pt>
          <cx:pt idx="1600">100000</cx:pt>
          <cx:pt idx="1601">100000</cx:pt>
          <cx:pt idx="1602">100000</cx:pt>
          <cx:pt idx="1603">100000</cx:pt>
          <cx:pt idx="1604">100000</cx:pt>
          <cx:pt idx="1605">100000</cx:pt>
          <cx:pt idx="1606">100000</cx:pt>
          <cx:pt idx="1607">100000</cx:pt>
          <cx:pt idx="1608">100000</cx:pt>
          <cx:pt idx="1609">100000</cx:pt>
          <cx:pt idx="1610">100000</cx:pt>
          <cx:pt idx="1611">100000</cx:pt>
          <cx:pt idx="1612">100000</cx:pt>
          <cx:pt idx="1613">100000</cx:pt>
          <cx:pt idx="1614">100000</cx:pt>
          <cx:pt idx="1615">100008</cx:pt>
          <cx:pt idx="1616">100011</cx:pt>
          <cx:pt idx="1617">100067</cx:pt>
          <cx:pt idx="1618">100096</cx:pt>
          <cx:pt idx="1619">100106</cx:pt>
          <cx:pt idx="1620">100114</cx:pt>
          <cx:pt idx="1621">100125</cx:pt>
          <cx:pt idx="1622">100125</cx:pt>
          <cx:pt idx="1623">100133</cx:pt>
          <cx:pt idx="1624">100181</cx:pt>
          <cx:pt idx="1625">100181</cx:pt>
          <cx:pt idx="1626">100190</cx:pt>
          <cx:pt idx="1627">100221</cx:pt>
          <cx:pt idx="1628">100242</cx:pt>
          <cx:pt idx="1629">100250</cx:pt>
          <cx:pt idx="1630">100250</cx:pt>
          <cx:pt idx="1631">100254</cx:pt>
          <cx:pt idx="1632">100299</cx:pt>
          <cx:pt idx="1633">100300</cx:pt>
          <cx:pt idx="1634">100325</cx:pt>
          <cx:pt idx="1635">100356</cx:pt>
          <cx:pt idx="1636">100388</cx:pt>
          <cx:pt idx="1637">100452</cx:pt>
          <cx:pt idx="1638">100474</cx:pt>
          <cx:pt idx="1639">100487</cx:pt>
          <cx:pt idx="1640">100487</cx:pt>
          <cx:pt idx="1641">100487</cx:pt>
          <cx:pt idx="1642">100487</cx:pt>
          <cx:pt idx="1643">100575</cx:pt>
          <cx:pt idx="1644">100618</cx:pt>
          <cx:pt idx="1645">100625</cx:pt>
          <cx:pt idx="1646">100641</cx:pt>
          <cx:pt idx="1647">100715</cx:pt>
          <cx:pt idx="1648">100730</cx:pt>
          <cx:pt idx="1649">100741</cx:pt>
          <cx:pt idx="1650">100743</cx:pt>
          <cx:pt idx="1651">100746</cx:pt>
          <cx:pt idx="1652">100777</cx:pt>
          <cx:pt idx="1653">100801</cx:pt>
          <cx:pt idx="1654">100816</cx:pt>
          <cx:pt idx="1655">100829</cx:pt>
          <cx:pt idx="1656">100833</cx:pt>
          <cx:pt idx="1657">100833</cx:pt>
          <cx:pt idx="1658">100840</cx:pt>
          <cx:pt idx="1659">100844</cx:pt>
          <cx:pt idx="1660">100860</cx:pt>
          <cx:pt idx="1661">100883</cx:pt>
          <cx:pt idx="1662">100928</cx:pt>
          <cx:pt idx="1663">100928</cx:pt>
          <cx:pt idx="1664">100933</cx:pt>
          <cx:pt idx="1665">101000</cx:pt>
          <cx:pt idx="1666">101109</cx:pt>
          <cx:pt idx="1667">101126</cx:pt>
          <cx:pt idx="1668">101150</cx:pt>
          <cx:pt idx="1669">101150</cx:pt>
          <cx:pt idx="1670">101166</cx:pt>
          <cx:pt idx="1671">101170</cx:pt>
          <cx:pt idx="1672">101191</cx:pt>
          <cx:pt idx="1673">101250</cx:pt>
          <cx:pt idx="1674">101283</cx:pt>
          <cx:pt idx="1675">101304</cx:pt>
          <cx:pt idx="1676">101324</cx:pt>
          <cx:pt idx="1677">101352</cx:pt>
          <cx:pt idx="1678">101367</cx:pt>
          <cx:pt idx="1679">101422</cx:pt>
          <cx:pt idx="1680">101436</cx:pt>
          <cx:pt idx="1681">101485</cx:pt>
          <cx:pt idx="1682">101485</cx:pt>
          <cx:pt idx="1683">101506</cx:pt>
          <cx:pt idx="1684">101513</cx:pt>
          <cx:pt idx="1685">101550</cx:pt>
          <cx:pt idx="1686">101555</cx:pt>
          <cx:pt idx="1687">101583</cx:pt>
          <cx:pt idx="1688">101670</cx:pt>
          <cx:pt idx="1689">101707</cx:pt>
          <cx:pt idx="1690">101743</cx:pt>
          <cx:pt idx="1691">101750</cx:pt>
          <cx:pt idx="1692">101752</cx:pt>
          <cx:pt idx="1693">101867</cx:pt>
          <cx:pt idx="1694">101875</cx:pt>
          <cx:pt idx="1695">101916</cx:pt>
          <cx:pt idx="1696">101939</cx:pt>
          <cx:pt idx="1697">101946</cx:pt>
          <cx:pt idx="1698">101955</cx:pt>
          <cx:pt idx="1699">101974</cx:pt>
          <cx:pt idx="1700">102000</cx:pt>
          <cx:pt idx="1701">102009</cx:pt>
          <cx:pt idx="1702">102048</cx:pt>
          <cx:pt idx="1703">102065</cx:pt>
          <cx:pt idx="1704">102100</cx:pt>
          <cx:pt idx="1705">102109</cx:pt>
          <cx:pt idx="1706">102156</cx:pt>
          <cx:pt idx="1707">102156</cx:pt>
          <cx:pt idx="1708">102222</cx:pt>
          <cx:pt idx="1709">102246</cx:pt>
          <cx:pt idx="1710">102254</cx:pt>
          <cx:pt idx="1711">102271</cx:pt>
          <cx:pt idx="1712">102283</cx:pt>
          <cx:pt idx="1713">102297</cx:pt>
          <cx:pt idx="1714">102312</cx:pt>
          <cx:pt idx="1715">102312</cx:pt>
          <cx:pt idx="1716">102377</cx:pt>
          <cx:pt idx="1717">102400</cx:pt>
          <cx:pt idx="1718">102469</cx:pt>
          <cx:pt idx="1719">102469</cx:pt>
          <cx:pt idx="1720">102498</cx:pt>
          <cx:pt idx="1721">102551</cx:pt>
          <cx:pt idx="1722">102587</cx:pt>
          <cx:pt idx="1723">102587</cx:pt>
          <cx:pt idx="1724">102632</cx:pt>
          <cx:pt idx="1725">102670</cx:pt>
          <cx:pt idx="1726">102721</cx:pt>
          <cx:pt idx="1727">102721</cx:pt>
          <cx:pt idx="1728">102751</cx:pt>
          <cx:pt idx="1729">102810</cx:pt>
          <cx:pt idx="1730">102816</cx:pt>
          <cx:pt idx="1731">102857</cx:pt>
          <cx:pt idx="1732">102857</cx:pt>
          <cx:pt idx="1733">102857</cx:pt>
          <cx:pt idx="1734">102857</cx:pt>
          <cx:pt idx="1735">102857</cx:pt>
          <cx:pt idx="1736">102857</cx:pt>
          <cx:pt idx="1737">102857</cx:pt>
          <cx:pt idx="1738">102857</cx:pt>
          <cx:pt idx="1739">102857</cx:pt>
          <cx:pt idx="1740">102857</cx:pt>
          <cx:pt idx="1741">102857</cx:pt>
          <cx:pt idx="1742">102857</cx:pt>
          <cx:pt idx="1743">102857</cx:pt>
          <cx:pt idx="1744">102857</cx:pt>
          <cx:pt idx="1745">102857</cx:pt>
          <cx:pt idx="1746">102857</cx:pt>
          <cx:pt idx="1747">102857</cx:pt>
          <cx:pt idx="1748">102857</cx:pt>
          <cx:pt idx="1749">102857</cx:pt>
          <cx:pt idx="1750">102857</cx:pt>
          <cx:pt idx="1751">102857</cx:pt>
          <cx:pt idx="1752">102857</cx:pt>
          <cx:pt idx="1753">102857</cx:pt>
          <cx:pt idx="1754">102857</cx:pt>
          <cx:pt idx="1755">102857</cx:pt>
          <cx:pt idx="1756">102857</cx:pt>
          <cx:pt idx="1757">102857</cx:pt>
          <cx:pt idx="1758">102857</cx:pt>
          <cx:pt idx="1759">102857</cx:pt>
          <cx:pt idx="1760">102857</cx:pt>
          <cx:pt idx="1761">102857</cx:pt>
          <cx:pt idx="1762">102857</cx:pt>
          <cx:pt idx="1763">102857</cx:pt>
          <cx:pt idx="1764">102857</cx:pt>
          <cx:pt idx="1765">102857</cx:pt>
          <cx:pt idx="1766">102857</cx:pt>
          <cx:pt idx="1767">102857</cx:pt>
          <cx:pt idx="1768">102857</cx:pt>
          <cx:pt idx="1769">102857</cx:pt>
          <cx:pt idx="1770">102857</cx:pt>
          <cx:pt idx="1771">102857</cx:pt>
          <cx:pt idx="1772">102857</cx:pt>
          <cx:pt idx="1773">102857</cx:pt>
          <cx:pt idx="1774">102857</cx:pt>
          <cx:pt idx="1775">102857</cx:pt>
          <cx:pt idx="1776">102857</cx:pt>
          <cx:pt idx="1777">102857</cx:pt>
          <cx:pt idx="1778">102857</cx:pt>
          <cx:pt idx="1779">102857</cx:pt>
          <cx:pt idx="1780">102857</cx:pt>
          <cx:pt idx="1781">102857</cx:pt>
          <cx:pt idx="1782">102857</cx:pt>
          <cx:pt idx="1783">102857</cx:pt>
          <cx:pt idx="1784">102857</cx:pt>
          <cx:pt idx="1785">102857</cx:pt>
          <cx:pt idx="1786">102857</cx:pt>
          <cx:pt idx="1787">102857</cx:pt>
          <cx:pt idx="1788">102857</cx:pt>
          <cx:pt idx="1789">102857</cx:pt>
          <cx:pt idx="1790">102857</cx:pt>
          <cx:pt idx="1791">102857</cx:pt>
          <cx:pt idx="1792">102857</cx:pt>
          <cx:pt idx="1793">102857</cx:pt>
          <cx:pt idx="1794">102863</cx:pt>
          <cx:pt idx="1795">102865</cx:pt>
          <cx:pt idx="1796">102892</cx:pt>
          <cx:pt idx="1797">102923</cx:pt>
          <cx:pt idx="1798">102923</cx:pt>
          <cx:pt idx="1799">102923</cx:pt>
          <cx:pt idx="1800">102923</cx:pt>
          <cx:pt idx="1801">102923</cx:pt>
          <cx:pt idx="1802">102935</cx:pt>
          <cx:pt idx="1803">102940</cx:pt>
          <cx:pt idx="1804">102940</cx:pt>
          <cx:pt idx="1805">102940</cx:pt>
          <cx:pt idx="1806">102952</cx:pt>
          <cx:pt idx="1807">102973</cx:pt>
          <cx:pt idx="1808">102979</cx:pt>
          <cx:pt idx="1809">102984</cx:pt>
          <cx:pt idx="1810">102990</cx:pt>
          <cx:pt idx="1811">102990</cx:pt>
          <cx:pt idx="1812">102990</cx:pt>
          <cx:pt idx="1813">103007</cx:pt>
          <cx:pt idx="1814">103020</cx:pt>
          <cx:pt idx="1815">103023</cx:pt>
          <cx:pt idx="1816">103041</cx:pt>
          <cx:pt idx="1817">103050</cx:pt>
          <cx:pt idx="1818">103057</cx:pt>
          <cx:pt idx="1819">103071</cx:pt>
          <cx:pt idx="1820">103090</cx:pt>
          <cx:pt idx="1821">103090</cx:pt>
          <cx:pt idx="1822">103090</cx:pt>
          <cx:pt idx="1823">103118</cx:pt>
          <cx:pt idx="1824">103123</cx:pt>
          <cx:pt idx="1825">103190</cx:pt>
          <cx:pt idx="1826">103190</cx:pt>
          <cx:pt idx="1827">103190</cx:pt>
          <cx:pt idx="1828">103190</cx:pt>
          <cx:pt idx="1829">103190</cx:pt>
          <cx:pt idx="1830">103190</cx:pt>
          <cx:pt idx="1831">103201</cx:pt>
          <cx:pt idx="1832">103207</cx:pt>
          <cx:pt idx="1833">103207</cx:pt>
          <cx:pt idx="1834">103235</cx:pt>
          <cx:pt idx="1835">103243</cx:pt>
          <cx:pt idx="1836">103249</cx:pt>
          <cx:pt idx="1837">103257</cx:pt>
          <cx:pt idx="1838">103264</cx:pt>
          <cx:pt idx="1839">103266</cx:pt>
          <cx:pt idx="1840">103275</cx:pt>
          <cx:pt idx="1841">103289</cx:pt>
          <cx:pt idx="1842">103294</cx:pt>
          <cx:pt idx="1843">103309</cx:pt>
          <cx:pt idx="1844">103322</cx:pt>
          <cx:pt idx="1845">103323</cx:pt>
          <cx:pt idx="1846">103323</cx:pt>
          <cx:pt idx="1847">103331</cx:pt>
          <cx:pt idx="1848">103333</cx:pt>
          <cx:pt idx="1849">103334</cx:pt>
          <cx:pt idx="1850">103341</cx:pt>
          <cx:pt idx="1851">103350</cx:pt>
          <cx:pt idx="1852">103357</cx:pt>
          <cx:pt idx="1853">103360</cx:pt>
          <cx:pt idx="1854">103364</cx:pt>
          <cx:pt idx="1855">103376</cx:pt>
          <cx:pt idx="1856">103376</cx:pt>
          <cx:pt idx="1857">103387</cx:pt>
          <cx:pt idx="1858">103390</cx:pt>
          <cx:pt idx="1859">103407</cx:pt>
          <cx:pt idx="1860">103407</cx:pt>
          <cx:pt idx="1861">103420</cx:pt>
          <cx:pt idx="1862">103426</cx:pt>
          <cx:pt idx="1863">103440</cx:pt>
          <cx:pt idx="1864">103473</cx:pt>
          <cx:pt idx="1865">103476</cx:pt>
          <cx:pt idx="1866">103498</cx:pt>
          <cx:pt idx="1867">103498</cx:pt>
          <cx:pt idx="1868">103498</cx:pt>
          <cx:pt idx="1869">103498</cx:pt>
          <cx:pt idx="1870">103523</cx:pt>
          <cx:pt idx="1871">103523</cx:pt>
          <cx:pt idx="1872">103523</cx:pt>
          <cx:pt idx="1873">103530</cx:pt>
          <cx:pt idx="1874">103540</cx:pt>
          <cx:pt idx="1875">103550</cx:pt>
          <cx:pt idx="1876">103557</cx:pt>
          <cx:pt idx="1877">103567</cx:pt>
          <cx:pt idx="1878">103590</cx:pt>
          <cx:pt idx="1879">103607</cx:pt>
          <cx:pt idx="1880">103620</cx:pt>
          <cx:pt idx="1881">103623</cx:pt>
          <cx:pt idx="1882">103635</cx:pt>
          <cx:pt idx="1883">103651</cx:pt>
          <cx:pt idx="1884">103652</cx:pt>
          <cx:pt idx="1885">103652</cx:pt>
          <cx:pt idx="1886">103690</cx:pt>
          <cx:pt idx="1887">103690</cx:pt>
          <cx:pt idx="1888">103690</cx:pt>
          <cx:pt idx="1889">103690</cx:pt>
          <cx:pt idx="1890">103690</cx:pt>
          <cx:pt idx="1891">103690</cx:pt>
          <cx:pt idx="1892">103690</cx:pt>
          <cx:pt idx="1893">103718</cx:pt>
          <cx:pt idx="1894">103723</cx:pt>
          <cx:pt idx="1895">103773</cx:pt>
          <cx:pt idx="1896">103780</cx:pt>
          <cx:pt idx="1897">103838</cx:pt>
          <cx:pt idx="1898">103853</cx:pt>
          <cx:pt idx="1899">103857</cx:pt>
          <cx:pt idx="1900">103870</cx:pt>
          <cx:pt idx="1901">103886</cx:pt>
          <cx:pt idx="1902">103895</cx:pt>
          <cx:pt idx="1903">103899</cx:pt>
          <cx:pt idx="1904">103899</cx:pt>
          <cx:pt idx="1905">103906</cx:pt>
          <cx:pt idx="1906">103940</cx:pt>
          <cx:pt idx="1907">103940</cx:pt>
          <cx:pt idx="1908">103940</cx:pt>
          <cx:pt idx="1909">103946</cx:pt>
          <cx:pt idx="1910">103990</cx:pt>
          <cx:pt idx="1911">104000</cx:pt>
          <cx:pt idx="1912">104016</cx:pt>
          <cx:pt idx="1913">104023</cx:pt>
          <cx:pt idx="1914">104023</cx:pt>
          <cx:pt idx="1915">104027</cx:pt>
          <cx:pt idx="1916">104040</cx:pt>
          <cx:pt idx="1917">104079</cx:pt>
          <cx:pt idx="1918">104090</cx:pt>
          <cx:pt idx="1919">104140</cx:pt>
          <cx:pt idx="1920">104140</cx:pt>
          <cx:pt idx="1921">104157</cx:pt>
          <cx:pt idx="1922">104183</cx:pt>
          <cx:pt idx="1923">104190</cx:pt>
          <cx:pt idx="1924">104207</cx:pt>
          <cx:pt idx="1925">104223</cx:pt>
          <cx:pt idx="1926">104227</cx:pt>
          <cx:pt idx="1927">104273</cx:pt>
          <cx:pt idx="1928">104290</cx:pt>
          <cx:pt idx="1929">104314</cx:pt>
          <cx:pt idx="1930">104323</cx:pt>
          <cx:pt idx="1931">104328</cx:pt>
          <cx:pt idx="1932">104338</cx:pt>
          <cx:pt idx="1933">104339</cx:pt>
          <cx:pt idx="1934">104340</cx:pt>
          <cx:pt idx="1935">104353</cx:pt>
          <cx:pt idx="1936">104357</cx:pt>
          <cx:pt idx="1937">104373</cx:pt>
          <cx:pt idx="1938">104373</cx:pt>
          <cx:pt idx="1939">104423</cx:pt>
          <cx:pt idx="1940">104423</cx:pt>
          <cx:pt idx="1941">104459</cx:pt>
          <cx:pt idx="1942">104463</cx:pt>
          <cx:pt idx="1943">104465</cx:pt>
          <cx:pt idx="1944">104484</cx:pt>
          <cx:pt idx="1945">104484</cx:pt>
          <cx:pt idx="1946">104489</cx:pt>
          <cx:pt idx="1947">104520</cx:pt>
          <cx:pt idx="1948">104523</cx:pt>
          <cx:pt idx="1949">104523</cx:pt>
          <cx:pt idx="1950">104607</cx:pt>
          <cx:pt idx="1951">104617</cx:pt>
          <cx:pt idx="1952">104673</cx:pt>
          <cx:pt idx="1953">104685</cx:pt>
          <cx:pt idx="1954">104690</cx:pt>
          <cx:pt idx="1955">104723</cx:pt>
          <cx:pt idx="1956">104730</cx:pt>
          <cx:pt idx="1957">104740</cx:pt>
          <cx:pt idx="1958">104768</cx:pt>
          <cx:pt idx="1959">104783</cx:pt>
          <cx:pt idx="1960">104788</cx:pt>
          <cx:pt idx="1961">104795</cx:pt>
          <cx:pt idx="1962">104807</cx:pt>
          <cx:pt idx="1963">104823</cx:pt>
          <cx:pt idx="1964">104845</cx:pt>
          <cx:pt idx="1965">104846</cx:pt>
          <cx:pt idx="1966">104853</cx:pt>
          <cx:pt idx="1967">104857</cx:pt>
          <cx:pt idx="1968">104890</cx:pt>
          <cx:pt idx="1969">104956</cx:pt>
          <cx:pt idx="1970">104957</cx:pt>
          <cx:pt idx="1971">105000</cx:pt>
          <cx:pt idx="1972">105037</cx:pt>
          <cx:pt idx="1973">105073</cx:pt>
          <cx:pt idx="1974">105119</cx:pt>
          <cx:pt idx="1975">105124</cx:pt>
          <cx:pt idx="1976">105139</cx:pt>
          <cx:pt idx="1977">105157</cx:pt>
          <cx:pt idx="1978">105168</cx:pt>
          <cx:pt idx="1979">105177</cx:pt>
          <cx:pt idx="1980">105190</cx:pt>
          <cx:pt idx="1981">105190</cx:pt>
          <cx:pt idx="1982">105190</cx:pt>
          <cx:pt idx="1983">105221</cx:pt>
          <cx:pt idx="1984">105232</cx:pt>
          <cx:pt idx="1985">105238</cx:pt>
          <cx:pt idx="1986">105238</cx:pt>
          <cx:pt idx="1987">105238</cx:pt>
          <cx:pt idx="1988">105238</cx:pt>
          <cx:pt idx="1989">105273</cx:pt>
          <cx:pt idx="1990">105317</cx:pt>
          <cx:pt idx="1991">105327</cx:pt>
          <cx:pt idx="1992">105338</cx:pt>
          <cx:pt idx="1993">105390</cx:pt>
          <cx:pt idx="1994">105407</cx:pt>
          <cx:pt idx="1995">105444</cx:pt>
          <cx:pt idx="1996">105467</cx:pt>
          <cx:pt idx="1997">105467</cx:pt>
          <cx:pt idx="1998">105498</cx:pt>
          <cx:pt idx="1999">105499</cx:pt>
          <cx:pt idx="2000">105499</cx:pt>
          <cx:pt idx="2001">105499</cx:pt>
          <cx:pt idx="2002">105499</cx:pt>
          <cx:pt idx="2003">105598</cx:pt>
          <cx:pt idx="2004">105606</cx:pt>
          <cx:pt idx="2005">105607</cx:pt>
          <cx:pt idx="2006">105620</cx:pt>
          <cx:pt idx="2007">105630</cx:pt>
          <cx:pt idx="2008">105651</cx:pt>
          <cx:pt idx="2009">105668</cx:pt>
          <cx:pt idx="2010">105673</cx:pt>
          <cx:pt idx="2011">105690</cx:pt>
          <cx:pt idx="2012">105745</cx:pt>
          <cx:pt idx="2013">105750</cx:pt>
          <cx:pt idx="2014">105766</cx:pt>
          <cx:pt idx="2015">105790</cx:pt>
          <cx:pt idx="2016">105807</cx:pt>
          <cx:pt idx="2017">105819</cx:pt>
          <cx:pt idx="2018">105833</cx:pt>
          <cx:pt idx="2019">105857</cx:pt>
          <cx:pt idx="2020">105906</cx:pt>
          <cx:pt idx="2021">105907</cx:pt>
          <cx:pt idx="2022">105950</cx:pt>
          <cx:pt idx="2023">105977</cx:pt>
          <cx:pt idx="2024">105990</cx:pt>
          <cx:pt idx="2025">105990</cx:pt>
          <cx:pt idx="2026">106000</cx:pt>
          <cx:pt idx="2027">106027</cx:pt>
          <cx:pt idx="2028">106029</cx:pt>
          <cx:pt idx="2029">106030</cx:pt>
          <cx:pt idx="2030">106066</cx:pt>
          <cx:pt idx="2031">106107</cx:pt>
          <cx:pt idx="2032">106140</cx:pt>
          <cx:pt idx="2033">106170</cx:pt>
          <cx:pt idx="2034">106174</cx:pt>
          <cx:pt idx="2035">106190</cx:pt>
          <cx:pt idx="2036">106190</cx:pt>
          <cx:pt idx="2037">106190</cx:pt>
          <cx:pt idx="2038">106198</cx:pt>
          <cx:pt idx="2039">106250</cx:pt>
          <cx:pt idx="2040">106325</cx:pt>
          <cx:pt idx="2041">106330</cx:pt>
          <cx:pt idx="2042">106333</cx:pt>
          <cx:pt idx="2043">106390</cx:pt>
          <cx:pt idx="2044">106400</cx:pt>
          <cx:pt idx="2045">106473</cx:pt>
          <cx:pt idx="2046">106490</cx:pt>
          <cx:pt idx="2047">106521</cx:pt>
          <cx:pt idx="2048">106544</cx:pt>
          <cx:pt idx="2049">106573</cx:pt>
          <cx:pt idx="2050">106599</cx:pt>
          <cx:pt idx="2051">106607</cx:pt>
          <cx:pt idx="2052">106622</cx:pt>
          <cx:pt idx="2053">106664</cx:pt>
          <cx:pt idx="2054">106664</cx:pt>
          <cx:pt idx="2055">106664</cx:pt>
          <cx:pt idx="2056">106664</cx:pt>
          <cx:pt idx="2057">106664</cx:pt>
          <cx:pt idx="2058">106664</cx:pt>
          <cx:pt idx="2059">106665</cx:pt>
          <cx:pt idx="2060">106666</cx:pt>
          <cx:pt idx="2061">106667</cx:pt>
          <cx:pt idx="2062">106668</cx:pt>
          <cx:pt idx="2063">106669</cx:pt>
          <cx:pt idx="2064">106674</cx:pt>
          <cx:pt idx="2065">106689</cx:pt>
          <cx:pt idx="2066">106703</cx:pt>
          <cx:pt idx="2067">106723</cx:pt>
          <cx:pt idx="2068">106733</cx:pt>
          <cx:pt idx="2069">106733</cx:pt>
          <cx:pt idx="2070">106740</cx:pt>
          <cx:pt idx="2071">106783</cx:pt>
          <cx:pt idx="2072">106796</cx:pt>
          <cx:pt idx="2073">106800</cx:pt>
          <cx:pt idx="2074">106833</cx:pt>
          <cx:pt idx="2075">106857</cx:pt>
          <cx:pt idx="2076">106866</cx:pt>
          <cx:pt idx="2077">106887</cx:pt>
          <cx:pt idx="2078">106890</cx:pt>
          <cx:pt idx="2079">106890</cx:pt>
          <cx:pt idx="2080">106895</cx:pt>
          <cx:pt idx="2081">106904</cx:pt>
          <cx:pt idx="2082">106915</cx:pt>
          <cx:pt idx="2083">106950</cx:pt>
          <cx:pt idx="2084">106957</cx:pt>
          <cx:pt idx="2085">106976</cx:pt>
          <cx:pt idx="2086">107000</cx:pt>
          <cx:pt idx="2087">107000</cx:pt>
          <cx:pt idx="2088">107009</cx:pt>
          <cx:pt idx="2089">107020</cx:pt>
          <cx:pt idx="2090">107023</cx:pt>
          <cx:pt idx="2091">107072</cx:pt>
          <cx:pt idx="2092">107085</cx:pt>
          <cx:pt idx="2093">107090</cx:pt>
          <cx:pt idx="2094">107111</cx:pt>
          <cx:pt idx="2095">107189</cx:pt>
          <cx:pt idx="2096">107197</cx:pt>
          <cx:pt idx="2097">107207</cx:pt>
          <cx:pt idx="2098">107210</cx:pt>
          <cx:pt idx="2099">107233</cx:pt>
          <cx:pt idx="2100">107234</cx:pt>
          <cx:pt idx="2101">107308</cx:pt>
          <cx:pt idx="2102">107311</cx:pt>
          <cx:pt idx="2103">107333</cx:pt>
          <cx:pt idx="2104">107340</cx:pt>
          <cx:pt idx="2105">107349</cx:pt>
          <cx:pt idx="2106">107386</cx:pt>
          <cx:pt idx="2107">107441</cx:pt>
          <cx:pt idx="2108">107473</cx:pt>
          <cx:pt idx="2109">107493</cx:pt>
          <cx:pt idx="2110">107522</cx:pt>
          <cx:pt idx="2111">107607</cx:pt>
          <cx:pt idx="2112">107624</cx:pt>
          <cx:pt idx="2113">107649</cx:pt>
          <cx:pt idx="2114">107653</cx:pt>
          <cx:pt idx="2115">107683</cx:pt>
          <cx:pt idx="2116">107701</cx:pt>
          <cx:pt idx="2117">107762</cx:pt>
          <cx:pt idx="2118">107809</cx:pt>
          <cx:pt idx="2119">107840</cx:pt>
          <cx:pt idx="2120">107840</cx:pt>
          <cx:pt idx="2121">107880</cx:pt>
          <cx:pt idx="2122">107916</cx:pt>
          <cx:pt idx="2123">107938</cx:pt>
          <cx:pt idx="2124">107948</cx:pt>
          <cx:pt idx="2125">107957</cx:pt>
          <cx:pt idx="2126">107957</cx:pt>
          <cx:pt idx="2127">108031</cx:pt>
          <cx:pt idx="2128">108057</cx:pt>
          <cx:pt idx="2129">108077</cx:pt>
          <cx:pt idx="2130">108085</cx:pt>
          <cx:pt idx="2131">108090</cx:pt>
          <cx:pt idx="2132">108110</cx:pt>
          <cx:pt idx="2133">108113</cx:pt>
          <cx:pt idx="2134">108157</cx:pt>
          <cx:pt idx="2135">108190</cx:pt>
          <cx:pt idx="2136">108216</cx:pt>
          <cx:pt idx="2137">108217</cx:pt>
          <cx:pt idx="2138">108266</cx:pt>
          <cx:pt idx="2139">108273</cx:pt>
          <cx:pt idx="2140">108333</cx:pt>
          <cx:pt idx="2141">108333</cx:pt>
          <cx:pt idx="2142">108333</cx:pt>
          <cx:pt idx="2143">108355</cx:pt>
          <cx:pt idx="2144">108396</cx:pt>
          <cx:pt idx="2145">108420</cx:pt>
          <cx:pt idx="2146">108440</cx:pt>
          <cx:pt idx="2147">108450</cx:pt>
          <cx:pt idx="2148">108457</cx:pt>
          <cx:pt idx="2149">108523</cx:pt>
          <cx:pt idx="2150">108547</cx:pt>
          <cx:pt idx="2151">108595</cx:pt>
          <cx:pt idx="2152">108604</cx:pt>
          <cx:pt idx="2153">108607</cx:pt>
          <cx:pt idx="2154">108610</cx:pt>
          <cx:pt idx="2155">108615</cx:pt>
          <cx:pt idx="2156">108617</cx:pt>
          <cx:pt idx="2157">108629</cx:pt>
          <cx:pt idx="2158">108690</cx:pt>
          <cx:pt idx="2159">108690</cx:pt>
          <cx:pt idx="2160">108690</cx:pt>
          <cx:pt idx="2161">108723</cx:pt>
          <cx:pt idx="2162">108757</cx:pt>
          <cx:pt idx="2163">108781</cx:pt>
          <cx:pt idx="2164">108786</cx:pt>
          <cx:pt idx="2165">108791</cx:pt>
          <cx:pt idx="2166">108813</cx:pt>
          <cx:pt idx="2167">108813</cx:pt>
          <cx:pt idx="2168">108825</cx:pt>
          <cx:pt idx="2169">108872</cx:pt>
          <cx:pt idx="2170">108900</cx:pt>
          <cx:pt idx="2171">108923</cx:pt>
          <cx:pt idx="2172">108933</cx:pt>
          <cx:pt idx="2173">108957</cx:pt>
          <cx:pt idx="2174">108969</cx:pt>
          <cx:pt idx="2175">108970</cx:pt>
          <cx:pt idx="2176">108976</cx:pt>
          <cx:pt idx="2177">109012</cx:pt>
          <cx:pt idx="2178">109020</cx:pt>
          <cx:pt idx="2179">109021</cx:pt>
          <cx:pt idx="2180">109030</cx:pt>
          <cx:pt idx="2181">109032</cx:pt>
          <cx:pt idx="2182">109090</cx:pt>
          <cx:pt idx="2183">109105</cx:pt>
          <cx:pt idx="2184">109170</cx:pt>
          <cx:pt idx="2185">109234</cx:pt>
          <cx:pt idx="2186">109252</cx:pt>
          <cx:pt idx="2187">109266</cx:pt>
          <cx:pt idx="2188">109307</cx:pt>
          <cx:pt idx="2189">109399</cx:pt>
          <cx:pt idx="2190">109408</cx:pt>
          <cx:pt idx="2191">109408</cx:pt>
          <cx:pt idx="2192">109440</cx:pt>
          <cx:pt idx="2193">109463</cx:pt>
          <cx:pt idx="2194">109468</cx:pt>
          <cx:pt idx="2195">109523</cx:pt>
          <cx:pt idx="2196">109535</cx:pt>
          <cx:pt idx="2197">109574</cx:pt>
          <cx:pt idx="2198">109587</cx:pt>
          <cx:pt idx="2199">109590</cx:pt>
          <cx:pt idx="2200">109621</cx:pt>
          <cx:pt idx="2201">109621</cx:pt>
          <cx:pt idx="2202">109623</cx:pt>
          <cx:pt idx="2203">109666</cx:pt>
          <cx:pt idx="2204">109666</cx:pt>
          <cx:pt idx="2205">109688</cx:pt>
          <cx:pt idx="2206">109690</cx:pt>
          <cx:pt idx="2207">109727</cx:pt>
          <cx:pt idx="2208">109793</cx:pt>
          <cx:pt idx="2209">109796</cx:pt>
          <cx:pt idx="2210">109846</cx:pt>
          <cx:pt idx="2211">109857</cx:pt>
          <cx:pt idx="2212">109860</cx:pt>
          <cx:pt idx="2213">109912</cx:pt>
          <cx:pt idx="2214">109933</cx:pt>
          <cx:pt idx="2215">109936</cx:pt>
          <cx:pt idx="2216">109940</cx:pt>
          <cx:pt idx="2217">109979</cx:pt>
          <cx:pt idx="2218">110000</cx:pt>
          <cx:pt idx="2219">110000</cx:pt>
          <cx:pt idx="2220">110004</cx:pt>
          <cx:pt idx="2221">110004</cx:pt>
          <cx:pt idx="2222">110004</cx:pt>
          <cx:pt idx="2223">110012</cx:pt>
          <cx:pt idx="2224">110015</cx:pt>
          <cx:pt idx="2225">110016</cx:pt>
          <cx:pt idx="2226">110016</cx:pt>
          <cx:pt idx="2227">110029</cx:pt>
          <cx:pt idx="2228">110034</cx:pt>
          <cx:pt idx="2229">110040</cx:pt>
          <cx:pt idx="2230">110050</cx:pt>
          <cx:pt idx="2231">110057</cx:pt>
          <cx:pt idx="2232">110059</cx:pt>
          <cx:pt idx="2233">110066</cx:pt>
          <cx:pt idx="2234">110068</cx:pt>
          <cx:pt idx="2235">110108</cx:pt>
          <cx:pt idx="2236">110108</cx:pt>
          <cx:pt idx="2237">110124</cx:pt>
          <cx:pt idx="2238">110181</cx:pt>
          <cx:pt idx="2239">110206</cx:pt>
          <cx:pt idx="2240">110339</cx:pt>
          <cx:pt idx="2241">110362</cx:pt>
          <cx:pt idx="2242">110368</cx:pt>
          <cx:pt idx="2243">110383</cx:pt>
          <cx:pt idx="2244">110390</cx:pt>
          <cx:pt idx="2245">110400</cx:pt>
          <cx:pt idx="2246">110483</cx:pt>
          <cx:pt idx="2247">110502</cx:pt>
          <cx:pt idx="2248">110523</cx:pt>
          <cx:pt idx="2249">110582</cx:pt>
          <cx:pt idx="2250">110605</cx:pt>
          <cx:pt idx="2251">110639</cx:pt>
          <cx:pt idx="2252">110650</cx:pt>
          <cx:pt idx="2253">110687</cx:pt>
          <cx:pt idx="2254">110690</cx:pt>
          <cx:pt idx="2255">110690</cx:pt>
          <cx:pt idx="2256">110726</cx:pt>
          <cx:pt idx="2257">110740</cx:pt>
          <cx:pt idx="2258">110773</cx:pt>
          <cx:pt idx="2259">110792</cx:pt>
          <cx:pt idx="2260">110792</cx:pt>
          <cx:pt idx="2261">110819</cx:pt>
          <cx:pt idx="2262">110832</cx:pt>
          <cx:pt idx="2263">110833</cx:pt>
          <cx:pt idx="2264">110881</cx:pt>
          <cx:pt idx="2265">110897</cx:pt>
          <cx:pt idx="2266">110900</cx:pt>
          <cx:pt idx="2267">110900</cx:pt>
          <cx:pt idx="2268">110998</cx:pt>
          <cx:pt idx="2269">111171</cx:pt>
          <cx:pt idx="2270">111254</cx:pt>
          <cx:pt idx="2271">111266</cx:pt>
          <cx:pt idx="2272">111269</cx:pt>
          <cx:pt idx="2273">111319</cx:pt>
          <cx:pt idx="2274">111327</cx:pt>
          <cx:pt idx="2275">111335</cx:pt>
          <cx:pt idx="2276">111339</cx:pt>
          <cx:pt idx="2277">111390</cx:pt>
          <cx:pt idx="2278">111397</cx:pt>
          <cx:pt idx="2279">111458</cx:pt>
          <cx:pt idx="2280">111482</cx:pt>
          <cx:pt idx="2281">111600</cx:pt>
          <cx:pt idx="2282">111608</cx:pt>
          <cx:pt idx="2283">111619</cx:pt>
          <cx:pt idx="2284">111660</cx:pt>
          <cx:pt idx="2285">111666</cx:pt>
          <cx:pt idx="2286">111671</cx:pt>
          <cx:pt idx="2287">111672</cx:pt>
          <cx:pt idx="2288">111707</cx:pt>
          <cx:pt idx="2289">111720</cx:pt>
          <cx:pt idx="2290">111724</cx:pt>
          <cx:pt idx="2291">111728</cx:pt>
          <cx:pt idx="2292">111768</cx:pt>
          <cx:pt idx="2293">111781</cx:pt>
          <cx:pt idx="2294">111815</cx:pt>
          <cx:pt idx="2295">111821</cx:pt>
          <cx:pt idx="2296">111833</cx:pt>
          <cx:pt idx="2297">111858</cx:pt>
          <cx:pt idx="2298">111897</cx:pt>
          <cx:pt idx="2299">111973</cx:pt>
          <cx:pt idx="2300">111989</cx:pt>
          <cx:pt idx="2301">112060</cx:pt>
          <cx:pt idx="2302">112238</cx:pt>
          <cx:pt idx="2303">112282</cx:pt>
          <cx:pt idx="2304">112303</cx:pt>
          <cx:pt idx="2305">112304</cx:pt>
          <cx:pt idx="2306">112356</cx:pt>
          <cx:pt idx="2307">112379</cx:pt>
          <cx:pt idx="2308">112390</cx:pt>
          <cx:pt idx="2309">112390</cx:pt>
          <cx:pt idx="2310">112423</cx:pt>
          <cx:pt idx="2311">112432</cx:pt>
          <cx:pt idx="2312">112441</cx:pt>
          <cx:pt idx="2313">112468</cx:pt>
          <cx:pt idx="2314">112479</cx:pt>
          <cx:pt idx="2315">112507</cx:pt>
          <cx:pt idx="2316">112529</cx:pt>
          <cx:pt idx="2317">112633</cx:pt>
          <cx:pt idx="2318">112652</cx:pt>
          <cx:pt idx="2319">112690</cx:pt>
          <cx:pt idx="2320">112690</cx:pt>
          <cx:pt idx="2321">112701</cx:pt>
          <cx:pt idx="2322">112716</cx:pt>
          <cx:pt idx="2323">112765</cx:pt>
          <cx:pt idx="2324">112807</cx:pt>
          <cx:pt idx="2325">112832</cx:pt>
          <cx:pt idx="2326">112857</cx:pt>
          <cx:pt idx="2327">112858</cx:pt>
          <cx:pt idx="2328">112869</cx:pt>
          <cx:pt idx="2329">112887</cx:pt>
          <cx:pt idx="2330">112939</cx:pt>
          <cx:pt idx="2331">112943</cx:pt>
          <cx:pt idx="2332">112963</cx:pt>
          <cx:pt idx="2333">112987</cx:pt>
          <cx:pt idx="2334">113023</cx:pt>
          <cx:pt idx="2335">113057</cx:pt>
          <cx:pt idx="2336">113088</cx:pt>
          <cx:pt idx="2337">113156</cx:pt>
          <cx:pt idx="2338">113200</cx:pt>
          <cx:pt idx="2339">113216</cx:pt>
          <cx:pt idx="2340">113216</cx:pt>
          <cx:pt idx="2341">113217</cx:pt>
          <cx:pt idx="2342">113238</cx:pt>
          <cx:pt idx="2343">113243</cx:pt>
          <cx:pt idx="2344">113298</cx:pt>
          <cx:pt idx="2345">113327</cx:pt>
          <cx:pt idx="2346">113327</cx:pt>
          <cx:pt idx="2347">113328</cx:pt>
          <cx:pt idx="2348">113333</cx:pt>
          <cx:pt idx="2349">113333</cx:pt>
          <cx:pt idx="2350">113339</cx:pt>
          <cx:pt idx="2351">113366</cx:pt>
          <cx:pt idx="2352">113373</cx:pt>
          <cx:pt idx="2353">113379</cx:pt>
          <cx:pt idx="2354">113414</cx:pt>
          <cx:pt idx="2355">113450</cx:pt>
          <cx:pt idx="2356">113513</cx:pt>
          <cx:pt idx="2357">113623</cx:pt>
          <cx:pt idx="2358">113712</cx:pt>
          <cx:pt idx="2359">113723</cx:pt>
          <cx:pt idx="2360">113822</cx:pt>
          <cx:pt idx="2361">113902</cx:pt>
          <cx:pt idx="2362">113926</cx:pt>
          <cx:pt idx="2363">113939</cx:pt>
          <cx:pt idx="2364">113990</cx:pt>
          <cx:pt idx="2365">113998</cx:pt>
          <cx:pt idx="2366">114023</cx:pt>
          <cx:pt idx="2367">114040</cx:pt>
          <cx:pt idx="2368">114049</cx:pt>
          <cx:pt idx="2369">114085</cx:pt>
          <cx:pt idx="2370">114100</cx:pt>
          <cx:pt idx="2371">114106</cx:pt>
          <cx:pt idx="2372">114118</cx:pt>
          <cx:pt idx="2373">114140</cx:pt>
          <cx:pt idx="2374">114190</cx:pt>
          <cx:pt idx="2375">114207</cx:pt>
          <cx:pt idx="2376">114241</cx:pt>
          <cx:pt idx="2377">114272</cx:pt>
          <cx:pt idx="2378">114290</cx:pt>
          <cx:pt idx="2379">114339</cx:pt>
          <cx:pt idx="2380">114340</cx:pt>
          <cx:pt idx="2381">114350</cx:pt>
          <cx:pt idx="2382">114353</cx:pt>
          <cx:pt idx="2383">114523</cx:pt>
          <cx:pt idx="2384">114638</cx:pt>
          <cx:pt idx="2385">114857</cx:pt>
          <cx:pt idx="2386">114860</cx:pt>
          <cx:pt idx="2387">114870</cx:pt>
          <cx:pt idx="2388">114973</cx:pt>
          <cx:pt idx="2389">114979</cx:pt>
          <cx:pt idx="2390">114983</cx:pt>
          <cx:pt idx="2391">115070</cx:pt>
          <cx:pt idx="2392">115141</cx:pt>
          <cx:pt idx="2393">115145</cx:pt>
          <cx:pt idx="2394">115175</cx:pt>
          <cx:pt idx="2395">115190</cx:pt>
          <cx:pt idx="2396">115190</cx:pt>
          <cx:pt idx="2397">115191</cx:pt>
          <cx:pt idx="2398">115194</cx:pt>
          <cx:pt idx="2399">115210</cx:pt>
          <cx:pt idx="2400">115210</cx:pt>
          <cx:pt idx="2401">115313</cx:pt>
          <cx:pt idx="2402">115400</cx:pt>
          <cx:pt idx="2403">115411</cx:pt>
          <cx:pt idx="2404">115455</cx:pt>
          <cx:pt idx="2405">115597</cx:pt>
          <cx:pt idx="2406">115618</cx:pt>
          <cx:pt idx="2407">115642</cx:pt>
          <cx:pt idx="2408">115690</cx:pt>
          <cx:pt idx="2409">115741</cx:pt>
          <cx:pt idx="2410">115743</cx:pt>
          <cx:pt idx="2411">115743</cx:pt>
          <cx:pt idx="2412">115817</cx:pt>
          <cx:pt idx="2413">115827</cx:pt>
          <cx:pt idx="2414">115833</cx:pt>
          <cx:pt idx="2415">115838</cx:pt>
          <cx:pt idx="2416">115907</cx:pt>
          <cx:pt idx="2417">115908</cx:pt>
          <cx:pt idx="2418">115948</cx:pt>
          <cx:pt idx="2419">115955</cx:pt>
          <cx:pt idx="2420">115977</cx:pt>
          <cx:pt idx="2421">116003</cx:pt>
          <cx:pt idx="2422">116096</cx:pt>
          <cx:pt idx="2423">116140</cx:pt>
          <cx:pt idx="2424">116144</cx:pt>
          <cx:pt idx="2425">116157</cx:pt>
          <cx:pt idx="2426">116160</cx:pt>
          <cx:pt idx="2427">116176</cx:pt>
          <cx:pt idx="2428">116183</cx:pt>
          <cx:pt idx="2429">116217</cx:pt>
          <cx:pt idx="2430">116274</cx:pt>
          <cx:pt idx="2431">116297</cx:pt>
          <cx:pt idx="2432">116493</cx:pt>
          <cx:pt idx="2433">116496</cx:pt>
          <cx:pt idx="2434">116510</cx:pt>
          <cx:pt idx="2435">116540</cx:pt>
          <cx:pt idx="2436">116556</cx:pt>
          <cx:pt idx="2437">116575</cx:pt>
          <cx:pt idx="2438">116581</cx:pt>
          <cx:pt idx="2439">116590</cx:pt>
          <cx:pt idx="2440">116640</cx:pt>
          <cx:pt idx="2441">116648</cx:pt>
          <cx:pt idx="2442">116650</cx:pt>
          <cx:pt idx="2443">116657</cx:pt>
          <cx:pt idx="2444">116658</cx:pt>
          <cx:pt idx="2445">116664</cx:pt>
          <cx:pt idx="2446">116666</cx:pt>
          <cx:pt idx="2447">116666</cx:pt>
          <cx:pt idx="2448">116666</cx:pt>
          <cx:pt idx="2449">116669</cx:pt>
          <cx:pt idx="2450">116675</cx:pt>
          <cx:pt idx="2451">116677</cx:pt>
          <cx:pt idx="2452">116684</cx:pt>
          <cx:pt idx="2453">116684</cx:pt>
          <cx:pt idx="2454">116720</cx:pt>
          <cx:pt idx="2455">116729</cx:pt>
          <cx:pt idx="2456">116753</cx:pt>
          <cx:pt idx="2457">116779</cx:pt>
          <cx:pt idx="2458">116789</cx:pt>
          <cx:pt idx="2459">116790</cx:pt>
          <cx:pt idx="2460">116817</cx:pt>
          <cx:pt idx="2461">116817</cx:pt>
          <cx:pt idx="2462">116849</cx:pt>
          <cx:pt idx="2463">116863</cx:pt>
          <cx:pt idx="2464">116902</cx:pt>
          <cx:pt idx="2465">116910</cx:pt>
          <cx:pt idx="2466">116918</cx:pt>
          <cx:pt idx="2467">116952</cx:pt>
          <cx:pt idx="2468">116958</cx:pt>
          <cx:pt idx="2469">116958</cx:pt>
          <cx:pt idx="2470">116980</cx:pt>
          <cx:pt idx="2471">117012</cx:pt>
          <cx:pt idx="2472">117039</cx:pt>
          <cx:pt idx="2473">117040</cx:pt>
          <cx:pt idx="2474">117056</cx:pt>
          <cx:pt idx="2475">117057</cx:pt>
          <cx:pt idx="2476">117120</cx:pt>
          <cx:pt idx="2477">117120</cx:pt>
          <cx:pt idx="2478">117175</cx:pt>
          <cx:pt idx="2479">117192</cx:pt>
          <cx:pt idx="2480">117214</cx:pt>
          <cx:pt idx="2481">117263</cx:pt>
          <cx:pt idx="2482">117280</cx:pt>
          <cx:pt idx="2483">117323</cx:pt>
          <cx:pt idx="2484">117360</cx:pt>
          <cx:pt idx="2485">117428</cx:pt>
          <cx:pt idx="2486">117444</cx:pt>
          <cx:pt idx="2487">117449</cx:pt>
          <cx:pt idx="2488">117450</cx:pt>
          <cx:pt idx="2489">117466</cx:pt>
          <cx:pt idx="2490">117500</cx:pt>
          <cx:pt idx="2491">117502</cx:pt>
          <cx:pt idx="2492">117520</cx:pt>
          <cx:pt idx="2493">117611</cx:pt>
          <cx:pt idx="2494">117616</cx:pt>
          <cx:pt idx="2495">117627</cx:pt>
          <cx:pt idx="2496">117671</cx:pt>
          <cx:pt idx="2497">117690</cx:pt>
          <cx:pt idx="2498">117692</cx:pt>
          <cx:pt idx="2499">117732</cx:pt>
          <cx:pt idx="2500">117753</cx:pt>
          <cx:pt idx="2501">117809</cx:pt>
          <cx:pt idx="2502">117841</cx:pt>
          <cx:pt idx="2503">117874</cx:pt>
          <cx:pt idx="2504">117923</cx:pt>
          <cx:pt idx="2505">117928</cx:pt>
          <cx:pt idx="2506">118004</cx:pt>
          <cx:pt idx="2507">118011</cx:pt>
          <cx:pt idx="2508">118042</cx:pt>
          <cx:pt idx="2509">118066</cx:pt>
          <cx:pt idx="2510">118090</cx:pt>
          <cx:pt idx="2511">118177</cx:pt>
          <cx:pt idx="2512">118190</cx:pt>
          <cx:pt idx="2513">118332</cx:pt>
          <cx:pt idx="2514">118352</cx:pt>
          <cx:pt idx="2515">118399</cx:pt>
          <cx:pt idx="2516">118407</cx:pt>
          <cx:pt idx="2517">118473</cx:pt>
          <cx:pt idx="2518">118477</cx:pt>
          <cx:pt idx="2519">118480</cx:pt>
          <cx:pt idx="2520">118533</cx:pt>
          <cx:pt idx="2521">118585</cx:pt>
          <cx:pt idx="2522">118585</cx:pt>
          <cx:pt idx="2523">118600</cx:pt>
          <cx:pt idx="2524">118657</cx:pt>
          <cx:pt idx="2525">118657</cx:pt>
          <cx:pt idx="2526">118675</cx:pt>
          <cx:pt idx="2527">118690</cx:pt>
          <cx:pt idx="2528">118721</cx:pt>
          <cx:pt idx="2529">118723</cx:pt>
          <cx:pt idx="2530">118730</cx:pt>
          <cx:pt idx="2531">118819</cx:pt>
          <cx:pt idx="2532">118840</cx:pt>
          <cx:pt idx="2533">118856</cx:pt>
          <cx:pt idx="2534">118916</cx:pt>
          <cx:pt idx="2535">118986</cx:pt>
          <cx:pt idx="2536">119012</cx:pt>
          <cx:pt idx="2537">119043</cx:pt>
          <cx:pt idx="2538">119068</cx:pt>
          <cx:pt idx="2539">119106</cx:pt>
          <cx:pt idx="2540">119152</cx:pt>
          <cx:pt idx="2541">119168</cx:pt>
          <cx:pt idx="2542">119176</cx:pt>
          <cx:pt idx="2543">119176</cx:pt>
          <cx:pt idx="2544">119187</cx:pt>
          <cx:pt idx="2545">119190</cx:pt>
          <cx:pt idx="2546">119207</cx:pt>
          <cx:pt idx="2547">119207</cx:pt>
          <cx:pt idx="2548">119233</cx:pt>
          <cx:pt idx="2549">119242</cx:pt>
          <cx:pt idx="2550">119322</cx:pt>
          <cx:pt idx="2551">119333</cx:pt>
          <cx:pt idx="2552">119338</cx:pt>
          <cx:pt idx="2553">119341</cx:pt>
          <cx:pt idx="2554">119364</cx:pt>
          <cx:pt idx="2555">119377</cx:pt>
          <cx:pt idx="2556">119396</cx:pt>
          <cx:pt idx="2557">119454</cx:pt>
          <cx:pt idx="2558">119454</cx:pt>
          <cx:pt idx="2559">119457</cx:pt>
          <cx:pt idx="2560">119472</cx:pt>
          <cx:pt idx="2561">119500</cx:pt>
          <cx:pt idx="2562">119533</cx:pt>
          <cx:pt idx="2563">119594</cx:pt>
          <cx:pt idx="2564">119609</cx:pt>
          <cx:pt idx="2565">119651</cx:pt>
          <cx:pt idx="2566">119657</cx:pt>
          <cx:pt idx="2567">119673</cx:pt>
          <cx:pt idx="2568">119690</cx:pt>
          <cx:pt idx="2569">119708</cx:pt>
          <cx:pt idx="2570">119821</cx:pt>
          <cx:pt idx="2571">119824</cx:pt>
          <cx:pt idx="2572">119826</cx:pt>
          <cx:pt idx="2573">119839</cx:pt>
          <cx:pt idx="2574">119890</cx:pt>
          <cx:pt idx="2575">119895</cx:pt>
          <cx:pt idx="2576">119946</cx:pt>
          <cx:pt idx="2577">119974</cx:pt>
          <cx:pt idx="2578">119986</cx:pt>
          <cx:pt idx="2579">119998</cx:pt>
          <cx:pt idx="2580">120000</cx:pt>
          <cx:pt idx="2581">120000</cx:pt>
          <cx:pt idx="2582">120000</cx:pt>
          <cx:pt idx="2583">120000</cx:pt>
          <cx:pt idx="2584">120000</cx:pt>
          <cx:pt idx="2585">120000</cx:pt>
          <cx:pt idx="2586">120000</cx:pt>
          <cx:pt idx="2587">120000</cx:pt>
          <cx:pt idx="2588">120000</cx:pt>
          <cx:pt idx="2589">120000</cx:pt>
          <cx:pt idx="2590">120000</cx:pt>
          <cx:pt idx="2591">120000</cx:pt>
          <cx:pt idx="2592">120000</cx:pt>
          <cx:pt idx="2593">120000</cx:pt>
          <cx:pt idx="2594">120000</cx:pt>
          <cx:pt idx="2595">120000</cx:pt>
          <cx:pt idx="2596">120000</cx:pt>
          <cx:pt idx="2597">120009</cx:pt>
          <cx:pt idx="2598">120015</cx:pt>
          <cx:pt idx="2599">120025</cx:pt>
          <cx:pt idx="2600">120026</cx:pt>
          <cx:pt idx="2601">120044</cx:pt>
          <cx:pt idx="2602">120052</cx:pt>
          <cx:pt idx="2603">120057</cx:pt>
          <cx:pt idx="2604">120057</cx:pt>
          <cx:pt idx="2605">120059</cx:pt>
          <cx:pt idx="2606">120092</cx:pt>
          <cx:pt idx="2607">120096</cx:pt>
          <cx:pt idx="2608">120125</cx:pt>
          <cx:pt idx="2609">120132</cx:pt>
          <cx:pt idx="2610">120149</cx:pt>
          <cx:pt idx="2611">120152</cx:pt>
          <cx:pt idx="2612">120163</cx:pt>
          <cx:pt idx="2613">120194</cx:pt>
          <cx:pt idx="2614">120200</cx:pt>
          <cx:pt idx="2615">120275</cx:pt>
          <cx:pt idx="2616">120275</cx:pt>
          <cx:pt idx="2617">120312</cx:pt>
          <cx:pt idx="2618">120316</cx:pt>
          <cx:pt idx="2619">120391</cx:pt>
          <cx:pt idx="2620">120400</cx:pt>
          <cx:pt idx="2621">120433</cx:pt>
          <cx:pt idx="2622">120488</cx:pt>
          <cx:pt idx="2623">120573</cx:pt>
          <cx:pt idx="2624">120636</cx:pt>
          <cx:pt idx="2625">120657</cx:pt>
          <cx:pt idx="2626">120694</cx:pt>
          <cx:pt idx="2627">120718</cx:pt>
          <cx:pt idx="2628">120742</cx:pt>
          <cx:pt idx="2629">120815</cx:pt>
          <cx:pt idx="2630">120833</cx:pt>
          <cx:pt idx="2631">120853</cx:pt>
          <cx:pt idx="2632">120892</cx:pt>
          <cx:pt idx="2633">120902</cx:pt>
          <cx:pt idx="2634">120932</cx:pt>
          <cx:pt idx="2635">121000</cx:pt>
          <cx:pt idx="2636">121000</cx:pt>
          <cx:pt idx="2637">121062</cx:pt>
          <cx:pt idx="2638">121093</cx:pt>
          <cx:pt idx="2639">121138</cx:pt>
          <cx:pt idx="2640">121183</cx:pt>
          <cx:pt idx="2641">121190</cx:pt>
          <cx:pt idx="2642">121196</cx:pt>
          <cx:pt idx="2643">121250</cx:pt>
          <cx:pt idx="2644">121264</cx:pt>
          <cx:pt idx="2645">121326</cx:pt>
          <cx:pt idx="2646">121356</cx:pt>
          <cx:pt idx="2647">121372</cx:pt>
          <cx:pt idx="2648">121383</cx:pt>
          <cx:pt idx="2649">121416</cx:pt>
          <cx:pt idx="2650">121416</cx:pt>
          <cx:pt idx="2651">121435</cx:pt>
          <cx:pt idx="2652">121475</cx:pt>
          <cx:pt idx="2653">121583</cx:pt>
          <cx:pt idx="2654">121611</cx:pt>
          <cx:pt idx="2655">121611</cx:pt>
          <cx:pt idx="2656">121611</cx:pt>
          <cx:pt idx="2657">121625</cx:pt>
          <cx:pt idx="2658">121640</cx:pt>
          <cx:pt idx="2659">121649</cx:pt>
          <cx:pt idx="2660">121663</cx:pt>
          <cx:pt idx="2661">121666</cx:pt>
          <cx:pt idx="2662">121668</cx:pt>
          <cx:pt idx="2663">121698</cx:pt>
          <cx:pt idx="2664">121723</cx:pt>
          <cx:pt idx="2665">121771</cx:pt>
          <cx:pt idx="2666">121828</cx:pt>
          <cx:pt idx="2667">121840</cx:pt>
          <cx:pt idx="2668">121848</cx:pt>
          <cx:pt idx="2669">121848</cx:pt>
          <cx:pt idx="2670">121861</cx:pt>
          <cx:pt idx="2671">121871</cx:pt>
          <cx:pt idx="2672">121873</cx:pt>
          <cx:pt idx="2673">122032</cx:pt>
          <cx:pt idx="2674">122043</cx:pt>
          <cx:pt idx="2675">122058</cx:pt>
          <cx:pt idx="2676">122091</cx:pt>
          <cx:pt idx="2677">122154</cx:pt>
          <cx:pt idx="2678">122166</cx:pt>
          <cx:pt idx="2679">122190</cx:pt>
          <cx:pt idx="2680">122193</cx:pt>
          <cx:pt idx="2681">122219</cx:pt>
          <cx:pt idx="2682">122290</cx:pt>
          <cx:pt idx="2683">122306</cx:pt>
          <cx:pt idx="2684">122313</cx:pt>
          <cx:pt idx="2685">122333</cx:pt>
          <cx:pt idx="2686">122345</cx:pt>
          <cx:pt idx="2687">122366</cx:pt>
          <cx:pt idx="2688">122372</cx:pt>
          <cx:pt idx="2689">122407</cx:pt>
          <cx:pt idx="2690">122433</cx:pt>
          <cx:pt idx="2691">122444</cx:pt>
          <cx:pt idx="2692">122460</cx:pt>
          <cx:pt idx="2693">122484</cx:pt>
          <cx:pt idx="2694">122489</cx:pt>
          <cx:pt idx="2695">122489</cx:pt>
          <cx:pt idx="2696">122500</cx:pt>
          <cx:pt idx="2697">122523</cx:pt>
          <cx:pt idx="2698">122550</cx:pt>
          <cx:pt idx="2699">122611</cx:pt>
          <cx:pt idx="2700">122628</cx:pt>
          <cx:pt idx="2701">122667</cx:pt>
          <cx:pt idx="2702">122667</cx:pt>
          <cx:pt idx="2703">122675</cx:pt>
          <cx:pt idx="2704">122693</cx:pt>
          <cx:pt idx="2705">122701</cx:pt>
          <cx:pt idx="2706">122717</cx:pt>
          <cx:pt idx="2707">122758</cx:pt>
          <cx:pt idx="2708">122847</cx:pt>
          <cx:pt idx="2709">122867</cx:pt>
          <cx:pt idx="2710">122912</cx:pt>
          <cx:pt idx="2711">122921</cx:pt>
          <cx:pt idx="2712">122969</cx:pt>
          <cx:pt idx="2713">122969</cx:pt>
          <cx:pt idx="2714">122971</cx:pt>
          <cx:pt idx="2715">123000</cx:pt>
          <cx:pt idx="2716">123030</cx:pt>
          <cx:pt idx="2717">123037</cx:pt>
          <cx:pt idx="2718">123053</cx:pt>
          <cx:pt idx="2719">123111</cx:pt>
          <cx:pt idx="2720">123140</cx:pt>
          <cx:pt idx="2721">123148</cx:pt>
          <cx:pt idx="2722">123172</cx:pt>
          <cx:pt idx="2723">123315</cx:pt>
          <cx:pt idx="2724">123315</cx:pt>
          <cx:pt idx="2725">123315</cx:pt>
          <cx:pt idx="2726">123315</cx:pt>
          <cx:pt idx="2727">123315</cx:pt>
          <cx:pt idx="2728">123315</cx:pt>
          <cx:pt idx="2729">123315</cx:pt>
          <cx:pt idx="2730">123316</cx:pt>
          <cx:pt idx="2731">123316</cx:pt>
          <cx:pt idx="2732">123317</cx:pt>
          <cx:pt idx="2733">123325</cx:pt>
          <cx:pt idx="2734">123333</cx:pt>
          <cx:pt idx="2735">123333</cx:pt>
          <cx:pt idx="2736">123340</cx:pt>
          <cx:pt idx="2737">123340</cx:pt>
          <cx:pt idx="2738">123340</cx:pt>
          <cx:pt idx="2739">123340</cx:pt>
          <cx:pt idx="2740">123340</cx:pt>
          <cx:pt idx="2741">123340</cx:pt>
          <cx:pt idx="2742">123369</cx:pt>
          <cx:pt idx="2743">123400</cx:pt>
          <cx:pt idx="2744">123402</cx:pt>
          <cx:pt idx="2745">123418</cx:pt>
          <cx:pt idx="2746">123474</cx:pt>
          <cx:pt idx="2747">123484</cx:pt>
          <cx:pt idx="2748">123549</cx:pt>
          <cx:pt idx="2749">123552</cx:pt>
          <cx:pt idx="2750">123587</cx:pt>
          <cx:pt idx="2751">123623</cx:pt>
          <cx:pt idx="2752">123690</cx:pt>
          <cx:pt idx="2753">123706</cx:pt>
          <cx:pt idx="2754">123709</cx:pt>
          <cx:pt idx="2755">123722</cx:pt>
          <cx:pt idx="2756">123793</cx:pt>
          <cx:pt idx="2757">123803</cx:pt>
          <cx:pt idx="2758">123807</cx:pt>
          <cx:pt idx="2759">123814</cx:pt>
          <cx:pt idx="2760">123836</cx:pt>
          <cx:pt idx="2761">123891</cx:pt>
          <cx:pt idx="2762">123935</cx:pt>
          <cx:pt idx="2763">123941</cx:pt>
          <cx:pt idx="2764">123971</cx:pt>
          <cx:pt idx="2765">123990</cx:pt>
          <cx:pt idx="2766">124007</cx:pt>
          <cx:pt idx="2767">124007</cx:pt>
          <cx:pt idx="2768">124033</cx:pt>
          <cx:pt idx="2769">124061</cx:pt>
          <cx:pt idx="2770">124062</cx:pt>
          <cx:pt idx="2771">124072</cx:pt>
          <cx:pt idx="2772">124083</cx:pt>
          <cx:pt idx="2773">124096</cx:pt>
          <cx:pt idx="2774">124203</cx:pt>
          <cx:pt idx="2775">124343</cx:pt>
          <cx:pt idx="2776">124350</cx:pt>
          <cx:pt idx="2777">124363</cx:pt>
          <cx:pt idx="2778">124363</cx:pt>
          <cx:pt idx="2779">124394</cx:pt>
          <cx:pt idx="2780">124408</cx:pt>
          <cx:pt idx="2781">124551</cx:pt>
          <cx:pt idx="2782">124574</cx:pt>
          <cx:pt idx="2783">124614</cx:pt>
          <cx:pt idx="2784">124675</cx:pt>
          <cx:pt idx="2785">124681</cx:pt>
          <cx:pt idx="2786">124792</cx:pt>
          <cx:pt idx="2787">124792</cx:pt>
          <cx:pt idx="2788">124792</cx:pt>
          <cx:pt idx="2789">124792</cx:pt>
          <cx:pt idx="2790">124832</cx:pt>
          <cx:pt idx="2791">124856</cx:pt>
          <cx:pt idx="2792">124896</cx:pt>
          <cx:pt idx="2793">124988</cx:pt>
          <cx:pt idx="2794">125000</cx:pt>
          <cx:pt idx="2795">125000</cx:pt>
          <cx:pt idx="2796">125000</cx:pt>
          <cx:pt idx="2797">125000</cx:pt>
          <cx:pt idx="2798">125000</cx:pt>
          <cx:pt idx="2799">125000</cx:pt>
          <cx:pt idx="2800">125000</cx:pt>
          <cx:pt idx="2801">125000</cx:pt>
          <cx:pt idx="2802">125000</cx:pt>
          <cx:pt idx="2803">125000</cx:pt>
          <cx:pt idx="2804">125000</cx:pt>
          <cx:pt idx="2805">125000</cx:pt>
          <cx:pt idx="2806">125000</cx:pt>
          <cx:pt idx="2807">125000</cx:pt>
          <cx:pt idx="2808">125016</cx:pt>
          <cx:pt idx="2809">125063</cx:pt>
          <cx:pt idx="2810">125068</cx:pt>
          <cx:pt idx="2811">125099</cx:pt>
          <cx:pt idx="2812">125144</cx:pt>
          <cx:pt idx="2813">125149</cx:pt>
          <cx:pt idx="2814">125149</cx:pt>
          <cx:pt idx="2815">125149</cx:pt>
          <cx:pt idx="2816">125166</cx:pt>
          <cx:pt idx="2817">125176</cx:pt>
          <cx:pt idx="2818">125180</cx:pt>
          <cx:pt idx="2819">125181</cx:pt>
          <cx:pt idx="2820">125208</cx:pt>
          <cx:pt idx="2821">125208</cx:pt>
          <cx:pt idx="2822">125208</cx:pt>
          <cx:pt idx="2823">125208</cx:pt>
          <cx:pt idx="2824">125208</cx:pt>
          <cx:pt idx="2825">125208</cx:pt>
          <cx:pt idx="2826">125208</cx:pt>
          <cx:pt idx="2827">125208</cx:pt>
          <cx:pt idx="2828">125208</cx:pt>
          <cx:pt idx="2829">125215</cx:pt>
          <cx:pt idx="2830">125215</cx:pt>
          <cx:pt idx="2831">125265</cx:pt>
          <cx:pt idx="2832">125293</cx:pt>
          <cx:pt idx="2833">125293</cx:pt>
          <cx:pt idx="2834">125293</cx:pt>
          <cx:pt idx="2835">125293</cx:pt>
          <cx:pt idx="2836">125293</cx:pt>
          <cx:pt idx="2837">125293</cx:pt>
          <cx:pt idx="2838">125293</cx:pt>
          <cx:pt idx="2839">125293</cx:pt>
          <cx:pt idx="2840">125293</cx:pt>
          <cx:pt idx="2841">125293</cx:pt>
          <cx:pt idx="2842">125293</cx:pt>
          <cx:pt idx="2843">125293</cx:pt>
          <cx:pt idx="2844">125308</cx:pt>
          <cx:pt idx="2845">125334</cx:pt>
          <cx:pt idx="2846">125340</cx:pt>
          <cx:pt idx="2847">125343</cx:pt>
          <cx:pt idx="2848">125353</cx:pt>
          <cx:pt idx="2849">125382</cx:pt>
          <cx:pt idx="2850">125447</cx:pt>
          <cx:pt idx="2851">125454</cx:pt>
          <cx:pt idx="2852">125459</cx:pt>
          <cx:pt idx="2853">125463</cx:pt>
          <cx:pt idx="2854">125470</cx:pt>
          <cx:pt idx="2855">125484</cx:pt>
          <cx:pt idx="2856">125500</cx:pt>
          <cx:pt idx="2857">125500</cx:pt>
          <cx:pt idx="2858">125523</cx:pt>
          <cx:pt idx="2859">125600</cx:pt>
          <cx:pt idx="2860">125696</cx:pt>
          <cx:pt idx="2861">125702</cx:pt>
          <cx:pt idx="2862">125800</cx:pt>
          <cx:pt idx="2863">125833</cx:pt>
          <cx:pt idx="2864">125850</cx:pt>
          <cx:pt idx="2865">125876</cx:pt>
          <cx:pt idx="2866">125967</cx:pt>
          <cx:pt idx="2867">125976</cx:pt>
          <cx:pt idx="2868">126000</cx:pt>
          <cx:pt idx="2869">126018</cx:pt>
          <cx:pt idx="2870">126020</cx:pt>
          <cx:pt idx="2871">126033</cx:pt>
          <cx:pt idx="2872">126044</cx:pt>
          <cx:pt idx="2873">126051</cx:pt>
          <cx:pt idx="2874">126083</cx:pt>
          <cx:pt idx="2875">126172</cx:pt>
          <cx:pt idx="2876">126187</cx:pt>
          <cx:pt idx="2877">126224</cx:pt>
          <cx:pt idx="2878">126233</cx:pt>
          <cx:pt idx="2879">126280</cx:pt>
          <cx:pt idx="2880">126290</cx:pt>
          <cx:pt idx="2881">126327</cx:pt>
          <cx:pt idx="2882">126333</cx:pt>
          <cx:pt idx="2883">126345</cx:pt>
          <cx:pt idx="2884">126345</cx:pt>
          <cx:pt idx="2885">126378</cx:pt>
          <cx:pt idx="2886">126419</cx:pt>
          <cx:pt idx="2887">126445</cx:pt>
          <cx:pt idx="2888">126500</cx:pt>
          <cx:pt idx="2889">126504</cx:pt>
          <cx:pt idx="2890">126562</cx:pt>
          <cx:pt idx="2891">126606</cx:pt>
          <cx:pt idx="2892">126606</cx:pt>
          <cx:pt idx="2893">126620</cx:pt>
          <cx:pt idx="2894">126666</cx:pt>
          <cx:pt idx="2895">126666</cx:pt>
          <cx:pt idx="2896">126666</cx:pt>
          <cx:pt idx="2897">126666</cx:pt>
          <cx:pt idx="2898">126666</cx:pt>
          <cx:pt idx="2899">126666</cx:pt>
          <cx:pt idx="2900">126666</cx:pt>
          <cx:pt idx="2901">126668</cx:pt>
          <cx:pt idx="2902">126669</cx:pt>
          <cx:pt idx="2903">126676</cx:pt>
          <cx:pt idx="2904">126676</cx:pt>
          <cx:pt idx="2905">126715</cx:pt>
          <cx:pt idx="2906">126745</cx:pt>
          <cx:pt idx="2907">126756</cx:pt>
          <cx:pt idx="2908">126762</cx:pt>
          <cx:pt idx="2909">126778</cx:pt>
          <cx:pt idx="2910">126791</cx:pt>
          <cx:pt idx="2911">126806</cx:pt>
          <cx:pt idx="2912">126921</cx:pt>
          <cx:pt idx="2913">126956</cx:pt>
          <cx:pt idx="2914">126999</cx:pt>
          <cx:pt idx="2915">126999</cx:pt>
          <cx:pt idx="2916">126999</cx:pt>
          <cx:pt idx="2917">126999</cx:pt>
          <cx:pt idx="2918">126999</cx:pt>
          <cx:pt idx="2919">126999</cx:pt>
          <cx:pt idx="2920">127007</cx:pt>
          <cx:pt idx="2921">127008</cx:pt>
          <cx:pt idx="2922">127067</cx:pt>
          <cx:pt idx="2923">127100</cx:pt>
          <cx:pt idx="2924">127102</cx:pt>
          <cx:pt idx="2925">127124</cx:pt>
          <cx:pt idx="2926">127130</cx:pt>
          <cx:pt idx="2927">127153</cx:pt>
          <cx:pt idx="2928">127199</cx:pt>
          <cx:pt idx="2929">127199</cx:pt>
          <cx:pt idx="2930">127218</cx:pt>
          <cx:pt idx="2931">127255</cx:pt>
          <cx:pt idx="2932">127259</cx:pt>
          <cx:pt idx="2933">127264</cx:pt>
          <cx:pt idx="2934">127280</cx:pt>
          <cx:pt idx="2935">127288</cx:pt>
          <cx:pt idx="2936">127357</cx:pt>
          <cx:pt idx="2937">127386</cx:pt>
          <cx:pt idx="2938">127392</cx:pt>
          <cx:pt idx="2939">127392</cx:pt>
          <cx:pt idx="2940">127392</cx:pt>
          <cx:pt idx="2941">127392</cx:pt>
          <cx:pt idx="2942">127392</cx:pt>
          <cx:pt idx="2943">127392</cx:pt>
          <cx:pt idx="2944">127420</cx:pt>
          <cx:pt idx="2945">127451</cx:pt>
          <cx:pt idx="2946">127465</cx:pt>
          <cx:pt idx="2947">127521</cx:pt>
          <cx:pt idx="2948">127532</cx:pt>
          <cx:pt idx="2949">127549</cx:pt>
          <cx:pt idx="2950">127558</cx:pt>
          <cx:pt idx="2951">127579</cx:pt>
          <cx:pt idx="2952">127653</cx:pt>
          <cx:pt idx="2953">127690</cx:pt>
          <cx:pt idx="2954">127705</cx:pt>
          <cx:pt idx="2955">127715</cx:pt>
          <cx:pt idx="2956">127749</cx:pt>
          <cx:pt idx="2957">127757</cx:pt>
          <cx:pt idx="2958">127774</cx:pt>
          <cx:pt idx="2959">127776</cx:pt>
          <cx:pt idx="2960">127927</cx:pt>
          <cx:pt idx="2961">127985</cx:pt>
          <cx:pt idx="2962">128007</cx:pt>
          <cx:pt idx="2963">128065</cx:pt>
          <cx:pt idx="2964">128065</cx:pt>
          <cx:pt idx="2965">128065</cx:pt>
          <cx:pt idx="2966">128116</cx:pt>
          <cx:pt idx="2967">128139</cx:pt>
          <cx:pt idx="2968">128150</cx:pt>
          <cx:pt idx="2969">128311</cx:pt>
          <cx:pt idx="2970">128317</cx:pt>
          <cx:pt idx="2971">128350</cx:pt>
          <cx:pt idx="2972">128387</cx:pt>
          <cx:pt idx="2973">128460</cx:pt>
          <cx:pt idx="2974">128490</cx:pt>
          <cx:pt idx="2975">128490</cx:pt>
          <cx:pt idx="2976">128571</cx:pt>
          <cx:pt idx="2977">128571</cx:pt>
          <cx:pt idx="2978">128571</cx:pt>
          <cx:pt idx="2979">128666</cx:pt>
          <cx:pt idx="2980">128666</cx:pt>
          <cx:pt idx="2981">128691</cx:pt>
          <cx:pt idx="2982">128715</cx:pt>
          <cx:pt idx="2983">128776</cx:pt>
          <cx:pt idx="2984">128851</cx:pt>
          <cx:pt idx="2985">128887</cx:pt>
          <cx:pt idx="2986">128927</cx:pt>
          <cx:pt idx="2987">128932</cx:pt>
          <cx:pt idx="2988">128940</cx:pt>
          <cx:pt idx="2989">128953</cx:pt>
          <cx:pt idx="2990">129007</cx:pt>
          <cx:pt idx="2991">129050</cx:pt>
          <cx:pt idx="2992">129057</cx:pt>
          <cx:pt idx="2993">129076</cx:pt>
          <cx:pt idx="2994">129164</cx:pt>
          <cx:pt idx="2995">129175</cx:pt>
          <cx:pt idx="2996">129217</cx:pt>
          <cx:pt idx="2997">129262</cx:pt>
          <cx:pt idx="2998">129283</cx:pt>
          <cx:pt idx="2999">129316</cx:pt>
          <cx:pt idx="3000">129320</cx:pt>
          <cx:pt idx="3001">129333</cx:pt>
          <cx:pt idx="3002">129393</cx:pt>
          <cx:pt idx="3003">129484</cx:pt>
          <cx:pt idx="3004">129516</cx:pt>
          <cx:pt idx="3005">129546</cx:pt>
          <cx:pt idx="3006">129548</cx:pt>
          <cx:pt idx="3007">129549</cx:pt>
          <cx:pt idx="3008">129640</cx:pt>
          <cx:pt idx="3009">129722</cx:pt>
          <cx:pt idx="3010">129734</cx:pt>
          <cx:pt idx="3011">129740</cx:pt>
          <cx:pt idx="3012">129782</cx:pt>
          <cx:pt idx="3013">129849</cx:pt>
          <cx:pt idx="3014">129850</cx:pt>
          <cx:pt idx="3015">129885</cx:pt>
          <cx:pt idx="3016">129924</cx:pt>
          <cx:pt idx="3017">129925</cx:pt>
          <cx:pt idx="3018">129941</cx:pt>
          <cx:pt idx="3019">129972</cx:pt>
          <cx:pt idx="3020">129983</cx:pt>
          <cx:pt idx="3021">129988</cx:pt>
          <cx:pt idx="3022">129998</cx:pt>
          <cx:pt idx="3023">130000</cx:pt>
          <cx:pt idx="3024">130002</cx:pt>
          <cx:pt idx="3025">130005</cx:pt>
          <cx:pt idx="3026">130011</cx:pt>
          <cx:pt idx="3027">130023</cx:pt>
          <cx:pt idx="3028">130025</cx:pt>
          <cx:pt idx="3029">130031</cx:pt>
          <cx:pt idx="3030">130053</cx:pt>
          <cx:pt idx="3031">130099</cx:pt>
          <cx:pt idx="3032">130099</cx:pt>
          <cx:pt idx="3033">130115</cx:pt>
          <cx:pt idx="3034">130156</cx:pt>
          <cx:pt idx="3035">130222</cx:pt>
          <cx:pt idx="3036">130232</cx:pt>
          <cx:pt idx="3037">130271</cx:pt>
          <cx:pt idx="3038">130298</cx:pt>
          <cx:pt idx="3039">130309</cx:pt>
          <cx:pt idx="3040">130330</cx:pt>
          <cx:pt idx="3041">130339</cx:pt>
          <cx:pt idx="3042">130374</cx:pt>
          <cx:pt idx="3043">130390</cx:pt>
          <cx:pt idx="3044">130430</cx:pt>
          <cx:pt idx="3045">130434</cx:pt>
          <cx:pt idx="3046">130436</cx:pt>
          <cx:pt idx="3047">130437</cx:pt>
          <cx:pt idx="3048">130467</cx:pt>
          <cx:pt idx="3049">130477</cx:pt>
          <cx:pt idx="3050">130477</cx:pt>
          <cx:pt idx="3051">130569</cx:pt>
          <cx:pt idx="3052">130571</cx:pt>
          <cx:pt idx="3053">130580</cx:pt>
          <cx:pt idx="3054">130589</cx:pt>
          <cx:pt idx="3055">130624</cx:pt>
          <cx:pt idx="3056">130645</cx:pt>
          <cx:pt idx="3057">130805</cx:pt>
          <cx:pt idx="3058">130857</cx:pt>
          <cx:pt idx="3059">130873</cx:pt>
          <cx:pt idx="3060">131000</cx:pt>
          <cx:pt idx="3061">131154</cx:pt>
          <cx:pt idx="3062">131166</cx:pt>
          <cx:pt idx="3063">131201</cx:pt>
          <cx:pt idx="3064">131340</cx:pt>
          <cx:pt idx="3065">131384</cx:pt>
          <cx:pt idx="3066">131555</cx:pt>
          <cx:pt idx="3067">131595</cx:pt>
          <cx:pt idx="3068">131625</cx:pt>
          <cx:pt idx="3069">131661</cx:pt>
          <cx:pt idx="3070">131661</cx:pt>
          <cx:pt idx="3071">131663</cx:pt>
          <cx:pt idx="3072">131803</cx:pt>
          <cx:pt idx="3073">131929</cx:pt>
          <cx:pt idx="3074">132000</cx:pt>
          <cx:pt idx="3075">132067</cx:pt>
          <cx:pt idx="3076">132072</cx:pt>
          <cx:pt idx="3077">132150</cx:pt>
          <cx:pt idx="3078">132207</cx:pt>
          <cx:pt idx="3079">132262</cx:pt>
          <cx:pt idx="3080">132305</cx:pt>
          <cx:pt idx="3081">132333</cx:pt>
          <cx:pt idx="3082">132336</cx:pt>
          <cx:pt idx="3083">132377</cx:pt>
          <cx:pt idx="3084">132377</cx:pt>
          <cx:pt idx="3085">132377</cx:pt>
          <cx:pt idx="3086">132377</cx:pt>
          <cx:pt idx="3087">132450</cx:pt>
          <cx:pt idx="3088">132450</cx:pt>
          <cx:pt idx="3089">132482</cx:pt>
          <cx:pt idx="3090">132500</cx:pt>
          <cx:pt idx="3091">132552</cx:pt>
          <cx:pt idx="3092">132579</cx:pt>
          <cx:pt idx="3093">132580</cx:pt>
          <cx:pt idx="3094">132588</cx:pt>
          <cx:pt idx="3095">132639</cx:pt>
          <cx:pt idx="3096">132663</cx:pt>
          <cx:pt idx="3097">132747</cx:pt>
          <cx:pt idx="3098">132791</cx:pt>
          <cx:pt idx="3099">132808</cx:pt>
          <cx:pt idx="3100">132818</cx:pt>
          <cx:pt idx="3101">132825</cx:pt>
          <cx:pt idx="3102">132840</cx:pt>
          <cx:pt idx="3103">132860</cx:pt>
          <cx:pt idx="3104">132873</cx:pt>
          <cx:pt idx="3105">132920</cx:pt>
          <cx:pt idx="3106">132923</cx:pt>
          <cx:pt idx="3107">132950</cx:pt>
          <cx:pt idx="3108">132966</cx:pt>
          <cx:pt idx="3109">132968</cx:pt>
          <cx:pt idx="3110">132997</cx:pt>
          <cx:pt idx="3111">133028</cx:pt>
          <cx:pt idx="3112">133057</cx:pt>
          <cx:pt idx="3113">133063</cx:pt>
          <cx:pt idx="3114">133121</cx:pt>
          <cx:pt idx="3115">133143</cx:pt>
          <cx:pt idx="3116">133156</cx:pt>
          <cx:pt idx="3117">133224</cx:pt>
          <cx:pt idx="3118">133224</cx:pt>
          <cx:pt idx="3119">133247</cx:pt>
          <cx:pt idx="3120">133292</cx:pt>
          <cx:pt idx="3121">133300</cx:pt>
          <cx:pt idx="3122">133303</cx:pt>
          <cx:pt idx="3123">133305</cx:pt>
          <cx:pt idx="3124">133316</cx:pt>
          <cx:pt idx="3125">133316</cx:pt>
          <cx:pt idx="3126">133325</cx:pt>
          <cx:pt idx="3127">133325</cx:pt>
          <cx:pt idx="3128">133325</cx:pt>
          <cx:pt idx="3129">133325</cx:pt>
          <cx:pt idx="3130">133325</cx:pt>
          <cx:pt idx="3131">133325</cx:pt>
          <cx:pt idx="3132">133333</cx:pt>
          <cx:pt idx="3133">133333</cx:pt>
          <cx:pt idx="3134">133333</cx:pt>
          <cx:pt idx="3135">133333</cx:pt>
          <cx:pt idx="3136">133340</cx:pt>
          <cx:pt idx="3137">133414</cx:pt>
          <cx:pt idx="3138">133450</cx:pt>
          <cx:pt idx="3139">133471</cx:pt>
          <cx:pt idx="3140">133503</cx:pt>
          <cx:pt idx="3141">133503</cx:pt>
          <cx:pt idx="3142">133533</cx:pt>
          <cx:pt idx="3143">133552</cx:pt>
          <cx:pt idx="3144">133570</cx:pt>
          <cx:pt idx="3145">133590</cx:pt>
          <cx:pt idx="3146">133637</cx:pt>
          <cx:pt idx="3147">133651</cx:pt>
          <cx:pt idx="3148">133654</cx:pt>
          <cx:pt idx="3149">133655</cx:pt>
          <cx:pt idx="3150">133669</cx:pt>
          <cx:pt idx="3151">133783</cx:pt>
          <cx:pt idx="3152">133798</cx:pt>
          <cx:pt idx="3153">133830</cx:pt>
          <cx:pt idx="3154">133987</cx:pt>
          <cx:pt idx="3155">133987</cx:pt>
          <cx:pt idx="3156">133989</cx:pt>
          <cx:pt idx="3157">134006</cx:pt>
          <cx:pt idx="3158">134044</cx:pt>
          <cx:pt idx="3159">134120</cx:pt>
          <cx:pt idx="3160">134136</cx:pt>
          <cx:pt idx="3161">134149</cx:pt>
          <cx:pt idx="3162">134175</cx:pt>
          <cx:pt idx="3163">134175</cx:pt>
          <cx:pt idx="3164">134190</cx:pt>
          <cx:pt idx="3165">134204</cx:pt>
          <cx:pt idx="3166">134230</cx:pt>
          <cx:pt idx="3167">134250</cx:pt>
          <cx:pt idx="3168">134250</cx:pt>
          <cx:pt idx="3169">134262</cx:pt>
          <cx:pt idx="3170">134303</cx:pt>
          <cx:pt idx="3171">134328</cx:pt>
          <cx:pt idx="3172">134379</cx:pt>
          <cx:pt idx="3173">134382</cx:pt>
          <cx:pt idx="3174">134464</cx:pt>
          <cx:pt idx="3175">134511</cx:pt>
          <cx:pt idx="3176">134575</cx:pt>
          <cx:pt idx="3177">134643</cx:pt>
          <cx:pt idx="3178">134675</cx:pt>
          <cx:pt idx="3179">134707</cx:pt>
          <cx:pt idx="3180">134805</cx:pt>
          <cx:pt idx="3181">134879</cx:pt>
          <cx:pt idx="3182">134932</cx:pt>
          <cx:pt idx="3183">134985</cx:pt>
          <cx:pt idx="3184">134994</cx:pt>
          <cx:pt idx="3185">135000</cx:pt>
          <cx:pt idx="3186">135000</cx:pt>
          <cx:pt idx="3187">135000</cx:pt>
          <cx:pt idx="3188">135000</cx:pt>
          <cx:pt idx="3189">135000</cx:pt>
          <cx:pt idx="3190">135000</cx:pt>
          <cx:pt idx="3191">135000</cx:pt>
          <cx:pt idx="3192">135000</cx:pt>
          <cx:pt idx="3193">135000</cx:pt>
          <cx:pt idx="3194">135000</cx:pt>
          <cx:pt idx="3195">135000</cx:pt>
          <cx:pt idx="3196">135000</cx:pt>
          <cx:pt idx="3197">135000</cx:pt>
          <cx:pt idx="3198">135000</cx:pt>
          <cx:pt idx="3199">135000</cx:pt>
          <cx:pt idx="3200">135066</cx:pt>
          <cx:pt idx="3201">135096</cx:pt>
          <cx:pt idx="3202">135116</cx:pt>
          <cx:pt idx="3203">135217</cx:pt>
          <cx:pt idx="3204">135281</cx:pt>
          <cx:pt idx="3205">135333</cx:pt>
          <cx:pt idx="3206">135421</cx:pt>
          <cx:pt idx="3207">135450</cx:pt>
          <cx:pt idx="3208">135452</cx:pt>
          <cx:pt idx="3209">135457</cx:pt>
          <cx:pt idx="3210">135487</cx:pt>
          <cx:pt idx="3211">135499</cx:pt>
          <cx:pt idx="3212">135514</cx:pt>
          <cx:pt idx="3213">135532</cx:pt>
          <cx:pt idx="3214">135598</cx:pt>
          <cx:pt idx="3215">135637</cx:pt>
          <cx:pt idx="3216">135666</cx:pt>
          <cx:pt idx="3217">135666</cx:pt>
          <cx:pt idx="3218">135666</cx:pt>
          <cx:pt idx="3219">135686</cx:pt>
          <cx:pt idx="3220">135721</cx:pt>
          <cx:pt idx="3221">135728</cx:pt>
          <cx:pt idx="3222">135763</cx:pt>
          <cx:pt idx="3223">135861</cx:pt>
          <cx:pt idx="3224">135866</cx:pt>
          <cx:pt idx="3225">135897</cx:pt>
          <cx:pt idx="3226">135930</cx:pt>
          <cx:pt idx="3227">135992</cx:pt>
          <cx:pt idx="3228">135994</cx:pt>
          <cx:pt idx="3229">136007</cx:pt>
          <cx:pt idx="3230">136007</cx:pt>
          <cx:pt idx="3231">136064</cx:pt>
          <cx:pt idx="3232">136066</cx:pt>
          <cx:pt idx="3233">136090</cx:pt>
          <cx:pt idx="3234">136100</cx:pt>
          <cx:pt idx="3235">136115</cx:pt>
          <cx:pt idx="3236">136166</cx:pt>
          <cx:pt idx="3237">136187</cx:pt>
          <cx:pt idx="3238">136203</cx:pt>
          <cx:pt idx="3239">136211</cx:pt>
          <cx:pt idx="3240">136227</cx:pt>
          <cx:pt idx="3241">136266</cx:pt>
          <cx:pt idx="3242">136283</cx:pt>
          <cx:pt idx="3243">136296</cx:pt>
          <cx:pt idx="3244">136323</cx:pt>
          <cx:pt idx="3245">136369</cx:pt>
          <cx:pt idx="3246">136427</cx:pt>
          <cx:pt idx="3247">136443</cx:pt>
          <cx:pt idx="3248">136450</cx:pt>
          <cx:pt idx="3249">136514</cx:pt>
          <cx:pt idx="3250">136514</cx:pt>
          <cx:pt idx="3251">136514</cx:pt>
          <cx:pt idx="3252">136514</cx:pt>
          <cx:pt idx="3253">136514</cx:pt>
          <cx:pt idx="3254">136514</cx:pt>
          <cx:pt idx="3255">136523</cx:pt>
          <cx:pt idx="3256">136537</cx:pt>
          <cx:pt idx="3257">136539</cx:pt>
          <cx:pt idx="3258">136577</cx:pt>
          <cx:pt idx="3259">136598</cx:pt>
          <cx:pt idx="3260">136600</cx:pt>
          <cx:pt idx="3261">136645</cx:pt>
          <cx:pt idx="3262">136658</cx:pt>
          <cx:pt idx="3263">136673</cx:pt>
          <cx:pt idx="3264">136675</cx:pt>
          <cx:pt idx="3265">136783</cx:pt>
          <cx:pt idx="3266">136804</cx:pt>
          <cx:pt idx="3267">136817</cx:pt>
          <cx:pt idx="3268">136903</cx:pt>
          <cx:pt idx="3269">136903</cx:pt>
          <cx:pt idx="3270">136958</cx:pt>
          <cx:pt idx="3271">137018</cx:pt>
          <cx:pt idx="3272">137023</cx:pt>
          <cx:pt idx="3273">137047</cx:pt>
          <cx:pt idx="3274">137077</cx:pt>
          <cx:pt idx="3275">137083</cx:pt>
          <cx:pt idx="3276">137233</cx:pt>
          <cx:pt idx="3277">137274</cx:pt>
          <cx:pt idx="3278">137274</cx:pt>
          <cx:pt idx="3279">137362</cx:pt>
          <cx:pt idx="3280">137379</cx:pt>
          <cx:pt idx="3281">137400</cx:pt>
          <cx:pt idx="3282">137404</cx:pt>
          <cx:pt idx="3283">137456</cx:pt>
          <cx:pt idx="3284">137540</cx:pt>
          <cx:pt idx="3285">137669</cx:pt>
          <cx:pt idx="3286">137739</cx:pt>
          <cx:pt idx="3287">137770</cx:pt>
          <cx:pt idx="3288">137770</cx:pt>
          <cx:pt idx="3289">137793</cx:pt>
          <cx:pt idx="3290">137888</cx:pt>
          <cx:pt idx="3291">137928</cx:pt>
          <cx:pt idx="3292">138016</cx:pt>
          <cx:pt idx="3293">138057</cx:pt>
          <cx:pt idx="3294">138102</cx:pt>
          <cx:pt idx="3295">138108</cx:pt>
          <cx:pt idx="3296">138108</cx:pt>
          <cx:pt idx="3297">138161</cx:pt>
          <cx:pt idx="3298">138225</cx:pt>
          <cx:pt idx="3299">138325</cx:pt>
          <cx:pt idx="3300">138393</cx:pt>
          <cx:pt idx="3301">138400</cx:pt>
          <cx:pt idx="3302">138425</cx:pt>
          <cx:pt idx="3303">138484</cx:pt>
          <cx:pt idx="3304">138523</cx:pt>
          <cx:pt idx="3305">138545</cx:pt>
          <cx:pt idx="3306">138583</cx:pt>
          <cx:pt idx="3307">138839</cx:pt>
          <cx:pt idx="3308">138883</cx:pt>
          <cx:pt idx="3309">138925</cx:pt>
          <cx:pt idx="3310">138949</cx:pt>
          <cx:pt idx="3311">138967</cx:pt>
          <cx:pt idx="3312">138971</cx:pt>
          <cx:pt idx="3313">139017</cx:pt>
          <cx:pt idx="3314">139021</cx:pt>
          <cx:pt idx="3315">139072</cx:pt>
          <cx:pt idx="3316">139113</cx:pt>
          <cx:pt idx="3317">139170</cx:pt>
          <cx:pt idx="3318">139224</cx:pt>
          <cx:pt idx="3319">139321</cx:pt>
          <cx:pt idx="3320">139329</cx:pt>
          <cx:pt idx="3321">139382</cx:pt>
          <cx:pt idx="3322">139392</cx:pt>
          <cx:pt idx="3323">139392</cx:pt>
          <cx:pt idx="3324">139423</cx:pt>
          <cx:pt idx="3325">139491</cx:pt>
          <cx:pt idx="3326">139536</cx:pt>
          <cx:pt idx="3327">139650</cx:pt>
          <cx:pt idx="3328">139663</cx:pt>
          <cx:pt idx="3329">139701</cx:pt>
          <cx:pt idx="3330">139859</cx:pt>
          <cx:pt idx="3331">139884</cx:pt>
          <cx:pt idx="3332">139910</cx:pt>
          <cx:pt idx="3333">139926</cx:pt>
          <cx:pt idx="3334">139927</cx:pt>
          <cx:pt idx="3335">139961</cx:pt>
          <cx:pt idx="3336">139996</cx:pt>
          <cx:pt idx="3337">139999</cx:pt>
          <cx:pt idx="3338">139999</cx:pt>
          <cx:pt idx="3339">140000</cx:pt>
          <cx:pt idx="3340">140000</cx:pt>
          <cx:pt idx="3341">140000</cx:pt>
          <cx:pt idx="3342">140003</cx:pt>
          <cx:pt idx="3343">140075</cx:pt>
          <cx:pt idx="3344">140100</cx:pt>
          <cx:pt idx="3345">140134</cx:pt>
          <cx:pt idx="3346">140176</cx:pt>
          <cx:pt idx="3347">140184</cx:pt>
          <cx:pt idx="3348">140211</cx:pt>
          <cx:pt idx="3349">140211</cx:pt>
          <cx:pt idx="3350">140223</cx:pt>
          <cx:pt idx="3351">140271</cx:pt>
          <cx:pt idx="3352">140320</cx:pt>
          <cx:pt idx="3353">140343</cx:pt>
          <cx:pt idx="3354">140358</cx:pt>
          <cx:pt idx="3355">140395</cx:pt>
          <cx:pt idx="3356">140443</cx:pt>
          <cx:pt idx="3357">140454</cx:pt>
          <cx:pt idx="3358">140569</cx:pt>
          <cx:pt idx="3359">140573</cx:pt>
          <cx:pt idx="3360">140602</cx:pt>
          <cx:pt idx="3361">140610</cx:pt>
          <cx:pt idx="3362">140625</cx:pt>
          <cx:pt idx="3363">140639</cx:pt>
          <cx:pt idx="3364">140645</cx:pt>
          <cx:pt idx="3365">140655</cx:pt>
          <cx:pt idx="3366">140677</cx:pt>
          <cx:pt idx="3367">140793</cx:pt>
          <cx:pt idx="3368">141017</cx:pt>
          <cx:pt idx="3369">141023</cx:pt>
          <cx:pt idx="3370">141025</cx:pt>
          <cx:pt idx="3371">141050</cx:pt>
          <cx:pt idx="3372">141050</cx:pt>
          <cx:pt idx="3373">141069</cx:pt>
          <cx:pt idx="3374">141074</cx:pt>
          <cx:pt idx="3375">141124</cx:pt>
          <cx:pt idx="3376">141184</cx:pt>
          <cx:pt idx="3377">141216</cx:pt>
          <cx:pt idx="3378">141314</cx:pt>
          <cx:pt idx="3379">141332</cx:pt>
          <cx:pt idx="3380">141333</cx:pt>
          <cx:pt idx="3381">141341</cx:pt>
          <cx:pt idx="3382">141424</cx:pt>
          <cx:pt idx="3383">141424</cx:pt>
          <cx:pt idx="3384">141432</cx:pt>
          <cx:pt idx="3385">141453</cx:pt>
          <cx:pt idx="3386">141472</cx:pt>
          <cx:pt idx="3387">141510</cx:pt>
          <cx:pt idx="3388">141556</cx:pt>
          <cx:pt idx="3389">141583</cx:pt>
          <cx:pt idx="3390">141666</cx:pt>
          <cx:pt idx="3391">141668</cx:pt>
          <cx:pt idx="3392">141669</cx:pt>
          <cx:pt idx="3393">141701</cx:pt>
          <cx:pt idx="3394">141701</cx:pt>
          <cx:pt idx="3395">141701</cx:pt>
          <cx:pt idx="3396">141708</cx:pt>
          <cx:pt idx="3397">141708</cx:pt>
          <cx:pt idx="3398">141708</cx:pt>
          <cx:pt idx="3399">141708</cx:pt>
          <cx:pt idx="3400">141708</cx:pt>
          <cx:pt idx="3401">141708</cx:pt>
          <cx:pt idx="3402">141724</cx:pt>
          <cx:pt idx="3403">141725</cx:pt>
          <cx:pt idx="3404">141737</cx:pt>
          <cx:pt idx="3405">141738</cx:pt>
          <cx:pt idx="3406">141761</cx:pt>
          <cx:pt idx="3407">141800</cx:pt>
          <cx:pt idx="3408">141807</cx:pt>
          <cx:pt idx="3409">141807</cx:pt>
          <cx:pt idx="3410">141882</cx:pt>
          <cx:pt idx="3411">141915</cx:pt>
          <cx:pt idx="3412">141941</cx:pt>
          <cx:pt idx="3413">141956</cx:pt>
          <cx:pt idx="3414">141979</cx:pt>
          <cx:pt idx="3415">141980</cx:pt>
          <cx:pt idx="3416">142000</cx:pt>
          <cx:pt idx="3417">142000</cx:pt>
          <cx:pt idx="3418">142019</cx:pt>
          <cx:pt idx="3419">142037</cx:pt>
          <cx:pt idx="3420">142091</cx:pt>
          <cx:pt idx="3421">142097</cx:pt>
          <cx:pt idx="3422">142141</cx:pt>
          <cx:pt idx="3423">142141</cx:pt>
          <cx:pt idx="3424">142200</cx:pt>
          <cx:pt idx="3425">142208</cx:pt>
          <cx:pt idx="3426">142219</cx:pt>
          <cx:pt idx="3427">142307</cx:pt>
          <cx:pt idx="3428">142349</cx:pt>
          <cx:pt idx="3429">142435</cx:pt>
          <cx:pt idx="3430">142444</cx:pt>
          <cx:pt idx="3431">142526</cx:pt>
          <cx:pt idx="3432">142609</cx:pt>
          <cx:pt idx="3433">142616</cx:pt>
          <cx:pt idx="3434">142634</cx:pt>
          <cx:pt idx="3435">142650</cx:pt>
          <cx:pt idx="3436">142675</cx:pt>
          <cx:pt idx="3437">142842</cx:pt>
          <cx:pt idx="3438">142846</cx:pt>
          <cx:pt idx="3439">142846</cx:pt>
          <cx:pt idx="3440">142858</cx:pt>
          <cx:pt idx="3441">142893</cx:pt>
          <cx:pt idx="3442">142896</cx:pt>
          <cx:pt idx="3443">142954</cx:pt>
          <cx:pt idx="3444">142979</cx:pt>
          <cx:pt idx="3445">143093</cx:pt>
          <cx:pt idx="3446">143093</cx:pt>
          <cx:pt idx="3447">143177</cx:pt>
          <cx:pt idx="3448">143179</cx:pt>
          <cx:pt idx="3449">143294</cx:pt>
          <cx:pt idx="3450">143294</cx:pt>
          <cx:pt idx="3451">143311</cx:pt>
          <cx:pt idx="3452">143311</cx:pt>
          <cx:pt idx="3453">143329</cx:pt>
          <cx:pt idx="3454">143352</cx:pt>
          <cx:pt idx="3455">143452</cx:pt>
          <cx:pt idx="3456">143454</cx:pt>
          <cx:pt idx="3457">143587</cx:pt>
          <cx:pt idx="3458">143603</cx:pt>
          <cx:pt idx="3459">143612</cx:pt>
          <cx:pt idx="3460">143745</cx:pt>
          <cx:pt idx="3461">143775</cx:pt>
          <cx:pt idx="3462">143808</cx:pt>
          <cx:pt idx="3463">143856</cx:pt>
          <cx:pt idx="3464">143866</cx:pt>
          <cx:pt idx="3465">143882</cx:pt>
          <cx:pt idx="3466">143941</cx:pt>
          <cx:pt idx="3467">143962</cx:pt>
          <cx:pt idx="3468">144013</cx:pt>
          <cx:pt idx="3469">144138</cx:pt>
          <cx:pt idx="3470">144255</cx:pt>
          <cx:pt idx="3471">144285</cx:pt>
          <cx:pt idx="3472">144285</cx:pt>
          <cx:pt idx="3473">144357</cx:pt>
          <cx:pt idx="3474">144436</cx:pt>
          <cx:pt idx="3475">144469</cx:pt>
          <cx:pt idx="3476">144473</cx:pt>
          <cx:pt idx="3477">144541</cx:pt>
          <cx:pt idx="3478">144549</cx:pt>
          <cx:pt idx="3479">144586</cx:pt>
          <cx:pt idx="3480">144709</cx:pt>
          <cx:pt idx="3481">144778</cx:pt>
          <cx:pt idx="3482">144804</cx:pt>
          <cx:pt idx="3483">144930</cx:pt>
          <cx:pt idx="3484">144973</cx:pt>
          <cx:pt idx="3485">144987</cx:pt>
          <cx:pt idx="3486">144998</cx:pt>
          <cx:pt idx="3487">144998</cx:pt>
          <cx:pt idx="3488">145051</cx:pt>
          <cx:pt idx="3489">145093</cx:pt>
          <cx:pt idx="3490">145203</cx:pt>
          <cx:pt idx="3491">145291</cx:pt>
          <cx:pt idx="3492">145319</cx:pt>
          <cx:pt idx="3493">145327</cx:pt>
          <cx:pt idx="3494">145355</cx:pt>
          <cx:pt idx="3495">145368</cx:pt>
          <cx:pt idx="3496">145461</cx:pt>
          <cx:pt idx="3497">145522</cx:pt>
          <cx:pt idx="3498">145686</cx:pt>
          <cx:pt idx="3499">145686</cx:pt>
          <cx:pt idx="3500">145749</cx:pt>
          <cx:pt idx="3501">145752</cx:pt>
          <cx:pt idx="3502">145850</cx:pt>
          <cx:pt idx="3503">145933</cx:pt>
          <cx:pt idx="3504">146000</cx:pt>
          <cx:pt idx="3505">146033</cx:pt>
          <cx:pt idx="3506">146169</cx:pt>
          <cx:pt idx="3507">146216</cx:pt>
          <cx:pt idx="3508">146229</cx:pt>
          <cx:pt idx="3509">146302</cx:pt>
          <cx:pt idx="3510">146400</cx:pt>
          <cx:pt idx="3511">146402</cx:pt>
          <cx:pt idx="3512">146407</cx:pt>
          <cx:pt idx="3513">146458</cx:pt>
          <cx:pt idx="3514">146486</cx:pt>
          <cx:pt idx="3515">146522</cx:pt>
          <cx:pt idx="3516">146536</cx:pt>
          <cx:pt idx="3517">146556</cx:pt>
          <cx:pt idx="3518">146607</cx:pt>
          <cx:pt idx="3519">146666</cx:pt>
          <cx:pt idx="3520">146666</cx:pt>
          <cx:pt idx="3521">146667</cx:pt>
          <cx:pt idx="3522">146678</cx:pt>
          <cx:pt idx="3523">146793</cx:pt>
          <cx:pt idx="3524">146948</cx:pt>
          <cx:pt idx="3525">147050</cx:pt>
          <cx:pt idx="3526">147112</cx:pt>
          <cx:pt idx="3527">147155</cx:pt>
          <cx:pt idx="3528">147155</cx:pt>
          <cx:pt idx="3529">147176</cx:pt>
          <cx:pt idx="3530">147279</cx:pt>
          <cx:pt idx="3531">147291</cx:pt>
          <cx:pt idx="3532">147334</cx:pt>
          <cx:pt idx="3533">147403</cx:pt>
          <cx:pt idx="3534">147403</cx:pt>
          <cx:pt idx="3535">147435</cx:pt>
          <cx:pt idx="3536">147567</cx:pt>
          <cx:pt idx="3537">147696</cx:pt>
          <cx:pt idx="3538">147696</cx:pt>
          <cx:pt idx="3539">147744</cx:pt>
          <cx:pt idx="3540">147769</cx:pt>
          <cx:pt idx="3541">147839</cx:pt>
          <cx:pt idx="3542">147865</cx:pt>
          <cx:pt idx="3543">147957</cx:pt>
          <cx:pt idx="3544">147985</cx:pt>
          <cx:pt idx="3545">147986</cx:pt>
          <cx:pt idx="3546">148033</cx:pt>
          <cx:pt idx="3547">148116</cx:pt>
          <cx:pt idx="3548">148126</cx:pt>
          <cx:pt idx="3549">148220</cx:pt>
          <cx:pt idx="3550">148267</cx:pt>
          <cx:pt idx="3551">148339</cx:pt>
          <cx:pt idx="3552">148357</cx:pt>
          <cx:pt idx="3553">148419</cx:pt>
          <cx:pt idx="3554">148419</cx:pt>
          <cx:pt idx="3555">148438</cx:pt>
          <cx:pt idx="3556">148446</cx:pt>
          <cx:pt idx="3557">148457</cx:pt>
          <cx:pt idx="3558">148499</cx:pt>
          <cx:pt idx="3559">148626</cx:pt>
          <cx:pt idx="3560">148630</cx:pt>
          <cx:pt idx="3561">148644</cx:pt>
          <cx:pt idx="3562">148644</cx:pt>
          <cx:pt idx="3563">148690</cx:pt>
          <cx:pt idx="3564">148776</cx:pt>
          <cx:pt idx="3565">148777</cx:pt>
          <cx:pt idx="3566">148831</cx:pt>
          <cx:pt idx="3567">148897</cx:pt>
          <cx:pt idx="3568">148998</cx:pt>
          <cx:pt idx="3569">149000</cx:pt>
          <cx:pt idx="3570">149000</cx:pt>
          <cx:pt idx="3571">149212</cx:pt>
          <cx:pt idx="3572">149219</cx:pt>
          <cx:pt idx="3573">149287</cx:pt>
          <cx:pt idx="3574">149313</cx:pt>
          <cx:pt idx="3575">149336</cx:pt>
          <cx:pt idx="3576">149350</cx:pt>
          <cx:pt idx="3577">149453</cx:pt>
          <cx:pt idx="3578">149468</cx:pt>
          <cx:pt idx="3579">149484</cx:pt>
          <cx:pt idx="3580">149565</cx:pt>
          <cx:pt idx="3581">149572</cx:pt>
          <cx:pt idx="3582">149664</cx:pt>
          <cx:pt idx="3583">149722</cx:pt>
          <cx:pt idx="3584">149725</cx:pt>
          <cx:pt idx="3585">149784</cx:pt>
          <cx:pt idx="3586">149912</cx:pt>
          <cx:pt idx="3587">149917</cx:pt>
          <cx:pt idx="3588">149935</cx:pt>
          <cx:pt idx="3589">149987</cx:pt>
          <cx:pt idx="3590">149987</cx:pt>
          <cx:pt idx="3591">149992</cx:pt>
          <cx:pt idx="3592">149996</cx:pt>
          <cx:pt idx="3593">149998</cx:pt>
          <cx:pt idx="3594">149999</cx:pt>
          <cx:pt idx="3595">150000</cx:pt>
          <cx:pt idx="3596">150000</cx:pt>
          <cx:pt idx="3597">150000</cx:pt>
          <cx:pt idx="3598">150000</cx:pt>
          <cx:pt idx="3599">150000</cx:pt>
          <cx:pt idx="3600">150000</cx:pt>
          <cx:pt idx="3601">150000</cx:pt>
          <cx:pt idx="3602">150008</cx:pt>
          <cx:pt idx="3603">150046</cx:pt>
          <cx:pt idx="3604">150083</cx:pt>
          <cx:pt idx="3605">150083</cx:pt>
          <cx:pt idx="3606">150097</cx:pt>
          <cx:pt idx="3607">150102</cx:pt>
          <cx:pt idx="3608">150116</cx:pt>
          <cx:pt idx="3609">150151</cx:pt>
          <cx:pt idx="3610">150262</cx:pt>
          <cx:pt idx="3611">150333</cx:pt>
          <cx:pt idx="3612">150354</cx:pt>
          <cx:pt idx="3613">150368</cx:pt>
          <cx:pt idx="3614">150378</cx:pt>
          <cx:pt idx="3615">150430</cx:pt>
          <cx:pt idx="3616">150450</cx:pt>
          <cx:pt idx="3617">150454</cx:pt>
          <cx:pt idx="3618">150636</cx:pt>
          <cx:pt idx="3619">150636</cx:pt>
          <cx:pt idx="3620">150666</cx:pt>
          <cx:pt idx="3621">150760</cx:pt>
          <cx:pt idx="3622">150804</cx:pt>
          <cx:pt idx="3623">150804</cx:pt>
          <cx:pt idx="3624">150806</cx:pt>
          <cx:pt idx="3625">150833</cx:pt>
          <cx:pt idx="3626">150833</cx:pt>
          <cx:pt idx="3627">150833</cx:pt>
          <cx:pt idx="3628">150916</cx:pt>
          <cx:pt idx="3629">150935</cx:pt>
          <cx:pt idx="3630">150954</cx:pt>
          <cx:pt idx="3631">151000</cx:pt>
          <cx:pt idx="3632">151025</cx:pt>
          <cx:pt idx="3633">151025</cx:pt>
          <cx:pt idx="3634">151025</cx:pt>
          <cx:pt idx="3635">151092</cx:pt>
          <cx:pt idx="3636">151309</cx:pt>
          <cx:pt idx="3637">151309</cx:pt>
          <cx:pt idx="3638">151329</cx:pt>
          <cx:pt idx="3639">151341</cx:pt>
          <cx:pt idx="3640">151383</cx:pt>
          <cx:pt idx="3641">151431</cx:pt>
          <cx:pt idx="3642">151444</cx:pt>
          <cx:pt idx="3643">151490</cx:pt>
          <cx:pt idx="3644">151508</cx:pt>
          <cx:pt idx="3645">151542</cx:pt>
          <cx:pt idx="3646">151563</cx:pt>
          <cx:pt idx="3647">151579</cx:pt>
          <cx:pt idx="3648">151603</cx:pt>
          <cx:pt idx="3649">151641</cx:pt>
          <cx:pt idx="3650">151706</cx:pt>
          <cx:pt idx="3651">151727</cx:pt>
          <cx:pt idx="3652">151758</cx:pt>
          <cx:pt idx="3653">151826</cx:pt>
          <cx:pt idx="3654">151826</cx:pt>
          <cx:pt idx="3655">151850</cx:pt>
          <cx:pt idx="3656">151856</cx:pt>
          <cx:pt idx="3657">151865</cx:pt>
          <cx:pt idx="3658">151908</cx:pt>
          <cx:pt idx="3659">151941</cx:pt>
          <cx:pt idx="3660">151961</cx:pt>
          <cx:pt idx="3661">152063</cx:pt>
          <cx:pt idx="3662">152275</cx:pt>
          <cx:pt idx="3663">152341</cx:pt>
          <cx:pt idx="3664">152354</cx:pt>
          <cx:pt idx="3665">152370</cx:pt>
          <cx:pt idx="3666">152454</cx:pt>
          <cx:pt idx="3667">152479</cx:pt>
          <cx:pt idx="3668">152500</cx:pt>
          <cx:pt idx="3669">152534</cx:pt>
          <cx:pt idx="3670">152589</cx:pt>
          <cx:pt idx="3671">152616</cx:pt>
          <cx:pt idx="3672">152649</cx:pt>
          <cx:pt idx="3673">152658</cx:pt>
          <cx:pt idx="3674">152664</cx:pt>
          <cx:pt idx="3675">152740</cx:pt>
          <cx:pt idx="3676">152838</cx:pt>
          <cx:pt idx="3677">152999</cx:pt>
          <cx:pt idx="3678">153023</cx:pt>
          <cx:pt idx="3679">153054</cx:pt>
          <cx:pt idx="3680">153107</cx:pt>
          <cx:pt idx="3681">153120</cx:pt>
          <cx:pt idx="3682">153291</cx:pt>
          <cx:pt idx="3683">153306</cx:pt>
          <cx:pt idx="3684">153319</cx:pt>
          <cx:pt idx="3685">153325</cx:pt>
          <cx:pt idx="3686">153326</cx:pt>
          <cx:pt idx="3687">153326</cx:pt>
          <cx:pt idx="3688">153332</cx:pt>
          <cx:pt idx="3689">153336</cx:pt>
          <cx:pt idx="3690">153349</cx:pt>
          <cx:pt idx="3691">153355</cx:pt>
          <cx:pt idx="3692">153462</cx:pt>
          <cx:pt idx="3693">153475</cx:pt>
          <cx:pt idx="3694">153552</cx:pt>
          <cx:pt idx="3695">153616</cx:pt>
          <cx:pt idx="3696">153672</cx:pt>
          <cx:pt idx="3697">153814</cx:pt>
          <cx:pt idx="3698">153819</cx:pt>
          <cx:pt idx="3699">153846</cx:pt>
          <cx:pt idx="3700">153929</cx:pt>
          <cx:pt idx="3701">153982</cx:pt>
          <cx:pt idx="3702">153982</cx:pt>
          <cx:pt idx="3703">153987</cx:pt>
          <cx:pt idx="3704">154077</cx:pt>
          <cx:pt idx="3705">154101</cx:pt>
          <cx:pt idx="3706">154117</cx:pt>
          <cx:pt idx="3707">154234</cx:pt>
          <cx:pt idx="3708">154340</cx:pt>
          <cx:pt idx="3709">154342</cx:pt>
          <cx:pt idx="3710">154347</cx:pt>
          <cx:pt idx="3711">154435</cx:pt>
          <cx:pt idx="3712">154489</cx:pt>
          <cx:pt idx="3713">154494</cx:pt>
          <cx:pt idx="3714">154494</cx:pt>
          <cx:pt idx="3715">154620</cx:pt>
          <cx:pt idx="3716">154666</cx:pt>
          <cx:pt idx="3717">154695</cx:pt>
          <cx:pt idx="3718">154760</cx:pt>
          <cx:pt idx="3719">154791</cx:pt>
          <cx:pt idx="3720">154793</cx:pt>
          <cx:pt idx="3721">154873</cx:pt>
          <cx:pt idx="3722">154969</cx:pt>
          <cx:pt idx="3723">154984</cx:pt>
          <cx:pt idx="3724">155023</cx:pt>
          <cx:pt idx="3725">155068</cx:pt>
          <cx:pt idx="3726">155073</cx:pt>
          <cx:pt idx="3727">155105</cx:pt>
          <cx:pt idx="3728">155105</cx:pt>
          <cx:pt idx="3729">155138</cx:pt>
          <cx:pt idx="3730">155175</cx:pt>
          <cx:pt idx="3731">155176</cx:pt>
          <cx:pt idx="3732">155273</cx:pt>
          <cx:pt idx="3733">155304</cx:pt>
          <cx:pt idx="3734">155306</cx:pt>
          <cx:pt idx="3735">155325</cx:pt>
          <cx:pt idx="3736">155329</cx:pt>
          <cx:pt idx="3737">155411</cx:pt>
          <cx:pt idx="3738">155426</cx:pt>
          <cx:pt idx="3739">155428</cx:pt>
          <cx:pt idx="3740">155469</cx:pt>
          <cx:pt idx="3741">155499</cx:pt>
          <cx:pt idx="3742">155545</cx:pt>
          <cx:pt idx="3743">155575</cx:pt>
          <cx:pt idx="3744">155581</cx:pt>
          <cx:pt idx="3745">155600</cx:pt>
          <cx:pt idx="3746">155604</cx:pt>
          <cx:pt idx="3747">155718</cx:pt>
          <cx:pt idx="3748">155743</cx:pt>
          <cx:pt idx="3749">155802</cx:pt>
          <cx:pt idx="3750">155835</cx:pt>
          <cx:pt idx="3751">155850</cx:pt>
          <cx:pt idx="3752">156016</cx:pt>
          <cx:pt idx="3753">156075</cx:pt>
          <cx:pt idx="3754">156085</cx:pt>
          <cx:pt idx="3755">156112</cx:pt>
          <cx:pt idx="3756">156129</cx:pt>
          <cx:pt idx="3757">156291</cx:pt>
          <cx:pt idx="3758">156319</cx:pt>
          <cx:pt idx="3759">156340</cx:pt>
          <cx:pt idx="3760">156583</cx:pt>
          <cx:pt idx="3761">156647</cx:pt>
          <cx:pt idx="3762">156659</cx:pt>
          <cx:pt idx="3763">156670</cx:pt>
          <cx:pt idx="3764">156683</cx:pt>
          <cx:pt idx="3765">156688</cx:pt>
          <cx:pt idx="3766">156714</cx:pt>
          <cx:pt idx="3767">156714</cx:pt>
          <cx:pt idx="3768">156812</cx:pt>
          <cx:pt idx="3769">156982</cx:pt>
          <cx:pt idx="3770">157043</cx:pt>
          <cx:pt idx="3771">157073</cx:pt>
          <cx:pt idx="3772">157141</cx:pt>
          <cx:pt idx="3773">157199</cx:pt>
          <cx:pt idx="3774">157234</cx:pt>
          <cx:pt idx="3775">157251</cx:pt>
          <cx:pt idx="3776">157364</cx:pt>
          <cx:pt idx="3777">157420</cx:pt>
          <cx:pt idx="3778">157420</cx:pt>
          <cx:pt idx="3779">157420</cx:pt>
          <cx:pt idx="3780">157420</cx:pt>
          <cx:pt idx="3781">157420</cx:pt>
          <cx:pt idx="3782">157420</cx:pt>
          <cx:pt idx="3783">157420</cx:pt>
          <cx:pt idx="3784">157420</cx:pt>
          <cx:pt idx="3785">157420</cx:pt>
          <cx:pt idx="3786">157523</cx:pt>
          <cx:pt idx="3787">157530</cx:pt>
          <cx:pt idx="3788">157540</cx:pt>
          <cx:pt idx="3789">157574</cx:pt>
          <cx:pt idx="3790">157600</cx:pt>
          <cx:pt idx="3791">157616</cx:pt>
          <cx:pt idx="3792">157701</cx:pt>
          <cx:pt idx="3793">157705</cx:pt>
          <cx:pt idx="3794">157750</cx:pt>
          <cx:pt idx="3795">157923</cx:pt>
          <cx:pt idx="3796">157999</cx:pt>
          <cx:pt idx="3797">158000</cx:pt>
          <cx:pt idx="3798">158000</cx:pt>
          <cx:pt idx="3799">158003</cx:pt>
          <cx:pt idx="3800">158044</cx:pt>
          <cx:pt idx="3801">158281</cx:pt>
          <cx:pt idx="3802">158333</cx:pt>
          <cx:pt idx="3803">158350</cx:pt>
          <cx:pt idx="3804">158379</cx:pt>
          <cx:pt idx="3805">158441</cx:pt>
          <cx:pt idx="3806">158500</cx:pt>
          <cx:pt idx="3807">158610</cx:pt>
          <cx:pt idx="3808">158723</cx:pt>
          <cx:pt idx="3809">158957</cx:pt>
          <cx:pt idx="3810">158966</cx:pt>
          <cx:pt idx="3811">159000</cx:pt>
          <cx:pt idx="3812">159000</cx:pt>
          <cx:pt idx="3813">159000</cx:pt>
          <cx:pt idx="3814">159000</cx:pt>
          <cx:pt idx="3815">159000</cx:pt>
          <cx:pt idx="3816">159000</cx:pt>
          <cx:pt idx="3817">159000</cx:pt>
          <cx:pt idx="3818">159000</cx:pt>
          <cx:pt idx="3819">159000</cx:pt>
          <cx:pt idx="3820">159000</cx:pt>
          <cx:pt idx="3821">159000</cx:pt>
          <cx:pt idx="3822">159000</cx:pt>
          <cx:pt idx="3823">159000</cx:pt>
          <cx:pt idx="3824">159000</cx:pt>
          <cx:pt idx="3825">159000</cx:pt>
          <cx:pt idx="3826">159000</cx:pt>
          <cx:pt idx="3827">159000</cx:pt>
          <cx:pt idx="3828">159043</cx:pt>
          <cx:pt idx="3829">159066</cx:pt>
          <cx:pt idx="3830">159066</cx:pt>
          <cx:pt idx="3831">159066</cx:pt>
          <cx:pt idx="3832">159083</cx:pt>
          <cx:pt idx="3833">159083</cx:pt>
          <cx:pt idx="3834">159125</cx:pt>
          <cx:pt idx="3835">159200</cx:pt>
          <cx:pt idx="3836">159210</cx:pt>
          <cx:pt idx="3837">159210</cx:pt>
          <cx:pt idx="3838">159210</cx:pt>
          <cx:pt idx="3839">159250</cx:pt>
          <cx:pt idx="3840">159250</cx:pt>
          <cx:pt idx="3841">159250</cx:pt>
          <cx:pt idx="3842">159262</cx:pt>
          <cx:pt idx="3843">159273</cx:pt>
          <cx:pt idx="3844">159300</cx:pt>
          <cx:pt idx="3845">159306</cx:pt>
          <cx:pt idx="3846">159306</cx:pt>
          <cx:pt idx="3847">159333</cx:pt>
          <cx:pt idx="3848">159353</cx:pt>
          <cx:pt idx="3849">159411</cx:pt>
          <cx:pt idx="3850">159433</cx:pt>
          <cx:pt idx="3851">159448</cx:pt>
          <cx:pt idx="3852">159456</cx:pt>
          <cx:pt idx="3853">159472</cx:pt>
          <cx:pt idx="3854">159500</cx:pt>
          <cx:pt idx="3855">159554</cx:pt>
          <cx:pt idx="3856">159583</cx:pt>
          <cx:pt idx="3857">159583</cx:pt>
          <cx:pt idx="3858">159588</cx:pt>
          <cx:pt idx="3859">159616</cx:pt>
          <cx:pt idx="3860">159623</cx:pt>
          <cx:pt idx="3861">159625</cx:pt>
          <cx:pt idx="3862">159637</cx:pt>
          <cx:pt idx="3863">159695</cx:pt>
          <cx:pt idx="3864">159742</cx:pt>
          <cx:pt idx="3865">159756</cx:pt>
          <cx:pt idx="3866">159783</cx:pt>
          <cx:pt idx="3867">159800</cx:pt>
          <cx:pt idx="3868">159833</cx:pt>
          <cx:pt idx="3869">159833</cx:pt>
          <cx:pt idx="3870">159837</cx:pt>
          <cx:pt idx="3871">159939</cx:pt>
          <cx:pt idx="3872">159950</cx:pt>
          <cx:pt idx="3873">159960</cx:pt>
          <cx:pt idx="3874">159976</cx:pt>
          <cx:pt idx="3875">159991</cx:pt>
          <cx:pt idx="3876">159991</cx:pt>
          <cx:pt idx="3877">159991</cx:pt>
          <cx:pt idx="3878">160000</cx:pt>
          <cx:pt idx="3879">160000</cx:pt>
          <cx:pt idx="3880">160000</cx:pt>
          <cx:pt idx="3881">160000</cx:pt>
          <cx:pt idx="3882">160005</cx:pt>
          <cx:pt idx="3883">160075</cx:pt>
          <cx:pt idx="3884">160083</cx:pt>
          <cx:pt idx="3885">160105</cx:pt>
          <cx:pt idx="3886">160140</cx:pt>
          <cx:pt idx="3887">160212</cx:pt>
          <cx:pt idx="3888">160301</cx:pt>
          <cx:pt idx="3889">160309</cx:pt>
          <cx:pt idx="3890">160333</cx:pt>
          <cx:pt idx="3891">160345</cx:pt>
          <cx:pt idx="3892">160416</cx:pt>
          <cx:pt idx="3893">160433</cx:pt>
          <cx:pt idx="3894">160484</cx:pt>
          <cx:pt idx="3895">160498</cx:pt>
          <cx:pt idx="3896">160514</cx:pt>
          <cx:pt idx="3897">160588</cx:pt>
          <cx:pt idx="3898">160650</cx:pt>
          <cx:pt idx="3899">160666</cx:pt>
          <cx:pt idx="3900">160716</cx:pt>
          <cx:pt idx="3901">160748</cx:pt>
          <cx:pt idx="3902">160750</cx:pt>
          <cx:pt idx="3903">160771</cx:pt>
          <cx:pt idx="3904">160825</cx:pt>
          <cx:pt idx="3905">160856</cx:pt>
          <cx:pt idx="3906">160856</cx:pt>
          <cx:pt idx="3907">160889</cx:pt>
          <cx:pt idx="3908">160942</cx:pt>
          <cx:pt idx="3909">160970</cx:pt>
          <cx:pt idx="3910">160983</cx:pt>
          <cx:pt idx="3911">161036</cx:pt>
          <cx:pt idx="3912">161110</cx:pt>
          <cx:pt idx="3913">161133</cx:pt>
          <cx:pt idx="3914">161133</cx:pt>
          <cx:pt idx="3915">161146</cx:pt>
          <cx:pt idx="3916">161146</cx:pt>
          <cx:pt idx="3917">161149</cx:pt>
          <cx:pt idx="3918">161181</cx:pt>
          <cx:pt idx="3919">161223</cx:pt>
          <cx:pt idx="3920">161261</cx:pt>
          <cx:pt idx="3921">161266</cx:pt>
          <cx:pt idx="3922">161267</cx:pt>
          <cx:pt idx="3923">161292</cx:pt>
          <cx:pt idx="3924">161309</cx:pt>
          <cx:pt idx="3925">161383</cx:pt>
          <cx:pt idx="3926">161416</cx:pt>
          <cx:pt idx="3927">161491</cx:pt>
          <cx:pt idx="3928">161505</cx:pt>
          <cx:pt idx="3929">161548</cx:pt>
          <cx:pt idx="3930">161583</cx:pt>
          <cx:pt idx="3931">161583</cx:pt>
          <cx:pt idx="3932">161622</cx:pt>
          <cx:pt idx="3933">161641</cx:pt>
          <cx:pt idx="3934">161654</cx:pt>
          <cx:pt idx="3935">161657</cx:pt>
          <cx:pt idx="3936">161675</cx:pt>
          <cx:pt idx="3937">161675</cx:pt>
          <cx:pt idx="3938">161689</cx:pt>
          <cx:pt idx="3939">161752</cx:pt>
          <cx:pt idx="3940">161753</cx:pt>
          <cx:pt idx="3941">161759</cx:pt>
          <cx:pt idx="3942">161793</cx:pt>
          <cx:pt idx="3943">161807</cx:pt>
          <cx:pt idx="3944">161815</cx:pt>
          <cx:pt idx="3945">161833</cx:pt>
          <cx:pt idx="3946">161851</cx:pt>
          <cx:pt idx="3947">161889</cx:pt>
          <cx:pt idx="3948">161912</cx:pt>
          <cx:pt idx="3949">161916</cx:pt>
          <cx:pt idx="3950">161978</cx:pt>
          <cx:pt idx="3951">162012</cx:pt>
          <cx:pt idx="3952">162225</cx:pt>
          <cx:pt idx="3953">162225</cx:pt>
          <cx:pt idx="3954">162290</cx:pt>
          <cx:pt idx="3955">162333</cx:pt>
          <cx:pt idx="3956">162333</cx:pt>
          <cx:pt idx="3957">162387</cx:pt>
          <cx:pt idx="3958">162393</cx:pt>
          <cx:pt idx="3959">162450</cx:pt>
          <cx:pt idx="3960">162466</cx:pt>
          <cx:pt idx="3961">162498</cx:pt>
          <cx:pt idx="3962">162499</cx:pt>
          <cx:pt idx="3963">162500</cx:pt>
          <cx:pt idx="3964">162592</cx:pt>
          <cx:pt idx="3965">162662</cx:pt>
          <cx:pt idx="3966">162716</cx:pt>
          <cx:pt idx="3967">162757</cx:pt>
          <cx:pt idx="3968">162780</cx:pt>
          <cx:pt idx="3969">162806</cx:pt>
          <cx:pt idx="3970">162853</cx:pt>
          <cx:pt idx="3971">162920</cx:pt>
          <cx:pt idx="3972">162933</cx:pt>
          <cx:pt idx="3973">162945</cx:pt>
          <cx:pt idx="3974">162991</cx:pt>
          <cx:pt idx="3975">163013</cx:pt>
          <cx:pt idx="3976">163031</cx:pt>
          <cx:pt idx="3977">163036</cx:pt>
          <cx:pt idx="3978">163044</cx:pt>
          <cx:pt idx="3979">163050</cx:pt>
          <cx:pt idx="3980">163050</cx:pt>
          <cx:pt idx="3981">163050</cx:pt>
          <cx:pt idx="3982">163050</cx:pt>
          <cx:pt idx="3983">163050</cx:pt>
          <cx:pt idx="3984">163055</cx:pt>
          <cx:pt idx="3985">163212</cx:pt>
          <cx:pt idx="3986">163217</cx:pt>
          <cx:pt idx="3987">163322</cx:pt>
          <cx:pt idx="3988">163332</cx:pt>
          <cx:pt idx="3989">163332</cx:pt>
          <cx:pt idx="3990">163332</cx:pt>
          <cx:pt idx="3991">163333</cx:pt>
          <cx:pt idx="3992">163333</cx:pt>
          <cx:pt idx="3993">163391</cx:pt>
          <cx:pt idx="3994">163408</cx:pt>
          <cx:pt idx="3995">163435</cx:pt>
          <cx:pt idx="3996">163436</cx:pt>
          <cx:pt idx="3997">163466</cx:pt>
          <cx:pt idx="3998">163538</cx:pt>
          <cx:pt idx="3999">163577</cx:pt>
          <cx:pt idx="4000">163588</cx:pt>
          <cx:pt idx="4001">163625</cx:pt>
          <cx:pt idx="4002">163643</cx:pt>
          <cx:pt idx="4003">163673</cx:pt>
          <cx:pt idx="4004">163733</cx:pt>
          <cx:pt idx="4005">163746</cx:pt>
          <cx:pt idx="4006">163750</cx:pt>
          <cx:pt idx="4007">163770</cx:pt>
          <cx:pt idx="4008">163773</cx:pt>
          <cx:pt idx="4009">163795</cx:pt>
          <cx:pt idx="4010">163806</cx:pt>
          <cx:pt idx="4011">163839</cx:pt>
          <cx:pt idx="4012">163847</cx:pt>
          <cx:pt idx="4013">163949</cx:pt>
          <cx:pt idx="4014">164001</cx:pt>
          <cx:pt idx="4015">164049</cx:pt>
          <cx:pt idx="4016">164075</cx:pt>
          <cx:pt idx="4017">164176</cx:pt>
          <cx:pt idx="4018">164229</cx:pt>
          <cx:pt idx="4019">164258</cx:pt>
          <cx:pt idx="4020">164360</cx:pt>
          <cx:pt idx="4021">164395</cx:pt>
          <cx:pt idx="4022">164402</cx:pt>
          <cx:pt idx="4023">164405</cx:pt>
          <cx:pt idx="4024">164424</cx:pt>
          <cx:pt idx="4025">164428</cx:pt>
          <cx:pt idx="4026">164464</cx:pt>
          <cx:pt idx="4027">164476</cx:pt>
          <cx:pt idx="4028">164521</cx:pt>
          <cx:pt idx="4029">164606</cx:pt>
          <cx:pt idx="4030">164616</cx:pt>
          <cx:pt idx="4031">164618</cx:pt>
          <cx:pt idx="4032">164623</cx:pt>
          <cx:pt idx="4033">164666</cx:pt>
          <cx:pt idx="4034">164677</cx:pt>
          <cx:pt idx="4035">164709</cx:pt>
          <cx:pt idx="4036">164781</cx:pt>
          <cx:pt idx="4037">164883</cx:pt>
          <cx:pt idx="4038">164899</cx:pt>
          <cx:pt idx="4039">164966</cx:pt>
          <cx:pt idx="4040">164995</cx:pt>
          <cx:pt idx="4041">165000</cx:pt>
          <cx:pt idx="4042">165000</cx:pt>
          <cx:pt idx="4043">165000</cx:pt>
          <cx:pt idx="4044">165000</cx:pt>
          <cx:pt idx="4045">165002</cx:pt>
          <cx:pt idx="4046">165052</cx:pt>
          <cx:pt idx="4047">165125</cx:pt>
          <cx:pt idx="4048">165146</cx:pt>
          <cx:pt idx="4049">165233</cx:pt>
          <cx:pt idx="4050">165263</cx:pt>
          <cx:pt idx="4051">165283</cx:pt>
          <cx:pt idx="4052">165309</cx:pt>
          <cx:pt idx="4053">165421</cx:pt>
          <cx:pt idx="4054">165421</cx:pt>
          <cx:pt idx="4055">165537</cx:pt>
          <cx:pt idx="4056">165603</cx:pt>
          <cx:pt idx="4057">165606</cx:pt>
          <cx:pt idx="4058">165659</cx:pt>
          <cx:pt idx="4059">165694</cx:pt>
          <cx:pt idx="4060">165705</cx:pt>
          <cx:pt idx="4061">165751</cx:pt>
          <cx:pt idx="4062">165798</cx:pt>
          <cx:pt idx="4063">165833</cx:pt>
          <cx:pt idx="4064">165855</cx:pt>
          <cx:pt idx="4065">165888</cx:pt>
          <cx:pt idx="4066">165907</cx:pt>
          <cx:pt idx="4067">165916</cx:pt>
          <cx:pt idx="4068">165934</cx:pt>
          <cx:pt idx="4069">165981</cx:pt>
          <cx:pt idx="4070">165999</cx:pt>
          <cx:pt idx="4071">166018</cx:pt>
          <cx:pt idx="4072">166025</cx:pt>
          <cx:pt idx="4073">166026</cx:pt>
          <cx:pt idx="4074">166043</cx:pt>
          <cx:pt idx="4075">166164</cx:pt>
          <cx:pt idx="4076">166170</cx:pt>
          <cx:pt idx="4077">166190</cx:pt>
          <cx:pt idx="4078">166234</cx:pt>
          <cx:pt idx="4079">166288</cx:pt>
          <cx:pt idx="4080">166301</cx:pt>
          <cx:pt idx="4081">166314</cx:pt>
          <cx:pt idx="4082">166342</cx:pt>
          <cx:pt idx="4083">166342</cx:pt>
          <cx:pt idx="4084">166475</cx:pt>
          <cx:pt idx="4085">166609</cx:pt>
          <cx:pt idx="4086">166627</cx:pt>
          <cx:pt idx="4087">166647</cx:pt>
          <cx:pt idx="4088">166650</cx:pt>
          <cx:pt idx="4089">166664</cx:pt>
          <cx:pt idx="4090">166666</cx:pt>
          <cx:pt idx="4091">166672</cx:pt>
          <cx:pt idx="4092">166772</cx:pt>
          <cx:pt idx="4093">166777</cx:pt>
          <cx:pt idx="4094">166812</cx:pt>
          <cx:pt idx="4095">166914</cx:pt>
          <cx:pt idx="4096">166914</cx:pt>
          <cx:pt idx="4097">166979</cx:pt>
          <cx:pt idx="4098">167011</cx:pt>
          <cx:pt idx="4099">167022</cx:pt>
          <cx:pt idx="4100">167219</cx:pt>
          <cx:pt idx="4101">167260</cx:pt>
          <cx:pt idx="4102">167278</cx:pt>
          <cx:pt idx="4103">167438</cx:pt>
          <cx:pt idx="4104">167536</cx:pt>
          <cx:pt idx="4105">167557</cx:pt>
          <cx:pt idx="4106">167557</cx:pt>
          <cx:pt idx="4107">167566</cx:pt>
          <cx:pt idx="4108">167607</cx:pt>
          <cx:pt idx="4109">167612</cx:pt>
          <cx:pt idx="4110">167666</cx:pt>
          <cx:pt idx="4111">167666</cx:pt>
          <cx:pt idx="4112">167695</cx:pt>
          <cx:pt idx="4113">167697</cx:pt>
          <cx:pt idx="4114">167750</cx:pt>
          <cx:pt idx="4115">167766</cx:pt>
          <cx:pt idx="4116">167785</cx:pt>
          <cx:pt idx="4117">167822</cx:pt>
          <cx:pt idx="4118">167869</cx:pt>
          <cx:pt idx="4119">167939</cx:pt>
          <cx:pt idx="4120">167977</cx:pt>
          <cx:pt idx="4121">167990</cx:pt>
          <cx:pt idx="4122">167999</cx:pt>
          <cx:pt idx="4123">168104</cx:pt>
          <cx:pt idx="4124">168210</cx:pt>
          <cx:pt idx="4125">168242</cx:pt>
          <cx:pt idx="4126">168263</cx:pt>
          <cx:pt idx="4127">168367</cx:pt>
          <cx:pt idx="4128">168372</cx:pt>
          <cx:pt idx="4129">168412</cx:pt>
          <cx:pt idx="4130">168522</cx:pt>
          <cx:pt idx="4131">168542</cx:pt>
          <cx:pt idx="4132">168584</cx:pt>
          <cx:pt idx="4133">168666</cx:pt>
          <cx:pt idx="4134">168681</cx:pt>
          <cx:pt idx="4135">168759</cx:pt>
          <cx:pt idx="4136">168762</cx:pt>
          <cx:pt idx="4137">168819</cx:pt>
          <cx:pt idx="4138">168845</cx:pt>
          <cx:pt idx="4139">168859</cx:pt>
          <cx:pt idx="4140">168896</cx:pt>
          <cx:pt idx="4141">168913</cx:pt>
          <cx:pt idx="4142">168999</cx:pt>
          <cx:pt idx="4143">169000</cx:pt>
          <cx:pt idx="4144">169038</cx:pt>
          <cx:pt idx="4145">169046</cx:pt>
          <cx:pt idx="4146">169085</cx:pt>
          <cx:pt idx="4147">169096</cx:pt>
          <cx:pt idx="4148">169107</cx:pt>
          <cx:pt idx="4149">169341</cx:pt>
          <cx:pt idx="4150">169349</cx:pt>
          <cx:pt idx="4151">169416</cx:pt>
          <cx:pt idx="4152">169439</cx:pt>
          <cx:pt idx="4153">169442</cx:pt>
          <cx:pt idx="4154">169479</cx:pt>
          <cx:pt idx="4155">169483</cx:pt>
          <cx:pt idx="4156">169497</cx:pt>
          <cx:pt idx="4157">169646</cx:pt>
          <cx:pt idx="4158">169762</cx:pt>
          <cx:pt idx="4159">169900</cx:pt>
          <cx:pt idx="4160">169933</cx:pt>
          <cx:pt idx="4161">169933</cx:pt>
          <cx:pt idx="4162">169933</cx:pt>
          <cx:pt idx="4163">169966</cx:pt>
          <cx:pt idx="4164">169982</cx:pt>
          <cx:pt idx="4165">169999</cx:pt>
          <cx:pt idx="4166">170000</cx:pt>
          <cx:pt idx="4167">170003</cx:pt>
          <cx:pt idx="4168">170033</cx:pt>
          <cx:pt idx="4169">170034</cx:pt>
          <cx:pt idx="4170">170159</cx:pt>
          <cx:pt idx="4171">170302</cx:pt>
          <cx:pt idx="4172">170447</cx:pt>
          <cx:pt idx="4173">170451</cx:pt>
          <cx:pt idx="4174">170494</cx:pt>
          <cx:pt idx="4175">170673</cx:pt>
          <cx:pt idx="4176">170677</cx:pt>
          <cx:pt idx="4177">170810</cx:pt>
          <cx:pt idx="4178">171080</cx:pt>
          <cx:pt idx="4179">171087</cx:pt>
          <cx:pt idx="4180">171112</cx:pt>
          <cx:pt idx="4181">171223</cx:pt>
          <cx:pt idx="4182">171396</cx:pt>
          <cx:pt idx="4183">171424</cx:pt>
          <cx:pt idx="4184">171559</cx:pt>
          <cx:pt idx="4185">171604</cx:pt>
          <cx:pt idx="4186">171628</cx:pt>
          <cx:pt idx="4187">171668</cx:pt>
          <cx:pt idx="4188">171700</cx:pt>
          <cx:pt idx="4189">171711</cx:pt>
          <cx:pt idx="4190">171713</cx:pt>
          <cx:pt idx="4191">171872</cx:pt>
          <cx:pt idx="4192">171958</cx:pt>
          <cx:pt idx="4193">172035</cx:pt>
          <cx:pt idx="4194">172095</cx:pt>
          <cx:pt idx="4195">172101</cx:pt>
          <cx:pt idx="4196">172166</cx:pt>
          <cx:pt idx="4197">172189</cx:pt>
          <cx:pt idx="4198">172289</cx:pt>
          <cx:pt idx="4199">172363</cx:pt>
          <cx:pt idx="4200">172376</cx:pt>
          <cx:pt idx="4201">172401</cx:pt>
          <cx:pt idx="4202">172471</cx:pt>
          <cx:pt idx="4203">172521</cx:pt>
          <cx:pt idx="4204">172593</cx:pt>
          <cx:pt idx="4205">172636</cx:pt>
          <cx:pt idx="4206">172773</cx:pt>
          <cx:pt idx="4207">172800</cx:pt>
          <cx:pt idx="4208">172825</cx:pt>
          <cx:pt idx="4209">172966</cx:pt>
          <cx:pt idx="4210">173014</cx:pt>
          <cx:pt idx="4211">173103</cx:pt>
          <cx:pt idx="4212">173165</cx:pt>
          <cx:pt idx="4213">173189</cx:pt>
          <cx:pt idx="4214">173229</cx:pt>
          <cx:pt idx="4215">173247</cx:pt>
          <cx:pt idx="4216">173333</cx:pt>
          <cx:pt idx="4217">173343</cx:pt>
          <cx:pt idx="4218">173347</cx:pt>
          <cx:pt idx="4219">173348</cx:pt>
          <cx:pt idx="4220">173575</cx:pt>
          <cx:pt idx="4221">173581</cx:pt>
          <cx:pt idx="4222">173630</cx:pt>
          <cx:pt idx="4223">173738</cx:pt>
          <cx:pt idx="4224">173797</cx:pt>
          <cx:pt idx="4225">173799</cx:pt>
          <cx:pt idx="4226">173807</cx:pt>
          <cx:pt idx="4227">173965</cx:pt>
          <cx:pt idx="4228">173991</cx:pt>
          <cx:pt idx="4229">173997</cx:pt>
          <cx:pt idx="4230">174031</cx:pt>
          <cx:pt idx="4231">174067</cx:pt>
          <cx:pt idx="4232">174087</cx:pt>
          <cx:pt idx="4233">174123</cx:pt>
          <cx:pt idx="4234">174133</cx:pt>
          <cx:pt idx="4235">174281</cx:pt>
          <cx:pt idx="4236">174300</cx:pt>
          <cx:pt idx="4237">174326</cx:pt>
          <cx:pt idx="4238">174338</cx:pt>
          <cx:pt idx="4239">174362</cx:pt>
          <cx:pt idx="4240">174484</cx:pt>
          <cx:pt idx="4241">174646</cx:pt>
          <cx:pt idx="4242">174646</cx:pt>
          <cx:pt idx="4243">174794</cx:pt>
          <cx:pt idx="4244">174816</cx:pt>
          <cx:pt idx="4245">174859</cx:pt>
          <cx:pt idx="4246">174893</cx:pt>
          <cx:pt idx="4247">174897</cx:pt>
          <cx:pt idx="4248">174932</cx:pt>
          <cx:pt idx="4249">175000</cx:pt>
          <cx:pt idx="4250">175083</cx:pt>
          <cx:pt idx="4251">175136</cx:pt>
          <cx:pt idx="4252">175166</cx:pt>
          <cx:pt idx="4253">175218</cx:pt>
          <cx:pt idx="4254">175241</cx:pt>
          <cx:pt idx="4255">175255</cx:pt>
          <cx:pt idx="4256">175283</cx:pt>
          <cx:pt idx="4257">175309</cx:pt>
          <cx:pt idx="4258">175346</cx:pt>
          <cx:pt idx="4259">175523</cx:pt>
          <cx:pt idx="4260">175523</cx:pt>
          <cx:pt idx="4261">175523</cx:pt>
          <cx:pt idx="4262">175523</cx:pt>
          <cx:pt idx="4263">175523</cx:pt>
          <cx:pt idx="4264">175558</cx:pt>
          <cx:pt idx="4265">175577</cx:pt>
          <cx:pt idx="4266">175620</cx:pt>
          <cx:pt idx="4267">175623</cx:pt>
          <cx:pt idx="4268">175634</cx:pt>
          <cx:pt idx="4269">175679</cx:pt>
          <cx:pt idx="4270">175679</cx:pt>
          <cx:pt idx="4271">175866</cx:pt>
          <cx:pt idx="4272">175867</cx:pt>
          <cx:pt idx="4273">175951</cx:pt>
          <cx:pt idx="4274">175987</cx:pt>
          <cx:pt idx="4275">176046</cx:pt>
          <cx:pt idx="4276">176046</cx:pt>
          <cx:pt idx="4277">176063</cx:pt>
          <cx:pt idx="4278">176317</cx:pt>
          <cx:pt idx="4279">176340</cx:pt>
          <cx:pt idx="4280">176345</cx:pt>
          <cx:pt idx="4281">176351</cx:pt>
          <cx:pt idx="4282">176431</cx:pt>
          <cx:pt idx="4283">176431</cx:pt>
          <cx:pt idx="4284">176483</cx:pt>
          <cx:pt idx="4285">176510</cx:pt>
          <cx:pt idx="4286">176516</cx:pt>
          <cx:pt idx="4287">176530</cx:pt>
          <cx:pt idx="4288">176569</cx:pt>
          <cx:pt idx="4289">176598</cx:pt>
          <cx:pt idx="4290">176598</cx:pt>
          <cx:pt idx="4291">176623</cx:pt>
          <cx:pt idx="4292">176633</cx:pt>
          <cx:pt idx="4293">176647</cx:pt>
          <cx:pt idx="4294">176666</cx:pt>
          <cx:pt idx="4295">176672</cx:pt>
          <cx:pt idx="4296">176729</cx:pt>
          <cx:pt idx="4297">176750</cx:pt>
          <cx:pt idx="4298">176795</cx:pt>
          <cx:pt idx="4299">176835</cx:pt>
          <cx:pt idx="4300">176835</cx:pt>
          <cx:pt idx="4301">176835</cx:pt>
          <cx:pt idx="4302">176951</cx:pt>
          <cx:pt idx="4303">176964</cx:pt>
          <cx:pt idx="4304">176969</cx:pt>
          <cx:pt idx="4305">177125</cx:pt>
          <cx:pt idx="4306">177158</cx:pt>
          <cx:pt idx="4307">177198</cx:pt>
          <cx:pt idx="4308">177198</cx:pt>
          <cx:pt idx="4309">177223</cx:pt>
          <cx:pt idx="4310">177263</cx:pt>
          <cx:pt idx="4311">177333</cx:pt>
          <cx:pt idx="4312">177350</cx:pt>
          <cx:pt idx="4313">177382</cx:pt>
          <cx:pt idx="4314">177570</cx:pt>
          <cx:pt idx="4315">177570</cx:pt>
          <cx:pt idx="4316">177661</cx:pt>
          <cx:pt idx="4317">177909</cx:pt>
          <cx:pt idx="4318">177926</cx:pt>
          <cx:pt idx="4319">177938</cx:pt>
          <cx:pt idx="4320">177964</cx:pt>
          <cx:pt idx="4321">177989</cx:pt>
          <cx:pt idx="4322">177999</cx:pt>
          <cx:pt idx="4323">178058</cx:pt>
          <cx:pt idx="4324">178058</cx:pt>
          <cx:pt idx="4325">178058</cx:pt>
          <cx:pt idx="4326">178058</cx:pt>
          <cx:pt idx="4327">178067</cx:pt>
          <cx:pt idx="4328">178086</cx:pt>
          <cx:pt idx="4329">178143</cx:pt>
          <cx:pt idx="4330">178143</cx:pt>
          <cx:pt idx="4331">178184</cx:pt>
          <cx:pt idx="4332">178212</cx:pt>
          <cx:pt idx="4333">178244</cx:pt>
          <cx:pt idx="4334">178534</cx:pt>
          <cx:pt idx="4335">178538</cx:pt>
          <cx:pt idx="4336">178548</cx:pt>
          <cx:pt idx="4337">178626</cx:pt>
          <cx:pt idx="4338">178683</cx:pt>
          <cx:pt idx="4339">178750</cx:pt>
          <cx:pt idx="4340">178857</cx:pt>
          <cx:pt idx="4341">178972</cx:pt>
          <cx:pt idx="4342">179010</cx:pt>
          <cx:pt idx="4343">179038</cx:pt>
          <cx:pt idx="4344">179254</cx:pt>
          <cx:pt idx="4345">179337</cx:pt>
          <cx:pt idx="4346">179359</cx:pt>
          <cx:pt idx="4347">179456</cx:pt>
          <cx:pt idx="4348">179460</cx:pt>
          <cx:pt idx="4349">179492</cx:pt>
          <cx:pt idx="4350">179501</cx:pt>
          <cx:pt idx="4351">179569</cx:pt>
          <cx:pt idx="4352">179569</cx:pt>
          <cx:pt idx="4353">179665</cx:pt>
          <cx:pt idx="4354">179811</cx:pt>
          <cx:pt idx="4355">179819</cx:pt>
          <cx:pt idx="4356">179864</cx:pt>
          <cx:pt idx="4357">179882</cx:pt>
          <cx:pt idx="4358">179952</cx:pt>
          <cx:pt idx="4359">179983</cx:pt>
          <cx:pt idx="4360">180000</cx:pt>
          <cx:pt idx="4361">180000</cx:pt>
          <cx:pt idx="4362">180024</cx:pt>
          <cx:pt idx="4363">180133</cx:pt>
          <cx:pt idx="4364">180137</cx:pt>
          <cx:pt idx="4365">180200</cx:pt>
          <cx:pt idx="4366">180279</cx:pt>
          <cx:pt idx="4367">180331</cx:pt>
          <cx:pt idx="4368">180332</cx:pt>
          <cx:pt idx="4369">180500</cx:pt>
          <cx:pt idx="4370">180593</cx:pt>
          <cx:pt idx="4371">180683</cx:pt>
          <cx:pt idx="4372">180789</cx:pt>
          <cx:pt idx="4373">180792</cx:pt>
          <cx:pt idx="4374">180866</cx:pt>
          <cx:pt idx="4375">180971</cx:pt>
          <cx:pt idx="4376">181150</cx:pt>
          <cx:pt idx="4377">181186</cx:pt>
          <cx:pt idx="4378">181186</cx:pt>
          <cx:pt idx="4379">181240</cx:pt>
          <cx:pt idx="4380">181240</cx:pt>
          <cx:pt idx="4381">181258</cx:pt>
          <cx:pt idx="4382">181384</cx:pt>
          <cx:pt idx="4383">181397</cx:pt>
          <cx:pt idx="4384">181397</cx:pt>
          <cx:pt idx="4385">181432</cx:pt>
          <cx:pt idx="4386">181484</cx:pt>
          <cx:pt idx="4387">181794</cx:pt>
          <cx:pt idx="4388">181794</cx:pt>
          <cx:pt idx="4389">181800</cx:pt>
          <cx:pt idx="4390">181800</cx:pt>
          <cx:pt idx="4391">181850</cx:pt>
          <cx:pt idx="4392">181905</cx:pt>
          <cx:pt idx="4393">181956</cx:pt>
          <cx:pt idx="4394">181956</cx:pt>
          <cx:pt idx="4395">182157</cx:pt>
          <cx:pt idx="4396">182227</cx:pt>
          <cx:pt idx="4397">182418</cx:pt>
          <cx:pt idx="4398">182461</cx:pt>
          <cx:pt idx="4399">182489</cx:pt>
          <cx:pt idx="4400">182620</cx:pt>
          <cx:pt idx="4401">182639</cx:pt>
          <cx:pt idx="4402">182741</cx:pt>
          <cx:pt idx="4403">182772</cx:pt>
          <cx:pt idx="4404">182798</cx:pt>
          <cx:pt idx="4405">182826</cx:pt>
          <cx:pt idx="4406">182868</cx:pt>
          <cx:pt idx="4407">182875</cx:pt>
          <cx:pt idx="4408">182927</cx:pt>
          <cx:pt idx="4409">183007</cx:pt>
          <cx:pt idx="4410">183055</cx:pt>
          <cx:pt idx="4411">183233</cx:pt>
          <cx:pt idx="4412">183321</cx:pt>
          <cx:pt idx="4413">183323</cx:pt>
          <cx:pt idx="4414">183335</cx:pt>
          <cx:pt idx="4415">183349</cx:pt>
          <cx:pt idx="4416">183358</cx:pt>
          <cx:pt idx="4417">183402</cx:pt>
          <cx:pt idx="4418">183411</cx:pt>
          <cx:pt idx="4419">183539</cx:pt>
          <cx:pt idx="4420">183682</cx:pt>
          <cx:pt idx="4421">183854</cx:pt>
          <cx:pt idx="4422">183870</cx:pt>
          <cx:pt idx="4423">183875</cx:pt>
          <cx:pt idx="4424">184038</cx:pt>
          <cx:pt idx="4425">184051</cx:pt>
          <cx:pt idx="4426">184174</cx:pt>
          <cx:pt idx="4427">184183</cx:pt>
          <cx:pt idx="4428">184203</cx:pt>
          <cx:pt idx="4429">184205</cx:pt>
          <cx:pt idx="4430">184345</cx:pt>
          <cx:pt idx="4431">184413</cx:pt>
          <cx:pt idx="4432">184419</cx:pt>
          <cx:pt idx="4433">184501</cx:pt>
          <cx:pt idx="4434">184594</cx:pt>
          <cx:pt idx="4435">184601</cx:pt>
          <cx:pt idx="4436">184690</cx:pt>
          <cx:pt idx="4437">184866</cx:pt>
          <cx:pt idx="4438">184953</cx:pt>
          <cx:pt idx="4439">184975</cx:pt>
          <cx:pt idx="4440">184990</cx:pt>
          <cx:pt idx="4441">185118</cx:pt>
          <cx:pt idx="4442">185133</cx:pt>
          <cx:pt idx="4443">185265</cx:pt>
          <cx:pt idx="4444">185304</cx:pt>
          <cx:pt idx="4445">185383</cx:pt>
          <cx:pt idx="4446">185547</cx:pt>
          <cx:pt idx="4447">185551</cx:pt>
          <cx:pt idx="4448">185587</cx:pt>
          <cx:pt idx="4449">185608</cx:pt>
          <cx:pt idx="4450">185750</cx:pt>
          <cx:pt idx="4451">185878</cx:pt>
          <cx:pt idx="4452">185898</cx:pt>
          <cx:pt idx="4453">186149</cx:pt>
          <cx:pt idx="4454">186287</cx:pt>
          <cx:pt idx="4455">186365</cx:pt>
          <cx:pt idx="4456">186393</cx:pt>
          <cx:pt idx="4457">186393</cx:pt>
          <cx:pt idx="4458">186422</cx:pt>
          <cx:pt idx="4459">186541</cx:pt>
          <cx:pt idx="4460">186554</cx:pt>
          <cx:pt idx="4461">186669</cx:pt>
          <cx:pt idx="4462">186683</cx:pt>
          <cx:pt idx="4463">186684</cx:pt>
          <cx:pt idx="4464">186749</cx:pt>
          <cx:pt idx="4465">186749</cx:pt>
          <cx:pt idx="4466">186769</cx:pt>
          <cx:pt idx="4467">186822</cx:pt>
          <cx:pt idx="4468">186827</cx:pt>
          <cx:pt idx="4469">186989</cx:pt>
          <cx:pt idx="4470">187005</cx:pt>
          <cx:pt idx="4471">187133</cx:pt>
          <cx:pt idx="4472">187164</cx:pt>
          <cx:pt idx="4473">187173</cx:pt>
          <cx:pt idx="4474">187198</cx:pt>
          <cx:pt idx="4475">187216</cx:pt>
          <cx:pt idx="4476">187224</cx:pt>
          <cx:pt idx="4477">187388</cx:pt>
          <cx:pt idx="4478">187483</cx:pt>
          <cx:pt idx="4479">187524</cx:pt>
          <cx:pt idx="4480">187599</cx:pt>
          <cx:pt idx="4481">187635</cx:pt>
          <cx:pt idx="4482">187722</cx:pt>
          <cx:pt idx="4483">187743</cx:pt>
          <cx:pt idx="4484">187829</cx:pt>
          <cx:pt idx="4485">187895</cx:pt>
          <cx:pt idx="4486">188135</cx:pt>
          <cx:pt idx="4487">188228</cx:pt>
          <cx:pt idx="4488">188330</cx:pt>
          <cx:pt idx="4489">188330</cx:pt>
          <cx:pt idx="4490">188333</cx:pt>
          <cx:pt idx="4491">188333</cx:pt>
          <cx:pt idx="4492">188348</cx:pt>
          <cx:pt idx="4493">188427</cx:pt>
          <cx:pt idx="4494">188446</cx:pt>
          <cx:pt idx="4495">188503</cx:pt>
          <cx:pt idx="4496">188503</cx:pt>
          <cx:pt idx="4497">188649</cx:pt>
          <cx:pt idx="4498">188734</cx:pt>
          <cx:pt idx="4499">188842</cx:pt>
          <cx:pt idx="4500">188845</cx:pt>
          <cx:pt idx="4501">188890</cx:pt>
          <cx:pt idx="4502">188890</cx:pt>
          <cx:pt idx="4503">189112</cx:pt>
          <cx:pt idx="4504">189330</cx:pt>
          <cx:pt idx="4505">189454</cx:pt>
          <cx:pt idx="4506">189454</cx:pt>
          <cx:pt idx="4507">189650</cx:pt>
          <cx:pt idx="4508">189650</cx:pt>
          <cx:pt idx="4509">189832</cx:pt>
          <cx:pt idx="4510">189876</cx:pt>
          <cx:pt idx="4511">189944</cx:pt>
          <cx:pt idx="4512">190003</cx:pt>
          <cx:pt idx="4513">190020</cx:pt>
          <cx:pt idx="4514">190112</cx:pt>
          <cx:pt idx="4515">190374</cx:pt>
          <cx:pt idx="4516">190392</cx:pt>
          <cx:pt idx="4517">190412</cx:pt>
          <cx:pt idx="4518">190443</cx:pt>
          <cx:pt idx="4519">190588</cx:pt>
          <cx:pt idx="4520">190611</cx:pt>
          <cx:pt idx="4521">190883</cx:pt>
          <cx:pt idx="4522">190930</cx:pt>
          <cx:pt idx="4523">191035</cx:pt>
          <cx:pt idx="4524">191035</cx:pt>
          <cx:pt idx="4525">191307</cx:pt>
          <cx:pt idx="4526">191365</cx:pt>
          <cx:pt idx="4527">191386</cx:pt>
          <cx:pt idx="4528">191526</cx:pt>
          <cx:pt idx="4529">191722</cx:pt>
          <cx:pt idx="4530">191786</cx:pt>
          <cx:pt idx="4531">191835</cx:pt>
          <cx:pt idx="4532">191835</cx:pt>
          <cx:pt idx="4533">191865</cx:pt>
          <cx:pt idx="4534">191887</cx:pt>
          <cx:pt idx="4535">191890</cx:pt>
          <cx:pt idx="4536">192009</cx:pt>
          <cx:pt idx="4537">192009</cx:pt>
          <cx:pt idx="4538">192035</cx:pt>
          <cx:pt idx="4539">192193</cx:pt>
          <cx:pt idx="4540">192216</cx:pt>
          <cx:pt idx="4541">192481</cx:pt>
          <cx:pt idx="4542">192481</cx:pt>
          <cx:pt idx="4543">192553</cx:pt>
          <cx:pt idx="4544">192660</cx:pt>
          <cx:pt idx="4545">192676</cx:pt>
          <cx:pt idx="4546">192682</cx:pt>
          <cx:pt idx="4547">192958</cx:pt>
          <cx:pt idx="4548">193177</cx:pt>
          <cx:pt idx="4549">193198</cx:pt>
          <cx:pt idx="4550">193208</cx:pt>
          <cx:pt idx="4551">193293</cx:pt>
          <cx:pt idx="4552">193326</cx:pt>
          <cx:pt idx="4553">193332</cx:pt>
          <cx:pt idx="4554">193376</cx:pt>
          <cx:pt idx="4555">193500</cx:pt>
          <cx:pt idx="4556">193510</cx:pt>
          <cx:pt idx="4557">193566</cx:pt>
          <cx:pt idx="4558">193620</cx:pt>
          <cx:pt idx="4559">193637</cx:pt>
          <cx:pt idx="4560">193727</cx:pt>
          <cx:pt idx="4561">193782</cx:pt>
          <cx:pt idx="4562">193919</cx:pt>
          <cx:pt idx="4563">194006</cx:pt>
          <cx:pt idx="4564">194041</cx:pt>
          <cx:pt idx="4565">194224</cx:pt>
          <cx:pt idx="4566">194269</cx:pt>
          <cx:pt idx="4567">194280</cx:pt>
          <cx:pt idx="4568">194326</cx:pt>
          <cx:pt idx="4569">194396</cx:pt>
          <cx:pt idx="4570">194573</cx:pt>
          <cx:pt idx="4571">194677</cx:pt>
          <cx:pt idx="4572">194738</cx:pt>
          <cx:pt idx="4573">194850</cx:pt>
          <cx:pt idx="4574">194958</cx:pt>
          <cx:pt idx="4575">194984</cx:pt>
          <cx:pt idx="4576">194994</cx:pt>
          <cx:pt idx="4577">195066</cx:pt>
          <cx:pt idx="4578">195066</cx:pt>
          <cx:pt idx="4579">195085</cx:pt>
          <cx:pt idx="4580">195138</cx:pt>
          <cx:pt idx="4581">195216</cx:pt>
          <cx:pt idx="4582">195216</cx:pt>
          <cx:pt idx="4583">195276</cx:pt>
          <cx:pt idx="4584">195316</cx:pt>
          <cx:pt idx="4585">195471</cx:pt>
          <cx:pt idx="4586">195539</cx:pt>
          <cx:pt idx="4587">195539</cx:pt>
          <cx:pt idx="4588">195710</cx:pt>
          <cx:pt idx="4589">195800</cx:pt>
          <cx:pt idx="4590">195868</cx:pt>
          <cx:pt idx="4591">195901</cx:pt>
          <cx:pt idx="4592">195916</cx:pt>
          <cx:pt idx="4593">195965</cx:pt>
          <cx:pt idx="4594">196008</cx:pt>
          <cx:pt idx="4595">196350</cx:pt>
          <cx:pt idx="4596">196350</cx:pt>
          <cx:pt idx="4597">196385</cx:pt>
          <cx:pt idx="4598">196668</cx:pt>
          <cx:pt idx="4599">196700</cx:pt>
          <cx:pt idx="4600">196712</cx:pt>
          <cx:pt idx="4601">196740</cx:pt>
          <cx:pt idx="4602">196868</cx:pt>
          <cx:pt idx="4603">196910</cx:pt>
          <cx:pt idx="4604">196933</cx:pt>
          <cx:pt idx="4605">197006</cx:pt>
          <cx:pt idx="4606">197116</cx:pt>
          <cx:pt idx="4607">197203</cx:pt>
          <cx:pt idx="4608">197215</cx:pt>
          <cx:pt idx="4609">197243</cx:pt>
          <cx:pt idx="4610">197305</cx:pt>
          <cx:pt idx="4611">197465</cx:pt>
          <cx:pt idx="4612">197500</cx:pt>
          <cx:pt idx="4613">197538</cx:pt>
          <cx:pt idx="4614">197775</cx:pt>
          <cx:pt idx="4615">197799</cx:pt>
          <cx:pt idx="4616">197866</cx:pt>
          <cx:pt idx="4617">198031</cx:pt>
          <cx:pt idx="4618">198062</cx:pt>
          <cx:pt idx="4619">198302</cx:pt>
          <cx:pt idx="4620">198390</cx:pt>
          <cx:pt idx="4621">198450</cx:pt>
          <cx:pt idx="4622">198571</cx:pt>
          <cx:pt idx="4623">198605</cx:pt>
          <cx:pt idx="4624">198813</cx:pt>
          <cx:pt idx="4625">198816</cx:pt>
          <cx:pt idx="4626">198874</cx:pt>
          <cx:pt idx="4627">198898</cx:pt>
          <cx:pt idx="4628">198909</cx:pt>
          <cx:pt idx="4629">198999</cx:pt>
          <cx:pt idx="4630">199147</cx:pt>
          <cx:pt idx="4631">199212</cx:pt>
          <cx:pt idx="4632">199257</cx:pt>
          <cx:pt idx="4633">199458</cx:pt>
          <cx:pt idx="4634">199492</cx:pt>
          <cx:pt idx="4635">199581</cx:pt>
          <cx:pt idx="4636">199583</cx:pt>
          <cx:pt idx="4637">199583</cx:pt>
          <cx:pt idx="4638">199619</cx:pt>
          <cx:pt idx="4639">199642</cx:pt>
          <cx:pt idx="4640">199666</cx:pt>
          <cx:pt idx="4641">199896</cx:pt>
          <cx:pt idx="4642">199991</cx:pt>
          <cx:pt idx="4643">200000</cx:pt>
          <cx:pt idx="4644">200000</cx:pt>
          <cx:pt idx="4645">200000</cx:pt>
          <cx:pt idx="4646">200000</cx:pt>
          <cx:pt idx="4647">200000</cx:pt>
          <cx:pt idx="4648">200000</cx:pt>
          <cx:pt idx="4649">200000</cx:pt>
          <cx:pt idx="4650">200000</cx:pt>
          <cx:pt idx="4651">200000</cx:pt>
          <cx:pt idx="4652">200000</cx:pt>
          <cx:pt idx="4653">200000</cx:pt>
          <cx:pt idx="4654">200000</cx:pt>
          <cx:pt idx="4655">200000</cx:pt>
          <cx:pt idx="4656">200002</cx:pt>
          <cx:pt idx="4657">200125</cx:pt>
          <cx:pt idx="4658">200166</cx:pt>
          <cx:pt idx="4659">200199</cx:pt>
          <cx:pt idx="4660">200250</cx:pt>
          <cx:pt idx="4661">200292</cx:pt>
          <cx:pt idx="4662">200360</cx:pt>
          <cx:pt idx="4663">200366</cx:pt>
          <cx:pt idx="4664">200399</cx:pt>
          <cx:pt idx="4665">200420</cx:pt>
          <cx:pt idx="4666">200435</cx:pt>
          <cx:pt idx="4667">200459</cx:pt>
          <cx:pt idx="4668">200540</cx:pt>
          <cx:pt idx="4669">200661</cx:pt>
          <cx:pt idx="4670">200708</cx:pt>
          <cx:pt idx="4671">200774</cx:pt>
          <cx:pt idx="4672">200983</cx:pt>
          <cx:pt idx="4673">201363</cx:pt>
          <cx:pt idx="4674">201384</cx:pt>
          <cx:pt idx="4675">201570</cx:pt>
          <cx:pt idx="4676">201624</cx:pt>
          <cx:pt idx="4677">201660</cx:pt>
          <cx:pt idx="4678">201738</cx:pt>
          <cx:pt idx="4679">202019</cx:pt>
          <cx:pt idx="4680">202120</cx:pt>
          <cx:pt idx="4681">202165</cx:pt>
          <cx:pt idx="4682">202269</cx:pt>
          <cx:pt idx="4683">202284</cx:pt>
          <cx:pt idx="4684">202284</cx:pt>
          <cx:pt idx="4685">202298</cx:pt>
          <cx:pt idx="4686">202308</cx:pt>
          <cx:pt idx="4687">202337</cx:pt>
          <cx:pt idx="4688">202350</cx:pt>
          <cx:pt idx="4689">202381</cx:pt>
          <cx:pt idx="4690">202381</cx:pt>
          <cx:pt idx="4691">202696</cx:pt>
          <cx:pt idx="4692">202750</cx:pt>
          <cx:pt idx="4693">202754</cx:pt>
          <cx:pt idx="4694">202847</cx:pt>
          <cx:pt idx="4695">203170</cx:pt>
          <cx:pt idx="4696">203286</cx:pt>
          <cx:pt idx="4697">203324</cx:pt>
          <cx:pt idx="4698">203331</cx:pt>
          <cx:pt idx="4699">203333</cx:pt>
          <cx:pt idx="4700">203417</cx:pt>
          <cx:pt idx="4701">203455</cx:pt>
          <cx:pt idx="4702">203455</cx:pt>
          <cx:pt idx="4703">203673</cx:pt>
          <cx:pt idx="4704">203743</cx:pt>
          <cx:pt idx="4705">203985</cx:pt>
          <cx:pt idx="4706">204051</cx:pt>
          <cx:pt idx="4707">204114</cx:pt>
          <cx:pt idx="4708">204114</cx:pt>
          <cx:pt idx="4709">204117</cx:pt>
          <cx:pt idx="4710">204166</cx:pt>
          <cx:pt idx="4711">204190</cx:pt>
          <cx:pt idx="4712">204190</cx:pt>
          <cx:pt idx="4713">204190</cx:pt>
          <cx:pt idx="4714">204416</cx:pt>
          <cx:pt idx="4715">204523</cx:pt>
          <cx:pt idx="4716">204536</cx:pt>
          <cx:pt idx="4717">204675</cx:pt>
          <cx:pt idx="4718">204712</cx:pt>
          <cx:pt idx="4719">204849</cx:pt>
          <cx:pt idx="4720">205077</cx:pt>
          <cx:pt idx="4721">205097</cx:pt>
          <cx:pt idx="4722">205190</cx:pt>
          <cx:pt idx="4723">205269</cx:pt>
          <cx:pt idx="4724">205269</cx:pt>
          <cx:pt idx="4725">205434</cx:pt>
          <cx:pt idx="4726">205504</cx:pt>
          <cx:pt idx="4727">205681</cx:pt>
          <cx:pt idx="4728">205696</cx:pt>
          <cx:pt idx="4729">205714</cx:pt>
          <cx:pt idx="4730">205789</cx:pt>
          <cx:pt idx="4731">205797</cx:pt>
          <cx:pt idx="4732">205838</cx:pt>
          <cx:pt idx="4733">205905</cx:pt>
          <cx:pt idx="4734">205976</cx:pt>
          <cx:pt idx="4735">206014</cx:pt>
          <cx:pt idx="4736">206116</cx:pt>
          <cx:pt idx="4737">206187</cx:pt>
          <cx:pt idx="4738">206188</cx:pt>
          <cx:pt idx="4739">206203</cx:pt>
          <cx:pt idx="4740">206211</cx:pt>
          <cx:pt idx="4741">206214</cx:pt>
          <cx:pt idx="4742">206473</cx:pt>
          <cx:pt idx="4743">206497</cx:pt>
          <cx:pt idx="4744">206572</cx:pt>
          <cx:pt idx="4745">206610</cx:pt>
          <cx:pt idx="4746">206633</cx:pt>
          <cx:pt idx="4747">206740</cx:pt>
          <cx:pt idx="4748">206878</cx:pt>
          <cx:pt idx="4749">206971</cx:pt>
          <cx:pt idx="4750">206983</cx:pt>
          <cx:pt idx="4751">207124</cx:pt>
          <cx:pt idx="4752">207167</cx:pt>
          <cx:pt idx="4753">207209</cx:pt>
          <cx:pt idx="4754">207435</cx:pt>
          <cx:pt idx="4755">207484</cx:pt>
          <cx:pt idx="4756">207487</cx:pt>
          <cx:pt idx="4757">207487</cx:pt>
          <cx:pt idx="4758">207516</cx:pt>
          <cx:pt idx="4759">207536</cx:pt>
          <cx:pt idx="4760">207564</cx:pt>
          <cx:pt idx="4761">207594</cx:pt>
          <cx:pt idx="4762">207597</cx:pt>
          <cx:pt idx="4763">207624</cx:pt>
          <cx:pt idx="4764">207688</cx:pt>
          <cx:pt idx="4765">207776</cx:pt>
          <cx:pt idx="4766">207776</cx:pt>
          <cx:pt idx="4767">207841</cx:pt>
          <cx:pt idx="4768">207944</cx:pt>
          <cx:pt idx="4769">208096</cx:pt>
          <cx:pt idx="4770">208131</cx:pt>
          <cx:pt idx="4771">208174</cx:pt>
          <cx:pt idx="4772">208179</cx:pt>
          <cx:pt idx="4773">208246</cx:pt>
          <cx:pt idx="4774">208373</cx:pt>
          <cx:pt idx="4775">208438</cx:pt>
          <cx:pt idx="4776">208461</cx:pt>
          <cx:pt idx="4777">208654</cx:pt>
          <cx:pt idx="4778">208654</cx:pt>
          <cx:pt idx="4779">208654</cx:pt>
          <cx:pt idx="4780">208760</cx:pt>
          <cx:pt idx="4781">208817</cx:pt>
          <cx:pt idx="4782">208824</cx:pt>
          <cx:pt idx="4783">208873</cx:pt>
          <cx:pt idx="4784">208980</cx:pt>
          <cx:pt idx="4785">209102</cx:pt>
          <cx:pt idx="4786">209103</cx:pt>
          <cx:pt idx="4787">209221</cx:pt>
          <cx:pt idx="4788">209298</cx:pt>
          <cx:pt idx="4789">209467</cx:pt>
          <cx:pt idx="4790">209467</cx:pt>
          <cx:pt idx="4791">209708</cx:pt>
          <cx:pt idx="4792">210036</cx:pt>
          <cx:pt idx="4793">210036</cx:pt>
          <cx:pt idx="4794">210066</cx:pt>
          <cx:pt idx="4795">210114</cx:pt>
          <cx:pt idx="4796">210611</cx:pt>
          <cx:pt idx="4797">210611</cx:pt>
          <cx:pt idx="4798">210721</cx:pt>
          <cx:pt idx="4799">210775</cx:pt>
          <cx:pt idx="4800">210865</cx:pt>
          <cx:pt idx="4801">210885</cx:pt>
          <cx:pt idx="4802">210969</cx:pt>
          <cx:pt idx="4803">210980</cx:pt>
          <cx:pt idx="4804">211014</cx:pt>
          <cx:pt idx="4805">211024</cx:pt>
          <cx:pt idx="4806">211034</cx:pt>
          <cx:pt idx="4807">211047</cx:pt>
          <cx:pt idx="4808">211143</cx:pt>
          <cx:pt idx="4809">211183</cx:pt>
          <cx:pt idx="4810">211223</cx:pt>
          <cx:pt idx="4811">211250</cx:pt>
          <cx:pt idx="4812">211319</cx:pt>
          <cx:pt idx="4813">211378</cx:pt>
          <cx:pt idx="4814">211378</cx:pt>
          <cx:pt idx="4815">211429</cx:pt>
          <cx:pt idx="4816">211511</cx:pt>
          <cx:pt idx="4817">211658</cx:pt>
          <cx:pt idx="4818">211658</cx:pt>
          <cx:pt idx="4819">211658</cx:pt>
          <cx:pt idx="4820">211766</cx:pt>
          <cx:pt idx="4821">211986</cx:pt>
          <cx:pt idx="4822">211986</cx:pt>
          <cx:pt idx="4823">211986</cx:pt>
          <cx:pt idx="4824">212036</cx:pt>
          <cx:pt idx="4825">212191</cx:pt>
          <cx:pt idx="4826">212191</cx:pt>
          <cx:pt idx="4827">212191</cx:pt>
          <cx:pt idx="4828">212191</cx:pt>
          <cx:pt idx="4829">212191</cx:pt>
          <cx:pt idx="4830">212191</cx:pt>
          <cx:pt idx="4831">212191</cx:pt>
          <cx:pt idx="4832">212191</cx:pt>
          <cx:pt idx="4833">212191</cx:pt>
          <cx:pt idx="4834">212191</cx:pt>
          <cx:pt idx="4835">212191</cx:pt>
          <cx:pt idx="4836">212191</cx:pt>
          <cx:pt idx="4837">212200</cx:pt>
          <cx:pt idx="4838">212234</cx:pt>
          <cx:pt idx="4839">212433</cx:pt>
          <cx:pt idx="4840">212561</cx:pt>
          <cx:pt idx="4841">212660</cx:pt>
          <cx:pt idx="4842">212857</cx:pt>
          <cx:pt idx="4843">212867</cx:pt>
          <cx:pt idx="4844">212902</cx:pt>
          <cx:pt idx="4845">212969</cx:pt>
          <cx:pt idx="4846">213234</cx:pt>
          <cx:pt idx="4847">213285</cx:pt>
          <cx:pt idx="4848">213322</cx:pt>
          <cx:pt idx="4849">213349</cx:pt>
          <cx:pt idx="4850">213422</cx:pt>
          <cx:pt idx="4851">213440</cx:pt>
          <cx:pt idx="4852">213464</cx:pt>
          <cx:pt idx="4853">213475</cx:pt>
          <cx:pt idx="4854">213878</cx:pt>
          <cx:pt idx="4855">213896</cx:pt>
          <cx:pt idx="4856">213999</cx:pt>
          <cx:pt idx="4857">214003</cx:pt>
          <cx:pt idx="4858">214033</cx:pt>
          <cx:pt idx="4859">214055</cx:pt>
          <cx:pt idx="4860">214293</cx:pt>
          <cx:pt idx="4861">214467</cx:pt>
          <cx:pt idx="4862">214635</cx:pt>
          <cx:pt idx="4863">214741</cx:pt>
          <cx:pt idx="4864">214741</cx:pt>
          <cx:pt idx="4865">215066</cx:pt>
          <cx:pt idx="4866">215382</cx:pt>
          <cx:pt idx="4867">215382</cx:pt>
          <cx:pt idx="4868">215445</cx:pt>
          <cx:pt idx="4869">215497</cx:pt>
          <cx:pt idx="4870">215515</cx:pt>
          <cx:pt idx="4871">215556</cx:pt>
          <cx:pt idx="4872">215558</cx:pt>
          <cx:pt idx="4873">215618</cx:pt>
          <cx:pt idx="4874">215647</cx:pt>
          <cx:pt idx="4875">215671</cx:pt>
          <cx:pt idx="4876">215700</cx:pt>
          <cx:pt idx="4877">215729</cx:pt>
          <cx:pt idx="4878">216000</cx:pt>
          <cx:pt idx="4879">216045</cx:pt>
          <cx:pt idx="4880">216050</cx:pt>
          <cx:pt idx="4881">216342</cx:pt>
          <cx:pt idx="4882">216381</cx:pt>
          <cx:pt idx="4883">216381</cx:pt>
          <cx:pt idx="4884">216393</cx:pt>
          <cx:pt idx="4885">216474</cx:pt>
          <cx:pt idx="4886">216967</cx:pt>
          <cx:pt idx="4887">217150</cx:pt>
          <cx:pt idx="4888">217304</cx:pt>
          <cx:pt idx="4889">217368</cx:pt>
          <cx:pt idx="4890">217428</cx:pt>
          <cx:pt idx="4891">217428</cx:pt>
          <cx:pt idx="4892">217539</cx:pt>
          <cx:pt idx="4893">217616</cx:pt>
          <cx:pt idx="4894">217639</cx:pt>
          <cx:pt idx="4895">217656</cx:pt>
          <cx:pt idx="4896">217671</cx:pt>
          <cx:pt idx="4897">217696</cx:pt>
          <cx:pt idx="4898">217780</cx:pt>
          <cx:pt idx="4899">217845</cx:pt>
          <cx:pt idx="4900">217845</cx:pt>
          <cx:pt idx="4901">217939</cx:pt>
          <cx:pt idx="4902">217939</cx:pt>
          <cx:pt idx="4903">217995</cx:pt>
          <cx:pt idx="4904">218016</cx:pt>
          <cx:pt idx="4905">218506</cx:pt>
          <cx:pt idx="4906">218546</cx:pt>
          <cx:pt idx="4907">218739</cx:pt>
          <cx:pt idx="4908">218888</cx:pt>
          <cx:pt idx="4909">218888</cx:pt>
          <cx:pt idx="4910">219000</cx:pt>
          <cx:pt idx="4911">219000</cx:pt>
          <cx:pt idx="4912">219116</cx:pt>
          <cx:pt idx="4913">219229</cx:pt>
          <cx:pt idx="4914">219366</cx:pt>
          <cx:pt idx="4915">219645</cx:pt>
          <cx:pt idx="4916">219645</cx:pt>
          <cx:pt idx="4917">219675</cx:pt>
          <cx:pt idx="4918">219714</cx:pt>
          <cx:pt idx="4919">219763</cx:pt>
          <cx:pt idx="4920">219770</cx:pt>
          <cx:pt idx="4921">219777</cx:pt>
          <cx:pt idx="4922">219911</cx:pt>
          <cx:pt idx="4923">219932</cx:pt>
          <cx:pt idx="4924">219977</cx:pt>
          <cx:pt idx="4925">220149</cx:pt>
          <cx:pt idx="4926">220263</cx:pt>
          <cx:pt idx="4927">220277</cx:pt>
          <cx:pt idx="4928">220475</cx:pt>
          <cx:pt idx="4929">220599</cx:pt>
          <cx:pt idx="4930">220668</cx:pt>
          <cx:pt idx="4931">220772</cx:pt>
          <cx:pt idx="4932">221270</cx:pt>
          <cx:pt idx="4933">221346</cx:pt>
          <cx:pt idx="4934">221384</cx:pt>
          <cx:pt idx="4935">221441</cx:pt>
          <cx:pt idx="4936">221463</cx:pt>
          <cx:pt idx="4937">221785</cx:pt>
          <cx:pt idx="4938">221792</cx:pt>
          <cx:pt idx="4939">221838</cx:pt>
          <cx:pt idx="4940">222021</cx:pt>
          <cx:pt idx="4941">222028</cx:pt>
          <cx:pt idx="4942">222204</cx:pt>
          <cx:pt idx="4943">222509</cx:pt>
          <cx:pt idx="4944">222509</cx:pt>
          <cx:pt idx="4945">222525</cx:pt>
          <cx:pt idx="4946">222663</cx:pt>
          <cx:pt idx="4947">222677</cx:pt>
          <cx:pt idx="4948">222718</cx:pt>
          <cx:pt idx="4949">222744</cx:pt>
          <cx:pt idx="4950">222910</cx:pt>
          <cx:pt idx="4951">222940</cx:pt>
          <cx:pt idx="4952">222996</cx:pt>
          <cx:pt idx="4953">223383</cx:pt>
          <cx:pt idx="4954">223547</cx:pt>
          <cx:pt idx="4955">223691</cx:pt>
          <cx:pt idx="4956">223767</cx:pt>
          <cx:pt idx="4957">223943</cx:pt>
          <cx:pt idx="4958">223971</cx:pt>
          <cx:pt idx="4959">223979</cx:pt>
          <cx:pt idx="4960">223981</cx:pt>
          <cx:pt idx="4961">224131</cx:pt>
          <cx:pt idx="4962">224154</cx:pt>
          <cx:pt idx="4963">224193</cx:pt>
          <cx:pt idx="4964">224201</cx:pt>
          <cx:pt idx="4965">224218</cx:pt>
          <cx:pt idx="4966">224392</cx:pt>
          <cx:pt idx="4967">224883</cx:pt>
          <cx:pt idx="4968">224994</cx:pt>
          <cx:pt idx="4969">225033</cx:pt>
          <cx:pt idx="4970">225100</cx:pt>
          <cx:pt idx="4971">225119</cx:pt>
          <cx:pt idx="4972">225249</cx:pt>
          <cx:pt idx="4973">225374</cx:pt>
          <cx:pt idx="4974">225585</cx:pt>
          <cx:pt idx="4975">225666</cx:pt>
          <cx:pt idx="4976">225720</cx:pt>
          <cx:pt idx="4977">225978</cx:pt>
          <cx:pt idx="4978">225992</cx:pt>
          <cx:pt idx="4979">225998</cx:pt>
          <cx:pt idx="4980">226135</cx:pt>
          <cx:pt idx="4981">226466</cx:pt>
          <cx:pt idx="4982">226528</cx:pt>
          <cx:pt idx="4983">226641</cx:pt>
          <cx:pt idx="4984">226662</cx:pt>
          <cx:pt idx="4985">226879</cx:pt>
          <cx:pt idx="4986">226911</cx:pt>
          <cx:pt idx="4987">226915</cx:pt>
          <cx:pt idx="4988">227102</cx:pt>
          <cx:pt idx="4989">227132</cx:pt>
          <cx:pt idx="4990">227365</cx:pt>
          <cx:pt idx="4991">227868</cx:pt>
          <cx:pt idx="4992">228033</cx:pt>
          <cx:pt idx="4993">228041</cx:pt>
          <cx:pt idx="4994">228200</cx:pt>
          <cx:pt idx="4995">228250</cx:pt>
          <cx:pt idx="4996">228378</cx:pt>
          <cx:pt idx="4997">228439</cx:pt>
          <cx:pt idx="4998">228491</cx:pt>
          <cx:pt idx="4999">228491</cx:pt>
          <cx:pt idx="5000">228681</cx:pt>
          <cx:pt idx="5001">228838</cx:pt>
          <cx:pt idx="5002">228926</cx:pt>
          <cx:pt idx="5003">228958</cx:pt>
          <cx:pt idx="5004">229243</cx:pt>
          <cx:pt idx="5005">229272</cx:pt>
          <cx:pt idx="5006">229431</cx:pt>
          <cx:pt idx="5007">229506</cx:pt>
          <cx:pt idx="5008">229851</cx:pt>
          <cx:pt idx="5009">230254</cx:pt>
          <cx:pt idx="5010">230385</cx:pt>
          <cx:pt idx="5011">230625</cx:pt>
          <cx:pt idx="5012">230666</cx:pt>
          <cx:pt idx="5013">230840</cx:pt>
          <cx:pt idx="5014">230840</cx:pt>
          <cx:pt idx="5015">230897</cx:pt>
          <cx:pt idx="5016">230908</cx:pt>
          <cx:pt idx="5017">230964</cx:pt>
          <cx:pt idx="5018">231066</cx:pt>
          <cx:pt idx="5019">231331</cx:pt>
          <cx:pt idx="5020">231331</cx:pt>
          <cx:pt idx="5021">231622</cx:pt>
          <cx:pt idx="5022">231794</cx:pt>
          <cx:pt idx="5023">231820</cx:pt>
          <cx:pt idx="5024">231944</cx:pt>
          <cx:pt idx="5025">232150</cx:pt>
          <cx:pt idx="5026">232289</cx:pt>
          <cx:pt idx="5027">232444</cx:pt>
          <cx:pt idx="5028">232483</cx:pt>
          <cx:pt idx="5029">232527</cx:pt>
          <cx:pt idx="5030">232527</cx:pt>
          <cx:pt idx="5031">232746</cx:pt>
          <cx:pt idx="5032">233133</cx:pt>
          <cx:pt idx="5033">233133</cx:pt>
          <cx:pt idx="5034">233188</cx:pt>
          <cx:pt idx="5035">233188</cx:pt>
          <cx:pt idx="5036">233338</cx:pt>
          <cx:pt idx="5037">233600</cx:pt>
          <cx:pt idx="5038">233605</cx:pt>
          <cx:pt idx="5039">233962</cx:pt>
          <cx:pt idx="5040">233962</cx:pt>
          <cx:pt idx="5041">234166</cx:pt>
          <cx:pt idx="5042">234456</cx:pt>
          <cx:pt idx="5043">234456</cx:pt>
          <cx:pt idx="5044">234514</cx:pt>
          <cx:pt idx="5045">234514</cx:pt>
          <cx:pt idx="5046">234526</cx:pt>
          <cx:pt idx="5047">234750</cx:pt>
          <cx:pt idx="5048">234756</cx:pt>
          <cx:pt idx="5049">234833</cx:pt>
          <cx:pt idx="5050">234958</cx:pt>
          <cx:pt idx="5051">235631</cx:pt>
          <cx:pt idx="5052">235718</cx:pt>
          <cx:pt idx="5053">235856</cx:pt>
          <cx:pt idx="5054">235934</cx:pt>
          <cx:pt idx="5055">236086</cx:pt>
          <cx:pt idx="5056">236242</cx:pt>
          <cx:pt idx="5057">236355</cx:pt>
          <cx:pt idx="5058">236387</cx:pt>
          <cx:pt idx="5059">236492</cx:pt>
          <cx:pt idx="5060">236492</cx:pt>
          <cx:pt idx="5061">236492</cx:pt>
          <cx:pt idx="5062">236492</cx:pt>
          <cx:pt idx="5063">236492</cx:pt>
          <cx:pt idx="5064">236492</cx:pt>
          <cx:pt idx="5065">236632</cx:pt>
          <cx:pt idx="5066">236659</cx:pt>
          <cx:pt idx="5067">236682</cx:pt>
          <cx:pt idx="5068">236820</cx:pt>
          <cx:pt idx="5069">236832</cx:pt>
          <cx:pt idx="5070">236832</cx:pt>
          <cx:pt idx="5071">237019</cx:pt>
          <cx:pt idx="5072">237128</cx:pt>
          <cx:pt idx="5073">237132</cx:pt>
          <cx:pt idx="5074">237186</cx:pt>
          <cx:pt idx="5075">237385</cx:pt>
          <cx:pt idx="5076">237413</cx:pt>
          <cx:pt idx="5077">237677</cx:pt>
          <cx:pt idx="5078">237689</cx:pt>
          <cx:pt idx="5079">237799</cx:pt>
          <cx:pt idx="5080">237799</cx:pt>
          <cx:pt idx="5081">237948</cx:pt>
          <cx:pt idx="5082">238333</cx:pt>
          <cx:pt idx="5083">238506</cx:pt>
          <cx:pt idx="5084">238513</cx:pt>
          <cx:pt idx="5085">238558</cx:pt>
          <cx:pt idx="5086">238566</cx:pt>
          <cx:pt idx="5087">238636</cx:pt>
          <cx:pt idx="5088">238663</cx:pt>
          <cx:pt idx="5089">238667</cx:pt>
          <cx:pt idx="5090">238782</cx:pt>
          <cx:pt idx="5091">238814</cx:pt>
          <cx:pt idx="5092">239127</cx:pt>
          <cx:pt idx="5093">239236</cx:pt>
          <cx:pt idx="5094">239244</cx:pt>
          <cx:pt idx="5095">239453</cx:pt>
          <cx:pt idx="5096">239453</cx:pt>
          <cx:pt idx="5097">239528</cx:pt>
          <cx:pt idx="5098">239596</cx:pt>
          <cx:pt idx="5099">239602</cx:pt>
          <cx:pt idx="5100">239602</cx:pt>
          <cx:pt idx="5101">239743</cx:pt>
          <cx:pt idx="5102">239817</cx:pt>
          <cx:pt idx="5103">239972</cx:pt>
          <cx:pt idx="5104">240216</cx:pt>
          <cx:pt idx="5105">240227</cx:pt>
          <cx:pt idx="5106">240263</cx:pt>
          <cx:pt idx="5107">240263</cx:pt>
          <cx:pt idx="5108">240384</cx:pt>
          <cx:pt idx="5109">240625</cx:pt>
          <cx:pt idx="5110">240643</cx:pt>
          <cx:pt idx="5111">240674</cx:pt>
          <cx:pt idx="5112">240794</cx:pt>
          <cx:pt idx="5113">240804</cx:pt>
          <cx:pt idx="5114">241040</cx:pt>
          <cx:pt idx="5115">241110</cx:pt>
          <cx:pt idx="5116">241345</cx:pt>
          <cx:pt idx="5117">241447</cx:pt>
          <cx:pt idx="5118">241718</cx:pt>
          <cx:pt idx="5119">241733</cx:pt>
          <cx:pt idx="5120">241895</cx:pt>
          <cx:pt idx="5121">242033</cx:pt>
          <cx:pt idx="5122">242263</cx:pt>
          <cx:pt idx="5123">242423</cx:pt>
          <cx:pt idx="5124">242513</cx:pt>
          <cx:pt idx="5125">242614</cx:pt>
          <cx:pt idx="5126">242692</cx:pt>
          <cx:pt idx="5127">242846</cx:pt>
          <cx:pt idx="5128">242846</cx:pt>
          <cx:pt idx="5129">242999</cx:pt>
          <cx:pt idx="5130">243034</cx:pt>
          <cx:pt idx="5131">243179</cx:pt>
          <cx:pt idx="5132">243516</cx:pt>
          <cx:pt idx="5133">243744</cx:pt>
          <cx:pt idx="5134">243852</cx:pt>
          <cx:pt idx="5135">243852</cx:pt>
          <cx:pt idx="5136">243866</cx:pt>
          <cx:pt idx="5137">243940</cx:pt>
          <cx:pt idx="5138">243940</cx:pt>
          <cx:pt idx="5139">244023</cx:pt>
          <cx:pt idx="5140">244078</cx:pt>
          <cx:pt idx="5141">244096</cx:pt>
          <cx:pt idx="5142">244245</cx:pt>
          <cx:pt idx="5143">244496</cx:pt>
          <cx:pt idx="5144">244532</cx:pt>
          <cx:pt idx="5145">244668</cx:pt>
          <cx:pt idx="5146">244791</cx:pt>
          <cx:pt idx="5147">245542</cx:pt>
          <cx:pt idx="5148">245616</cx:pt>
          <cx:pt idx="5149">245628</cx:pt>
          <cx:pt idx="5150">245817</cx:pt>
          <cx:pt idx="5151">245831</cx:pt>
          <cx:pt idx="5152">245847</cx:pt>
          <cx:pt idx="5153">246190</cx:pt>
          <cx:pt idx="5154">246190</cx:pt>
          <cx:pt idx="5155">246314</cx:pt>
          <cx:pt idx="5156">246365</cx:pt>
          <cx:pt idx="5157">246365</cx:pt>
          <cx:pt idx="5158">246416</cx:pt>
          <cx:pt idx="5159">246457</cx:pt>
          <cx:pt idx="5160">246503</cx:pt>
          <cx:pt idx="5161">246666</cx:pt>
          <cx:pt idx="5162">246792</cx:pt>
          <cx:pt idx="5163">246813</cx:pt>
          <cx:pt idx="5164">247687</cx:pt>
          <cx:pt idx="5165">247831</cx:pt>
          <cx:pt idx="5166">248137</cx:pt>
          <cx:pt idx="5167">248137</cx:pt>
          <cx:pt idx="5168">248245</cx:pt>
          <cx:pt idx="5169">248281</cx:pt>
          <cx:pt idx="5170">248407</cx:pt>
          <cx:pt idx="5171">248616</cx:pt>
          <cx:pt idx="5172">248616</cx:pt>
          <cx:pt idx="5173">248616</cx:pt>
          <cx:pt idx="5174">249420</cx:pt>
          <cx:pt idx="5175">249614</cx:pt>
          <cx:pt idx="5176">249860</cx:pt>
          <cx:pt idx="5177">250000</cx:pt>
          <cx:pt idx="5178">250003</cx:pt>
          <cx:pt idx="5179">250066</cx:pt>
          <cx:pt idx="5180">250198</cx:pt>
          <cx:pt idx="5181">250566</cx:pt>
          <cx:pt idx="5182">250655</cx:pt>
          <cx:pt idx="5183">250788</cx:pt>
          <cx:pt idx="5184">250900</cx:pt>
          <cx:pt idx="5185">251048</cx:pt>
          <cx:pt idx="5186">251493</cx:pt>
          <cx:pt idx="5187">251493</cx:pt>
          <cx:pt idx="5188">251511</cx:pt>
          <cx:pt idx="5189">251852</cx:pt>
          <cx:pt idx="5190">252357</cx:pt>
          <cx:pt idx="5191">252428</cx:pt>
          <cx:pt idx="5192">252500</cx:pt>
          <cx:pt idx="5193">252507</cx:pt>
          <cx:pt idx="5194">252733</cx:pt>
          <cx:pt idx="5195">252788</cx:pt>
          <cx:pt idx="5196">252788</cx:pt>
          <cx:pt idx="5197">252913</cx:pt>
          <cx:pt idx="5198">253580</cx:pt>
          <cx:pt idx="5199">253602</cx:pt>
          <cx:pt idx="5200">253887</cx:pt>
          <cx:pt idx="5201">253946</cx:pt>
          <cx:pt idx="5202">253949</cx:pt>
          <cx:pt idx="5203">254003</cx:pt>
          <cx:pt idx="5204">254341</cx:pt>
          <cx:pt idx="5205">254341</cx:pt>
          <cx:pt idx="5206">254344</cx:pt>
          <cx:pt idx="5207">254599</cx:pt>
          <cx:pt idx="5208">254718</cx:pt>
          <cx:pt idx="5209">255555</cx:pt>
          <cx:pt idx="5210">255641</cx:pt>
          <cx:pt idx="5211">256170</cx:pt>
          <cx:pt idx="5212">256170</cx:pt>
          <cx:pt idx="5213">256430</cx:pt>
          <cx:pt idx="5214">256439</cx:pt>
          <cx:pt idx="5215">256500</cx:pt>
          <cx:pt idx="5216">256563</cx:pt>
          <cx:pt idx="5217">256723</cx:pt>
          <cx:pt idx="5218">256857</cx:pt>
          <cx:pt idx="5219">257003</cx:pt>
          <cx:pt idx="5220">257057</cx:pt>
          <cx:pt idx="5221">257170</cx:pt>
          <cx:pt idx="5222">257235</cx:pt>
          <cx:pt idx="5223">257235</cx:pt>
          <cx:pt idx="5224">257334</cx:pt>
          <cx:pt idx="5225">257625</cx:pt>
          <cx:pt idx="5226">258080</cx:pt>
          <cx:pt idx="5227">258284</cx:pt>
          <cx:pt idx="5228">258940</cx:pt>
          <cx:pt idx="5229">259660</cx:pt>
          <cx:pt idx="5230">259799</cx:pt>
          <cx:pt idx="5231">259833</cx:pt>
          <cx:pt idx="5232">259999</cx:pt>
          <cx:pt idx="5233">259999</cx:pt>
          <cx:pt idx="5234">260007</cx:pt>
          <cx:pt idx="5235">260012</cx:pt>
          <cx:pt idx="5236">260161</cx:pt>
          <cx:pt idx="5237">261124</cx:pt>
          <cx:pt idx="5238">261124</cx:pt>
          <cx:pt idx="5239">261124</cx:pt>
          <cx:pt idx="5240">261163</cx:pt>
          <cx:pt idx="5241">261163</cx:pt>
          <cx:pt idx="5242">261309</cx:pt>
          <cx:pt idx="5243">261685</cx:pt>
          <cx:pt idx="5244">261685</cx:pt>
          <cx:pt idx="5245">261703</cx:pt>
          <cx:pt idx="5246">262134</cx:pt>
          <cx:pt idx="5247">262298</cx:pt>
          <cx:pt idx="5248">262298</cx:pt>
          <cx:pt idx="5249">262516</cx:pt>
          <cx:pt idx="5250">262688</cx:pt>
          <cx:pt idx="5251">262921</cx:pt>
          <cx:pt idx="5252">262972</cx:pt>
          <cx:pt idx="5253">263048</cx:pt>
          <cx:pt idx="5254">263184</cx:pt>
          <cx:pt idx="5255">263184</cx:pt>
          <cx:pt idx="5256">263253</cx:pt>
          <cx:pt idx="5257">263311</cx:pt>
          <cx:pt idx="5258">263529</cx:pt>
          <cx:pt idx="5259">263529</cx:pt>
          <cx:pt idx="5260">263757</cx:pt>
          <cx:pt idx="5261">264139</cx:pt>
          <cx:pt idx="5262">264680</cx:pt>
          <cx:pt idx="5263">265398</cx:pt>
          <cx:pt idx="5264">265511</cx:pt>
          <cx:pt idx="5265">265511</cx:pt>
          <cx:pt idx="5266">265539</cx:pt>
          <cx:pt idx="5267">266017</cx:pt>
          <cx:pt idx="5268">266017</cx:pt>
          <cx:pt idx="5269">266616</cx:pt>
          <cx:pt idx="5270">266616</cx:pt>
          <cx:pt idx="5271">266664</cx:pt>
          <cx:pt idx="5272">267350</cx:pt>
          <cx:pt idx="5273">267481</cx:pt>
          <cx:pt idx="5274">267516</cx:pt>
          <cx:pt idx="5275">267872</cx:pt>
          <cx:pt idx="5276">267923</cx:pt>
          <cx:pt idx="5277">267935</cx:pt>
          <cx:pt idx="5278">268357</cx:pt>
          <cx:pt idx="5279">268405</cx:pt>
          <cx:pt idx="5280">268405</cx:pt>
          <cx:pt idx="5281">269378</cx:pt>
          <cx:pt idx="5282">269378</cx:pt>
          <cx:pt idx="5283">270000</cx:pt>
          <cx:pt idx="5284">270279</cx:pt>
          <cx:pt idx="5285">270570</cx:pt>
          <cx:pt idx="5286">270698</cx:pt>
          <cx:pt idx="5287">271074</cx:pt>
          <cx:pt idx="5288">271152</cx:pt>
          <cx:pt idx="5289">271152</cx:pt>
          <cx:pt idx="5290">271228</cx:pt>
          <cx:pt idx="5291">271337</cx:pt>
          <cx:pt idx="5292">271383</cx:pt>
          <cx:pt idx="5293">271438</cx:pt>
          <cx:pt idx="5294">271438</cx:pt>
          <cx:pt idx="5295">271460</cx:pt>
          <cx:pt idx="5296">271657</cx:pt>
          <cx:pt idx="5297">272085</cx:pt>
          <cx:pt idx="5298">272245</cx:pt>
          <cx:pt idx="5299">272356</cx:pt>
          <cx:pt idx="5300">272356</cx:pt>
          <cx:pt idx="5301">272590</cx:pt>
          <cx:pt idx="5302">272709</cx:pt>
          <cx:pt idx="5303">273050</cx:pt>
          <cx:pt idx="5304">273187</cx:pt>
          <cx:pt idx="5305">273441</cx:pt>
          <cx:pt idx="5306">273559</cx:pt>
          <cx:pt idx="5307">273737</cx:pt>
          <cx:pt idx="5308">273796</cx:pt>
          <cx:pt idx="5309">274020</cx:pt>
          <cx:pt idx="5310">274020</cx:pt>
          <cx:pt idx="5311">274049</cx:pt>
          <cx:pt idx="5312">274126</cx:pt>
          <cx:pt idx="5313">274126</cx:pt>
          <cx:pt idx="5314">274220</cx:pt>
          <cx:pt idx="5315">274797</cx:pt>
          <cx:pt idx="5316">275183</cx:pt>
          <cx:pt idx="5317">275183</cx:pt>
          <cx:pt idx="5318">275367</cx:pt>
          <cx:pt idx="5319">275431</cx:pt>
          <cx:pt idx="5320">275941</cx:pt>
          <cx:pt idx="5321">276538</cx:pt>
          <cx:pt idx="5322">276946</cx:pt>
          <cx:pt idx="5323">277095</cx:pt>
          <cx:pt idx="5324">277095</cx:pt>
          <cx:pt idx="5325">277535</cx:pt>
          <cx:pt idx="5326">277582</cx:pt>
          <cx:pt idx="5327">277653</cx:pt>
          <cx:pt idx="5328">278059</cx:pt>
          <cx:pt idx="5329">278234</cx:pt>
          <cx:pt idx="5330">278234</cx:pt>
          <cx:pt idx="5331">278269</cx:pt>
          <cx:pt idx="5332">278483</cx:pt>
          <cx:pt idx="5333">278585</cx:pt>
          <cx:pt idx="5334">279440</cx:pt>
          <cx:pt idx="5335">279695</cx:pt>
          <cx:pt idx="5336">279723</cx:pt>
          <cx:pt idx="5337">279983</cx:pt>
          <cx:pt idx="5338">280011</cx:pt>
          <cx:pt idx="5339">280054</cx:pt>
          <cx:pt idx="5340">280266</cx:pt>
          <cx:pt idx="5341">280266</cx:pt>
          <cx:pt idx="5342">280583</cx:pt>
          <cx:pt idx="5343">281008</cx:pt>
          <cx:pt idx="5344">281608</cx:pt>
          <cx:pt idx="5345">281710</cx:pt>
          <cx:pt idx="5346">282305</cx:pt>
          <cx:pt idx="5347">282305</cx:pt>
          <cx:pt idx="5348">282305</cx:pt>
          <cx:pt idx="5349">282305</cx:pt>
          <cx:pt idx="5350">282305</cx:pt>
          <cx:pt idx="5351">282305</cx:pt>
          <cx:pt idx="5352">282555</cx:pt>
          <cx:pt idx="5353">282586</cx:pt>
          <cx:pt idx="5354">282760</cx:pt>
          <cx:pt idx="5355">282778</cx:pt>
          <cx:pt idx="5356">282795</cx:pt>
          <cx:pt idx="5357">282865</cx:pt>
          <cx:pt idx="5358">282991</cx:pt>
          <cx:pt idx="5359">283384</cx:pt>
          <cx:pt idx="5360">284085</cx:pt>
          <cx:pt idx="5361">284332</cx:pt>
          <cx:pt idx="5362">284370</cx:pt>
          <cx:pt idx="5363">285037</cx:pt>
          <cx:pt idx="5364">285373</cx:pt>
          <cx:pt idx="5365">285492</cx:pt>
          <cx:pt idx="5366">285757</cx:pt>
          <cx:pt idx="5367">285778</cx:pt>
          <cx:pt idx="5368">285967</cx:pt>
          <cx:pt idx="5369">286096</cx:pt>
          <cx:pt idx="5370">286275</cx:pt>
          <cx:pt idx="5371">286389</cx:pt>
          <cx:pt idx="5372">286635</cx:pt>
          <cx:pt idx="5373">286635</cx:pt>
          <cx:pt idx="5374">286635</cx:pt>
          <cx:pt idx="5375">287066</cx:pt>
          <cx:pt idx="5376">287760</cx:pt>
          <cx:pt idx="5377">287935</cx:pt>
          <cx:pt idx="5378">288141</cx:pt>
          <cx:pt idx="5379">288141</cx:pt>
          <cx:pt idx="5380">288141</cx:pt>
          <cx:pt idx="5381">288211</cx:pt>
          <cx:pt idx="5382">288623</cx:pt>
          <cx:pt idx="5383">288623</cx:pt>
          <cx:pt idx="5384">288623</cx:pt>
          <cx:pt idx="5385">288653</cx:pt>
          <cx:pt idx="5386">288693</cx:pt>
          <cx:pt idx="5387">288957</cx:pt>
          <cx:pt idx="5388">288957</cx:pt>
          <cx:pt idx="5389">289113</cx:pt>
          <cx:pt idx="5390">289123</cx:pt>
          <cx:pt idx="5391">289785</cx:pt>
          <cx:pt idx="5392">289816</cx:pt>
          <cx:pt idx="5393">289816</cx:pt>
          <cx:pt idx="5394">290000</cx:pt>
          <cx:pt idx="5395">290672</cx:pt>
          <cx:pt idx="5396">290965</cx:pt>
          <cx:pt idx="5397">291383</cx:pt>
          <cx:pt idx="5398">291516</cx:pt>
          <cx:pt idx="5399">291768</cx:pt>
          <cx:pt idx="5400">291782</cx:pt>
          <cx:pt idx="5401">291865</cx:pt>
          <cx:pt idx="5402">292000</cx:pt>
          <cx:pt idx="5403">292262</cx:pt>
          <cx:pt idx="5404">292534</cx:pt>
          <cx:pt idx="5405">292809</cx:pt>
          <cx:pt idx="5406">293902</cx:pt>
          <cx:pt idx="5407">293902</cx:pt>
          <cx:pt idx="5408">294603</cx:pt>
          <cx:pt idx="5409">295193</cx:pt>
          <cx:pt idx="5410">296894</cx:pt>
          <cx:pt idx="5411">297754</cx:pt>
          <cx:pt idx="5412">297760</cx:pt>
          <cx:pt idx="5413">298031</cx:pt>
          <cx:pt idx="5414">298113</cx:pt>
          <cx:pt idx="5415">298548</cx:pt>
          <cx:pt idx="5416">298740</cx:pt>
          <cx:pt idx="5417">299173</cx:pt>
          <cx:pt idx="5418">299173</cx:pt>
          <cx:pt idx="5419">299173</cx:pt>
          <cx:pt idx="5420">299173</cx:pt>
          <cx:pt idx="5421">299173</cx:pt>
          <cx:pt idx="5422">299173</cx:pt>
          <cx:pt idx="5423">299478</cx:pt>
          <cx:pt idx="5424">299625</cx:pt>
          <cx:pt idx="5425">299783</cx:pt>
          <cx:pt idx="5426">299984</cx:pt>
          <cx:pt idx="5427">299984</cx:pt>
          <cx:pt idx="5428">299996</cx:pt>
          <cx:pt idx="5429">300006</cx:pt>
          <cx:pt idx="5430">300006</cx:pt>
          <cx:pt idx="5431">300093</cx:pt>
          <cx:pt idx="5432">300093</cx:pt>
          <cx:pt idx="5433">300132</cx:pt>
          <cx:pt idx="5434">300132</cx:pt>
          <cx:pt idx="5435">300234</cx:pt>
          <cx:pt idx="5436">300325</cx:pt>
          <cx:pt idx="5437">300462</cx:pt>
          <cx:pt idx="5438">300594</cx:pt>
          <cx:pt idx="5439">300876</cx:pt>
          <cx:pt idx="5440">300876</cx:pt>
          <cx:pt idx="5441">301303</cx:pt>
          <cx:pt idx="5442">302229</cx:pt>
          <cx:pt idx="5443">302535</cx:pt>
          <cx:pt idx="5444">302582</cx:pt>
          <cx:pt idx="5445">302688</cx:pt>
          <cx:pt idx="5446">302859</cx:pt>
          <cx:pt idx="5447">302859</cx:pt>
          <cx:pt idx="5448">303166</cx:pt>
          <cx:pt idx="5449">303202</cx:pt>
          <cx:pt idx="5450">303318</cx:pt>
          <cx:pt idx="5451">304339</cx:pt>
          <cx:pt idx="5452">304505</cx:pt>
          <cx:pt idx="5453">304599</cx:pt>
          <cx:pt idx="5454">304684</cx:pt>
          <cx:pt idx="5455">304869</cx:pt>
          <cx:pt idx="5456">304958</cx:pt>
          <cx:pt idx="5457">305400</cx:pt>
          <cx:pt idx="5458">305400</cx:pt>
          <cx:pt idx="5459">305702</cx:pt>
          <cx:pt idx="5460">305948</cx:pt>
          <cx:pt idx="5461">306399</cx:pt>
          <cx:pt idx="5462">306732</cx:pt>
          <cx:pt idx="5463">306930</cx:pt>
          <cx:pt idx="5464">306963</cx:pt>
          <cx:pt idx="5465">306963</cx:pt>
          <cx:pt idx="5466">307053</cx:pt>
          <cx:pt idx="5467">307227</cx:pt>
          <cx:pt idx="5468">307514</cx:pt>
          <cx:pt idx="5469">307647</cx:pt>
          <cx:pt idx="5470">307674</cx:pt>
          <cx:pt idx="5471">308017</cx:pt>
          <cx:pt idx="5472">308154</cx:pt>
          <cx:pt idx="5473">308203</cx:pt>
          <cx:pt idx="5474">308357</cx:pt>
          <cx:pt idx="5475">308357</cx:pt>
          <cx:pt idx="5476">308718</cx:pt>
          <cx:pt idx="5477">309041</cx:pt>
          <cx:pt idx="5478">309041</cx:pt>
          <cx:pt idx="5479">309235</cx:pt>
          <cx:pt idx="5480">309913</cx:pt>
          <cx:pt idx="5481">310090</cx:pt>
          <cx:pt idx="5482">310293</cx:pt>
          <cx:pt idx="5483">310324</cx:pt>
          <cx:pt idx="5484">310407</cx:pt>
          <cx:pt idx="5485">310446</cx:pt>
          <cx:pt idx="5486">310873</cx:pt>
          <cx:pt idx="5487">311110</cx:pt>
          <cx:pt idx="5488">311110</cx:pt>
          <cx:pt idx="5489">311278</cx:pt>
          <cx:pt idx="5490">311682</cx:pt>
          <cx:pt idx="5491">312329</cx:pt>
          <cx:pt idx="5492">312329</cx:pt>
          <cx:pt idx="5493">312839</cx:pt>
          <cx:pt idx="5494">312839</cx:pt>
          <cx:pt idx="5495">313028</cx:pt>
          <cx:pt idx="5496">313034</cx:pt>
          <cx:pt idx="5497">313142</cx:pt>
          <cx:pt idx="5498">313142</cx:pt>
          <cx:pt idx="5499">313563</cx:pt>
          <cx:pt idx="5500">313886</cx:pt>
          <cx:pt idx="5501">313903</cx:pt>
          <cx:pt idx="5502">313955</cx:pt>
          <cx:pt idx="5503">314322</cx:pt>
          <cx:pt idx="5504">314555</cx:pt>
          <cx:pt idx="5505">314555</cx:pt>
          <cx:pt idx="5506">314628</cx:pt>
          <cx:pt idx="5507">314671</cx:pt>
          <cx:pt idx="5508">314864</cx:pt>
          <cx:pt idx="5509">314864</cx:pt>
          <cx:pt idx="5510">315157</cx:pt>
          <cx:pt idx="5511">315157</cx:pt>
          <cx:pt idx="5512">315230</cx:pt>
          <cx:pt idx="5513">315338</cx:pt>
          <cx:pt idx="5514">315674</cx:pt>
          <cx:pt idx="5515">315833</cx:pt>
          <cx:pt idx="5516">315833</cx:pt>
          <cx:pt idx="5517">315859</cx:pt>
          <cx:pt idx="5518">315956</cx:pt>
          <cx:pt idx="5519">316855</cx:pt>
          <cx:pt idx="5520">317004</cx:pt>
          <cx:pt idx="5521">317236</cx:pt>
          <cx:pt idx="5522">317286</cx:pt>
          <cx:pt idx="5523">317286</cx:pt>
          <cx:pt idx="5524">317487</cx:pt>
          <cx:pt idx="5525">317991</cx:pt>
          <cx:pt idx="5526">318227</cx:pt>
          <cx:pt idx="5527">318413</cx:pt>
          <cx:pt idx="5528">318481</cx:pt>
          <cx:pt idx="5529">318790</cx:pt>
          <cx:pt idx="5530">319420</cx:pt>
          <cx:pt idx="5531">319420</cx:pt>
          <cx:pt idx="5532">319485</cx:pt>
          <cx:pt idx="5533">319706</cx:pt>
          <cx:pt idx="5534">319956</cx:pt>
          <cx:pt idx="5535">320209</cx:pt>
          <cx:pt idx="5536">320232</cx:pt>
          <cx:pt idx="5537">320664</cx:pt>
          <cx:pt idx="5538">320844</cx:pt>
          <cx:pt idx="5539">320925</cx:pt>
          <cx:pt idx="5540">321420</cx:pt>
          <cx:pt idx="5541">321527</cx:pt>
          <cx:pt idx="5542">321560</cx:pt>
          <cx:pt idx="5543">321946</cx:pt>
          <cx:pt idx="5544">322091</cx:pt>
          <cx:pt idx="5545">322126</cx:pt>
          <cx:pt idx="5546">322609</cx:pt>
          <cx:pt idx="5547">322722</cx:pt>
          <cx:pt idx="5548">322863</cx:pt>
          <cx:pt idx="5549">324597</cx:pt>
          <cx:pt idx="5550">324767</cx:pt>
          <cx:pt idx="5551">326407</cx:pt>
          <cx:pt idx="5552">326491</cx:pt>
          <cx:pt idx="5553">326491</cx:pt>
          <cx:pt idx="5554">326809</cx:pt>
          <cx:pt idx="5555">328035</cx:pt>
          <cx:pt idx="5556">328666</cx:pt>
          <cx:pt idx="5557">328666</cx:pt>
          <cx:pt idx="5558">328801</cx:pt>
          <cx:pt idx="5559">329084</cx:pt>
          <cx:pt idx="5560">329474</cx:pt>
          <cx:pt idx="5561">329695</cx:pt>
          <cx:pt idx="5562">329815</cx:pt>
          <cx:pt idx="5563">329815</cx:pt>
          <cx:pt idx="5564">330002</cx:pt>
          <cx:pt idx="5565">330277</cx:pt>
          <cx:pt idx="5566">330406</cx:pt>
          <cx:pt idx="5567">330406</cx:pt>
          <cx:pt idx="5568">330587</cx:pt>
          <cx:pt idx="5569">330587</cx:pt>
          <cx:pt idx="5570">331525</cx:pt>
          <cx:pt idx="5571">332046</cx:pt>
          <cx:pt idx="5572">332954</cx:pt>
          <cx:pt idx="5573">333117</cx:pt>
          <cx:pt idx="5574">333155</cx:pt>
          <cx:pt idx="5575">333472</cx:pt>
          <cx:pt idx="5576">333472</cx:pt>
          <cx:pt idx="5577">335013</cx:pt>
          <cx:pt idx="5578">335074</cx:pt>
          <cx:pt idx="5579">335166</cx:pt>
          <cx:pt idx="5580">335166</cx:pt>
          <cx:pt idx="5581">335184</cx:pt>
          <cx:pt idx="5582">335427</cx:pt>
          <cx:pt idx="5583">335680</cx:pt>
          <cx:pt idx="5584">335981</cx:pt>
          <cx:pt idx="5585">336437</cx:pt>
          <cx:pt idx="5586">336437</cx:pt>
          <cx:pt idx="5587">337187</cx:pt>
          <cx:pt idx="5588">337187</cx:pt>
          <cx:pt idx="5589">337858</cx:pt>
          <cx:pt idx="5590">337868</cx:pt>
          <cx:pt idx="5591">338178</cx:pt>
          <cx:pt idx="5592">338993</cx:pt>
          <cx:pt idx="5593">339789</cx:pt>
          <cx:pt idx="5594">339816</cx:pt>
          <cx:pt idx="5595">340030</cx:pt>
          <cx:pt idx="5596">340030</cx:pt>
          <cx:pt idx="5597">340049</cx:pt>
          <cx:pt idx="5598">340125</cx:pt>
          <cx:pt idx="5599">340125</cx:pt>
          <cx:pt idx="5600">340466</cx:pt>
          <cx:pt idx="5601">340607</cx:pt>
          <cx:pt idx="5602">340638</cx:pt>
          <cx:pt idx="5603">341550</cx:pt>
          <cx:pt idx="5604">341550</cx:pt>
          <cx:pt idx="5605">342149</cx:pt>
          <cx:pt idx="5606">342149</cx:pt>
          <cx:pt idx="5607">342161</cx:pt>
          <cx:pt idx="5608">342161</cx:pt>
          <cx:pt idx="5609">343033</cx:pt>
          <cx:pt idx="5610">343287</cx:pt>
          <cx:pt idx="5611">343287</cx:pt>
          <cx:pt idx="5612">343550</cx:pt>
          <cx:pt idx="5613">343673</cx:pt>
          <cx:pt idx="5614">343903</cx:pt>
          <cx:pt idx="5615">344300</cx:pt>
          <cx:pt idx="5616">344464</cx:pt>
          <cx:pt idx="5617">344464</cx:pt>
          <cx:pt idx="5618">344782</cx:pt>
          <cx:pt idx="5619">345300</cx:pt>
          <cx:pt idx="5620">345843</cx:pt>
          <cx:pt idx="5621">347616</cx:pt>
          <cx:pt idx="5622">347805</cx:pt>
          <cx:pt idx="5623">347805</cx:pt>
          <cx:pt idx="5624">347938</cx:pt>
          <cx:pt idx="5625">347963</cx:pt>
          <cx:pt idx="5626">348288</cx:pt>
          <cx:pt idx="5627">348307</cx:pt>
          <cx:pt idx="5628">348307</cx:pt>
          <cx:pt idx="5629">348898</cx:pt>
          <cx:pt idx="5630">349132</cx:pt>
          <cx:pt idx="5631">349132</cx:pt>
          <cx:pt idx="5632">349314</cx:pt>
          <cx:pt idx="5633">349663</cx:pt>
          <cx:pt idx="5634">350272</cx:pt>
          <cx:pt idx="5635">350877</cx:pt>
          <cx:pt idx="5636">351116</cx:pt>
          <cx:pt idx="5637">351116</cx:pt>
          <cx:pt idx="5638">352722</cx:pt>
          <cx:pt idx="5639">352722</cx:pt>
          <cx:pt idx="5640">353113</cx:pt>
          <cx:pt idx="5641">353767</cx:pt>
          <cx:pt idx="5642">353767</cx:pt>
          <cx:pt idx="5643">354141</cx:pt>
          <cx:pt idx="5644">354141</cx:pt>
          <cx:pt idx="5645">354141</cx:pt>
          <cx:pt idx="5646">354277</cx:pt>
          <cx:pt idx="5647">354760</cx:pt>
          <cx:pt idx="5648">354760</cx:pt>
          <cx:pt idx="5649">355112</cx:pt>
          <cx:pt idx="5650">355112</cx:pt>
          <cx:pt idx="5651">355620</cx:pt>
          <cx:pt idx="5652">355620</cx:pt>
          <cx:pt idx="5653">355775</cx:pt>
          <cx:pt idx="5654">356058</cx:pt>
          <cx:pt idx="5655">356181</cx:pt>
          <cx:pt idx="5656">356181</cx:pt>
          <cx:pt idx="5657">356716</cx:pt>
          <cx:pt idx="5658">356716</cx:pt>
          <cx:pt idx="5659">357277</cx:pt>
          <cx:pt idx="5660">357277</cx:pt>
          <cx:pt idx="5661">357478</cx:pt>
          <cx:pt idx="5662">358429</cx:pt>
          <cx:pt idx="5663">359534</cx:pt>
          <cx:pt idx="5664">360179</cx:pt>
          <cx:pt idx="5665">360828</cx:pt>
          <cx:pt idx="5666">360828</cx:pt>
          <cx:pt idx="5667">361129</cx:pt>
          <cx:pt idx="5668">361129</cx:pt>
          <cx:pt idx="5669">361239</cx:pt>
          <cx:pt idx="5670">363599</cx:pt>
          <cx:pt idx="5671">363960</cx:pt>
          <cx:pt idx="5672">363960</cx:pt>
          <cx:pt idx="5673">364337</cx:pt>
          <cx:pt idx="5674">364346</cx:pt>
          <cx:pt idx="5675">365866</cx:pt>
          <cx:pt idx="5676">366367</cx:pt>
          <cx:pt idx="5677">366367</cx:pt>
          <cx:pt idx="5678">367062</cx:pt>
          <cx:pt idx="5679">367585</cx:pt>
          <cx:pt idx="5680">368464</cx:pt>
          <cx:pt idx="5681">368761</cx:pt>
          <cx:pt idx="5682">368816</cx:pt>
          <cx:pt idx="5683">369157</cx:pt>
          <cx:pt idx="5684">370745</cx:pt>
          <cx:pt idx="5685">370745</cx:pt>
          <cx:pt idx="5686">372603</cx:pt>
          <cx:pt idx="5687">373434</cx:pt>
          <cx:pt idx="5688">373927</cx:pt>
          <cx:pt idx="5689">376215</cx:pt>
          <cx:pt idx="5690">376790</cx:pt>
          <cx:pt idx="5691">376894</cx:pt>
          <cx:pt idx="5692">378894</cx:pt>
          <cx:pt idx="5693">378894</cx:pt>
          <cx:pt idx="5694">379036</cx:pt>
          <cx:pt idx="5695">379306</cx:pt>
          <cx:pt idx="5696">379306</cx:pt>
          <cx:pt idx="5697">379660</cx:pt>
          <cx:pt idx="5698">380192</cx:pt>
          <cx:pt idx="5699">380586</cx:pt>
          <cx:pt idx="5700">381006</cx:pt>
          <cx:pt idx="5701">381123</cx:pt>
          <cx:pt idx="5702">381123</cx:pt>
          <cx:pt idx="5703">382970</cx:pt>
          <cx:pt idx="5704">383242</cx:pt>
          <cx:pt idx="5705">384097</cx:pt>
          <cx:pt idx="5706">384282</cx:pt>
          <cx:pt idx="5707">384282</cx:pt>
          <cx:pt idx="5708">384677</cx:pt>
          <cx:pt idx="5709">385329</cx:pt>
          <cx:pt idx="5710">386189</cx:pt>
          <cx:pt idx="5711">387742</cx:pt>
          <cx:pt idx="5712">388064</cx:pt>
          <cx:pt idx="5713">388064</cx:pt>
          <cx:pt idx="5714">388234</cx:pt>
          <cx:pt idx="5715">389442</cx:pt>
          <cx:pt idx="5716">389442</cx:pt>
          <cx:pt idx="5717">389451</cx:pt>
          <cx:pt idx="5718">389693</cx:pt>
          <cx:pt idx="5719">389693</cx:pt>
          <cx:pt idx="5720">390688</cx:pt>
          <cx:pt idx="5721">391396</cx:pt>
          <cx:pt idx="5722">391396</cx:pt>
          <cx:pt idx="5723">391991</cx:pt>
          <cx:pt idx="5724">392497</cx:pt>
          <cx:pt idx="5725">393421</cx:pt>
          <cx:pt idx="5726">393683</cx:pt>
          <cx:pt idx="5727">394971</cx:pt>
          <cx:pt idx="5728">396695</cx:pt>
          <cx:pt idx="5729">396695</cx:pt>
          <cx:pt idx="5730">397148</cx:pt>
          <cx:pt idx="5731">397587</cx:pt>
          <cx:pt idx="5732">397587</cx:pt>
          <cx:pt idx="5733">398969</cx:pt>
          <cx:pt idx="5734">398969</cx:pt>
          <cx:pt idx="5735">399038</cx:pt>
          <cx:pt idx="5736">399945</cx:pt>
          <cx:pt idx="5737">399978</cx:pt>
          <cx:pt idx="5738">399978</cx:pt>
          <cx:pt idx="5739">400458</cx:pt>
          <cx:pt idx="5740">400706</cx:pt>
          <cx:pt idx="5741">401298</cx:pt>
          <cx:pt idx="5742">401298</cx:pt>
          <cx:pt idx="5743">401737</cx:pt>
          <cx:pt idx="5744">402121</cx:pt>
          <cx:pt idx="5745">402758</cx:pt>
          <cx:pt idx="5746">403168</cx:pt>
          <cx:pt idx="5747">403262</cx:pt>
          <cx:pt idx="5748">403668</cx:pt>
          <cx:pt idx="5749">403711</cx:pt>
          <cx:pt idx="5750">403711</cx:pt>
          <cx:pt idx="5751">404199</cx:pt>
          <cx:pt idx="5752">404670</cx:pt>
          <cx:pt idx="5753">405465</cx:pt>
          <cx:pt idx="5754">405465</cx:pt>
          <cx:pt idx="5755">408596</cx:pt>
          <cx:pt idx="5756">408892</cx:pt>
          <cx:pt idx="5757">409541</cx:pt>
          <cx:pt idx="5758">410200</cx:pt>
          <cx:pt idx="5759">410200</cx:pt>
          <cx:pt idx="5760">410200</cx:pt>
          <cx:pt idx="5761">411245</cx:pt>
          <cx:pt idx="5762">412163</cx:pt>
          <cx:pt idx="5763">412166</cx:pt>
          <cx:pt idx="5764">413601</cx:pt>
          <cx:pt idx="5765">413700</cx:pt>
          <cx:pt idx="5766">414027</cx:pt>
          <cx:pt idx="5767">414546</cx:pt>
          <cx:pt idx="5768">414788</cx:pt>
          <cx:pt idx="5769">414886</cx:pt>
          <cx:pt idx="5770">416720</cx:pt>
          <cx:pt idx="5771">416720</cx:pt>
          <cx:pt idx="5772">417516</cx:pt>
          <cx:pt idx="5773">417671</cx:pt>
          <cx:pt idx="5774">417671</cx:pt>
          <cx:pt idx="5775">418433</cx:pt>
          <cx:pt idx="5776">418922</cx:pt>
          <cx:pt idx="5777">419428</cx:pt>
          <cx:pt idx="5778">420166</cx:pt>
          <cx:pt idx="5779">420469</cx:pt>
          <cx:pt idx="5780">420469</cx:pt>
          <cx:pt idx="5781">420603</cx:pt>
          <cx:pt idx="5782">420603</cx:pt>
          <cx:pt idx="5783">421010</cx:pt>
          <cx:pt idx="5784">421010</cx:pt>
          <cx:pt idx="5785">421528</cx:pt>
          <cx:pt idx="5786">422146</cx:pt>
          <cx:pt idx="5787">424697</cx:pt>
          <cx:pt idx="5788">424697</cx:pt>
          <cx:pt idx="5789">425309</cx:pt>
          <cx:pt idx="5790">426740</cx:pt>
          <cx:pt idx="5791">431807</cx:pt>
          <cx:pt idx="5792">432874</cx:pt>
          <cx:pt idx="5793">433056</cx:pt>
          <cx:pt idx="5794">433410</cx:pt>
          <cx:pt idx="5795">433783</cx:pt>
          <cx:pt idx="5796">433783</cx:pt>
          <cx:pt idx="5797">434010</cx:pt>
          <cx:pt idx="5798">438506</cx:pt>
          <cx:pt idx="5799">439207</cx:pt>
          <cx:pt idx="5800">439207</cx:pt>
          <cx:pt idx="5801">439941</cx:pt>
          <cx:pt idx="5802">440213</cx:pt>
          <cx:pt idx="5803">443622</cx:pt>
          <cx:pt idx="5804">443622</cx:pt>
          <cx:pt idx="5805">444383</cx:pt>
          <cx:pt idx="5806">444383</cx:pt>
          <cx:pt idx="5807">445347</cx:pt>
          <cx:pt idx="5808">445347</cx:pt>
          <cx:pt idx="5809">445407</cx:pt>
          <cx:pt idx="5810">446250</cx:pt>
          <cx:pt idx="5811">447792</cx:pt>
          <cx:pt idx="5812">447881</cx:pt>
          <cx:pt idx="5813">447881</cx:pt>
          <cx:pt idx="5814">448098</cx:pt>
          <cx:pt idx="5815">452999</cx:pt>
          <cx:pt idx="5816">452999</cx:pt>
          <cx:pt idx="5817">452999</cx:pt>
          <cx:pt idx="5818">452999</cx:pt>
          <cx:pt idx="5819">453217</cx:pt>
          <cx:pt idx="5820">453217</cx:pt>
          <cx:pt idx="5821">454062</cx:pt>
          <cx:pt idx="5822">454062</cx:pt>
          <cx:pt idx="5823">457352</cx:pt>
          <cx:pt idx="5824">459333</cx:pt>
          <cx:pt idx="5825">459333</cx:pt>
          <cx:pt idx="5826">460302</cx:pt>
          <cx:pt idx="5827">461857</cx:pt>
          <cx:pt idx="5828">461857</cx:pt>
          <cx:pt idx="5829">462122</cx:pt>
          <cx:pt idx="5830">462122</cx:pt>
          <cx:pt idx="5831">466955</cx:pt>
          <cx:pt idx="5832">466955</cx:pt>
          <cx:pt idx="5833">469076</cx:pt>
          <cx:pt idx="5834">469076</cx:pt>
          <cx:pt idx="5835">470160</cx:pt>
          <cx:pt idx="5836">470917</cx:pt>
          <cx:pt idx="5837">470917</cx:pt>
          <cx:pt idx="5838">471863</cx:pt>
          <cx:pt idx="5839">473119</cx:pt>
          <cx:pt idx="5840">474515</cx:pt>
          <cx:pt idx="5841">474515</cx:pt>
          <cx:pt idx="5842">475645</cx:pt>
          <cx:pt idx="5843">475645</cx:pt>
          <cx:pt idx="5844">477069</cx:pt>
          <cx:pt idx="5845">478962</cx:pt>
          <cx:pt idx="5846">481339</cx:pt>
          <cx:pt idx="5847">481339</cx:pt>
          <cx:pt idx="5848">482743</cx:pt>
          <cx:pt idx="5849">482743</cx:pt>
          <cx:pt idx="5850">485142</cx:pt>
          <cx:pt idx="5851">485142</cx:pt>
          <cx:pt idx="5852">487641</cx:pt>
          <cx:pt idx="5853">489445</cx:pt>
          <cx:pt idx="5854">491207</cx:pt>
          <cx:pt idx="5855">492409</cx:pt>
          <cx:pt idx="5856">493546</cx:pt>
          <cx:pt idx="5857">496840</cx:pt>
          <cx:pt idx="5858">499245</cx:pt>
          <cx:pt idx="5859">503973</cx:pt>
          <cx:pt idx="5860">503973</cx:pt>
          <cx:pt idx="5861">506465</cx:pt>
          <cx:pt idx="5862">506465</cx:pt>
          <cx:pt idx="5863">507188</cx:pt>
          <cx:pt idx="5864">511484</cx:pt>
          <cx:pt idx="5865">512664</cx:pt>
          <cx:pt idx="5866">512664</cx:pt>
          <cx:pt idx="5867">517302</cx:pt>
          <cx:pt idx="5868">518416</cx:pt>
          <cx:pt idx="5869">522257</cx:pt>
          <cx:pt idx="5870">527999</cx:pt>
          <cx:pt idx="5871">527999</cx:pt>
          <cx:pt idx="5872">529062</cx:pt>
          <cx:pt idx="5873">529103</cx:pt>
          <cx:pt idx="5874">529538</cx:pt>
          <cx:pt idx="5875">529538</cx:pt>
          <cx:pt idx="5876">532626</cx:pt>
          <cx:pt idx="5877">532626</cx:pt>
          <cx:pt idx="5878">535088</cx:pt>
          <cx:pt idx="5879">539066</cx:pt>
          <cx:pt idx="5880">540781</cx:pt>
          <cx:pt idx="5881">542436</cx:pt>
          <cx:pt idx="5882">544979</cx:pt>
          <cx:pt idx="5883">545891</cx:pt>
          <cx:pt idx="5884">560778</cx:pt>
          <cx:pt idx="5885">569147</cx:pt>
          <cx:pt idx="5886">569147</cx:pt>
          <cx:pt idx="5887">570732</cx:pt>
          <cx:pt idx="5888">570732</cx:pt>
          <cx:pt idx="5889">573653</cx:pt>
          <cx:pt idx="5890">573653</cx:pt>
          <cx:pt idx="5891">574953</cx:pt>
          <cx:pt idx="5892">580758</cx:pt>
          <cx:pt idx="5893">581943</cx:pt>
          <cx:pt idx="5894">581943</cx:pt>
          <cx:pt idx="5895">581943</cx:pt>
          <cx:pt idx="5896">583185</cx:pt>
          <cx:pt idx="5897">583185</cx:pt>
          <cx:pt idx="5898">584217</cx:pt>
          <cx:pt idx="5899">590257</cx:pt>
          <cx:pt idx="5900">590257</cx:pt>
          <cx:pt idx="5901">596210</cx:pt>
          <cx:pt idx="5902">605871</cx:pt>
          <cx:pt idx="5903">608652</cx:pt>
          <cx:pt idx="5904">610828</cx:pt>
          <cx:pt idx="5905">610828</cx:pt>
          <cx:pt idx="5906">610828</cx:pt>
          <cx:pt idx="5907">610828</cx:pt>
          <cx:pt idx="5908">617244</cx:pt>
          <cx:pt idx="5909">618682</cx:pt>
          <cx:pt idx="5910">618682</cx:pt>
          <cx:pt idx="5911">619276</cx:pt>
          <cx:pt idx="5912">619276</cx:pt>
          <cx:pt idx="5913">619283</cx:pt>
          <cx:pt idx="5914">619283</cx:pt>
          <cx:pt idx="5915">636427</cx:pt>
          <cx:pt idx="5916">636427</cx:pt>
          <cx:pt idx="5917">639101</cx:pt>
          <cx:pt idx="5918">639499</cx:pt>
          <cx:pt idx="5919">639499</cx:pt>
          <cx:pt idx="5920">643741</cx:pt>
          <cx:pt idx="5921">647783</cx:pt>
          <cx:pt idx="5922">649929</cx:pt>
          <cx:pt idx="5923">655735</cx:pt>
          <cx:pt idx="5924">656098</cx:pt>
          <cx:pt idx="5925">656098</cx:pt>
          <cx:pt idx="5926">656098</cx:pt>
          <cx:pt idx="5927">656098</cx:pt>
          <cx:pt idx="5928">657874</cx:pt>
          <cx:pt idx="5929">678494</cx:pt>
          <cx:pt idx="5930">678494</cx:pt>
          <cx:pt idx="5931">680397</cx:pt>
          <cx:pt idx="5932">680669</cx:pt>
          <cx:pt idx="5933">680669</cx:pt>
          <cx:pt idx="5934">694926</cx:pt>
          <cx:pt idx="5935">699096</cx:pt>
          <cx:pt idx="5936">699096</cx:pt>
          <cx:pt idx="5937">706581</cx:pt>
          <cx:pt idx="5938">719623</cx:pt>
          <cx:pt idx="5939">732666</cx:pt>
          <cx:pt idx="5940">732666</cx:pt>
          <cx:pt idx="5941">764213</cx:pt>
          <cx:pt idx="5942">766337</cx:pt>
          <cx:pt idx="5943">769449</cx:pt>
          <cx:pt idx="5944">769449</cx:pt>
          <cx:pt idx="5945">776282</cx:pt>
          <cx:pt idx="5946">804005</cx:pt>
          <cx:pt idx="5947">865497</cx:pt>
          <cx:pt idx="5948">887879</cx:pt>
          <cx:pt idx="5949">887879</cx:pt>
          <cx:pt idx="5950">941716</cx:pt>
          <cx:pt idx="5951">941716</cx:pt>
          <cx:pt idx="5952">1096214</cx:pt>
          <cx:pt idx="5953">1234169</cx:pt>
          <cx:pt idx="5954">1234169</cx:pt>
          <cx:pt idx="5955">1617278</cx:pt>
          <cx:pt idx="5956">1617278</cx:pt>
        </cx:lvl>
      </cx:numDim>
    </cx:data>
  </cx:chartData>
  <cx:chart>
    <cx:plotArea>
      <cx:plotAreaRegion>
        <cx:series layoutId="clusteredColumn" uniqueId="{ABF5ADF3-D2CA-416E-80B9-DD1CBDFFFCEC}">
          <cx:tx>
            <cx:txData>
              <cx:f>'[Input_Test RCM_2803.xlsx]Sheet1'!$B$1</cx:f>
              <cx:v>giá trị đơn hàng</cx:v>
            </cx:txData>
          </cx:tx>
          <cx:spPr>
            <a:solidFill>
              <a:srgbClr val="4472C4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tickLabels/>
      </cx:axis>
    </cx:plotArea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'[Input_Test RCM_2803.xlsx]Sheet1'!$B$2:$B$5959</cx:f>
        <cx:lvl ptCount="5958" formatCode="General">
          <cx:pt idx="0">50005</cx:pt>
          <cx:pt idx="1">50017</cx:pt>
          <cx:pt idx="2">50023</cx:pt>
          <cx:pt idx="3">50049</cx:pt>
          <cx:pt idx="4">50333</cx:pt>
          <cx:pt idx="5">50333</cx:pt>
          <cx:pt idx="6">50368</cx:pt>
          <cx:pt idx="7">50534</cx:pt>
          <cx:pt idx="8">50571</cx:pt>
          <cx:pt idx="9">50572</cx:pt>
          <cx:pt idx="10">50608</cx:pt>
          <cx:pt idx="11">50665</cx:pt>
          <cx:pt idx="12">50692</cx:pt>
          <cx:pt idx="13">50765</cx:pt>
          <cx:pt idx="14">50788</cx:pt>
          <cx:pt idx="15">50800</cx:pt>
          <cx:pt idx="16">50845</cx:pt>
          <cx:pt idx="17">50927</cx:pt>
          <cx:pt idx="18">50927</cx:pt>
          <cx:pt idx="19">50944</cx:pt>
          <cx:pt idx="20">51166</cx:pt>
          <cx:pt idx="21">51166</cx:pt>
          <cx:pt idx="22">51331</cx:pt>
          <cx:pt idx="23">51428</cx:pt>
          <cx:pt idx="24">51428</cx:pt>
          <cx:pt idx="25">51428</cx:pt>
          <cx:pt idx="26">51428</cx:pt>
          <cx:pt idx="27">51428</cx:pt>
          <cx:pt idx="28">51429</cx:pt>
          <cx:pt idx="29">51429</cx:pt>
          <cx:pt idx="30">51429</cx:pt>
          <cx:pt idx="31">51429</cx:pt>
          <cx:pt idx="32">51429</cx:pt>
          <cx:pt idx="33">51429</cx:pt>
          <cx:pt idx="34">51429</cx:pt>
          <cx:pt idx="35">51429</cx:pt>
          <cx:pt idx="36">51429</cx:pt>
          <cx:pt idx="37">51429</cx:pt>
          <cx:pt idx="38">51429</cx:pt>
          <cx:pt idx="39">51429</cx:pt>
          <cx:pt idx="40">51429</cx:pt>
          <cx:pt idx="41">51429</cx:pt>
          <cx:pt idx="42">51429</cx:pt>
          <cx:pt idx="43">51450</cx:pt>
          <cx:pt idx="44">51567</cx:pt>
          <cx:pt idx="45">51576</cx:pt>
          <cx:pt idx="46">51627</cx:pt>
          <cx:pt idx="47">51716</cx:pt>
          <cx:pt idx="48">51794</cx:pt>
          <cx:pt idx="49">51855</cx:pt>
          <cx:pt idx="50">52043</cx:pt>
          <cx:pt idx="51">52079</cx:pt>
          <cx:pt idx="52">52133</cx:pt>
          <cx:pt idx="53">52301</cx:pt>
          <cx:pt idx="54">52325</cx:pt>
          <cx:pt idx="55">52340</cx:pt>
          <cx:pt idx="56">52400</cx:pt>
          <cx:pt idx="57">52421</cx:pt>
          <cx:pt idx="58">52500</cx:pt>
          <cx:pt idx="59">52500</cx:pt>
          <cx:pt idx="60">52658</cx:pt>
          <cx:pt idx="61">52773</cx:pt>
          <cx:pt idx="62">52773</cx:pt>
          <cx:pt idx="63">52775</cx:pt>
          <cx:pt idx="64">52807</cx:pt>
          <cx:pt idx="65">52913</cx:pt>
          <cx:pt idx="66">52977</cx:pt>
          <cx:pt idx="67">53000</cx:pt>
          <cx:pt idx="68">53041</cx:pt>
          <cx:pt idx="69">53163</cx:pt>
          <cx:pt idx="70">53191</cx:pt>
          <cx:pt idx="71">53193</cx:pt>
          <cx:pt idx="72">53325</cx:pt>
          <cx:pt idx="73">53325</cx:pt>
          <cx:pt idx="74">53325</cx:pt>
          <cx:pt idx="75">53327</cx:pt>
          <cx:pt idx="76">53329</cx:pt>
          <cx:pt idx="77">53332</cx:pt>
          <cx:pt idx="78">53333</cx:pt>
          <cx:pt idx="79">53333</cx:pt>
          <cx:pt idx="80">53339</cx:pt>
          <cx:pt idx="81">53412</cx:pt>
          <cx:pt idx="82">53421</cx:pt>
          <cx:pt idx="83">53630</cx:pt>
          <cx:pt idx="84">53688</cx:pt>
          <cx:pt idx="85">53734</cx:pt>
          <cx:pt idx="86">53746</cx:pt>
          <cx:pt idx="87">53750</cx:pt>
          <cx:pt idx="88">53788</cx:pt>
          <cx:pt idx="89">53832</cx:pt>
          <cx:pt idx="90">53892</cx:pt>
          <cx:pt idx="91">53988</cx:pt>
          <cx:pt idx="92">53995</cx:pt>
          <cx:pt idx="93">54027</cx:pt>
          <cx:pt idx="94">54050</cx:pt>
          <cx:pt idx="95">54095</cx:pt>
          <cx:pt idx="96">54150</cx:pt>
          <cx:pt idx="97">54186</cx:pt>
          <cx:pt idx="98">54194</cx:pt>
          <cx:pt idx="99">54233</cx:pt>
          <cx:pt idx="100">54246</cx:pt>
          <cx:pt idx="101">54293</cx:pt>
          <cx:pt idx="102">54333</cx:pt>
          <cx:pt idx="103">54392</cx:pt>
          <cx:pt idx="104">54672</cx:pt>
          <cx:pt idx="105">54733</cx:pt>
          <cx:pt idx="106">54747</cx:pt>
          <cx:pt idx="107">54890</cx:pt>
          <cx:pt idx="108">54988</cx:pt>
          <cx:pt idx="109">55020</cx:pt>
          <cx:pt idx="110">55041</cx:pt>
          <cx:pt idx="111">55163</cx:pt>
          <cx:pt idx="112">55191</cx:pt>
          <cx:pt idx="113">55228</cx:pt>
          <cx:pt idx="114">55228</cx:pt>
          <cx:pt idx="115">55275</cx:pt>
          <cx:pt idx="116">55541</cx:pt>
          <cx:pt idx="117">55695</cx:pt>
          <cx:pt idx="118">55829</cx:pt>
          <cx:pt idx="119">55895</cx:pt>
          <cx:pt idx="120">55935</cx:pt>
          <cx:pt idx="121">56233</cx:pt>
          <cx:pt idx="122">56233</cx:pt>
          <cx:pt idx="123">56244</cx:pt>
          <cx:pt idx="124">56315</cx:pt>
          <cx:pt idx="125">56332</cx:pt>
          <cx:pt idx="126">56416</cx:pt>
          <cx:pt idx="127">56446</cx:pt>
          <cx:pt idx="128">56549</cx:pt>
          <cx:pt idx="129">56650</cx:pt>
          <cx:pt idx="130">56655</cx:pt>
          <cx:pt idx="131">56660</cx:pt>
          <cx:pt idx="132">56661</cx:pt>
          <cx:pt idx="133">56666</cx:pt>
          <cx:pt idx="134">56667</cx:pt>
          <cx:pt idx="135">56682</cx:pt>
          <cx:pt idx="136">56688</cx:pt>
          <cx:pt idx="137">56753</cx:pt>
          <cx:pt idx="138">56793</cx:pt>
          <cx:pt idx="139">56793</cx:pt>
          <cx:pt idx="140">56793</cx:pt>
          <cx:pt idx="141">56793</cx:pt>
          <cx:pt idx="142">56793</cx:pt>
          <cx:pt idx="143">56793</cx:pt>
          <cx:pt idx="144">56901</cx:pt>
          <cx:pt idx="145">57095</cx:pt>
          <cx:pt idx="146">57143</cx:pt>
          <cx:pt idx="147">57200</cx:pt>
          <cx:pt idx="148">57308</cx:pt>
          <cx:pt idx="149">57364</cx:pt>
          <cx:pt idx="150">57434</cx:pt>
          <cx:pt idx="151">57681</cx:pt>
          <cx:pt idx="152">57681</cx:pt>
          <cx:pt idx="153">57833</cx:pt>
          <cx:pt idx="154">57921</cx:pt>
          <cx:pt idx="155">57983</cx:pt>
          <cx:pt idx="156">58020</cx:pt>
          <cx:pt idx="157">58025</cx:pt>
          <cx:pt idx="158">58088</cx:pt>
          <cx:pt idx="159">58150</cx:pt>
          <cx:pt idx="160">58230</cx:pt>
          <cx:pt idx="161">58247</cx:pt>
          <cx:pt idx="162">58298</cx:pt>
          <cx:pt idx="163">58333</cx:pt>
          <cx:pt idx="164">58373</cx:pt>
          <cx:pt idx="165">58374</cx:pt>
          <cx:pt idx="166">58563</cx:pt>
          <cx:pt idx="167">58607</cx:pt>
          <cx:pt idx="168">58751</cx:pt>
          <cx:pt idx="169">58939</cx:pt>
          <cx:pt idx="170">59077</cx:pt>
          <cx:pt idx="171">59205</cx:pt>
          <cx:pt idx="172">59243</cx:pt>
          <cx:pt idx="173">59274</cx:pt>
          <cx:pt idx="174">59289</cx:pt>
          <cx:pt idx="175">59306</cx:pt>
          <cx:pt idx="176">59403</cx:pt>
          <cx:pt idx="177">59554</cx:pt>
          <cx:pt idx="178">59654</cx:pt>
          <cx:pt idx="179">59697</cx:pt>
          <cx:pt idx="180">59702</cx:pt>
          <cx:pt idx="181">59753</cx:pt>
          <cx:pt idx="182">59759</cx:pt>
          <cx:pt idx="183">59800</cx:pt>
          <cx:pt idx="184">59962</cx:pt>
          <cx:pt idx="185">59992</cx:pt>
          <cx:pt idx="186">60000</cx:pt>
          <cx:pt idx="187">60000</cx:pt>
          <cx:pt idx="188">60000</cx:pt>
          <cx:pt idx="189">60000</cx:pt>
          <cx:pt idx="190">60000</cx:pt>
          <cx:pt idx="191">60000</cx:pt>
          <cx:pt idx="192">60000</cx:pt>
          <cx:pt idx="193">60000</cx:pt>
          <cx:pt idx="194">60000</cx:pt>
          <cx:pt idx="195">60000</cx:pt>
          <cx:pt idx="196">60000</cx:pt>
          <cx:pt idx="197">60000</cx:pt>
          <cx:pt idx="198">60000</cx:pt>
          <cx:pt idx="199">60000</cx:pt>
          <cx:pt idx="200">60000</cx:pt>
          <cx:pt idx="201">60000</cx:pt>
          <cx:pt idx="202">60000</cx:pt>
          <cx:pt idx="203">60000</cx:pt>
          <cx:pt idx="204">60000</cx:pt>
          <cx:pt idx="205">60000</cx:pt>
          <cx:pt idx="206">60000</cx:pt>
          <cx:pt idx="207">60000</cx:pt>
          <cx:pt idx="208">60000</cx:pt>
          <cx:pt idx="209">60000</cx:pt>
          <cx:pt idx="210">60000</cx:pt>
          <cx:pt idx="211">60000</cx:pt>
          <cx:pt idx="212">60000</cx:pt>
          <cx:pt idx="213">60000</cx:pt>
          <cx:pt idx="214">60000</cx:pt>
          <cx:pt idx="215">60000</cx:pt>
          <cx:pt idx="216">60000</cx:pt>
          <cx:pt idx="217">60000</cx:pt>
          <cx:pt idx="218">60000</cx:pt>
          <cx:pt idx="219">60000</cx:pt>
          <cx:pt idx="220">60000</cx:pt>
          <cx:pt idx="221">60000</cx:pt>
          <cx:pt idx="222">60000</cx:pt>
          <cx:pt idx="223">60000</cx:pt>
          <cx:pt idx="224">60000</cx:pt>
          <cx:pt idx="225">60000</cx:pt>
          <cx:pt idx="226">60000</cx:pt>
          <cx:pt idx="227">60000</cx:pt>
          <cx:pt idx="228">60000</cx:pt>
          <cx:pt idx="229">60000</cx:pt>
          <cx:pt idx="230">60000</cx:pt>
          <cx:pt idx="231">60000</cx:pt>
          <cx:pt idx="232">60000</cx:pt>
          <cx:pt idx="233">60000</cx:pt>
          <cx:pt idx="234">60000</cx:pt>
          <cx:pt idx="235">60000</cx:pt>
          <cx:pt idx="236">60000</cx:pt>
          <cx:pt idx="237">60000</cx:pt>
          <cx:pt idx="238">60000</cx:pt>
          <cx:pt idx="239">60000</cx:pt>
          <cx:pt idx="240">60000</cx:pt>
          <cx:pt idx="241">60000</cx:pt>
          <cx:pt idx="242">60000</cx:pt>
          <cx:pt idx="243">60000</cx:pt>
          <cx:pt idx="244">60004</cx:pt>
          <cx:pt idx="245">60015</cx:pt>
          <cx:pt idx="246">60019</cx:pt>
          <cx:pt idx="247">60025</cx:pt>
          <cx:pt idx="248">60066</cx:pt>
          <cx:pt idx="249">60075</cx:pt>
          <cx:pt idx="250">60075</cx:pt>
          <cx:pt idx="251">60099</cx:pt>
          <cx:pt idx="252">60214</cx:pt>
          <cx:pt idx="253">60232</cx:pt>
          <cx:pt idx="254">60250</cx:pt>
          <cx:pt idx="255">60310</cx:pt>
          <cx:pt idx="256">60319</cx:pt>
          <cx:pt idx="257">60326</cx:pt>
          <cx:pt idx="258">60333</cx:pt>
          <cx:pt idx="259">60333</cx:pt>
          <cx:pt idx="260">60543</cx:pt>
          <cx:pt idx="261">60548</cx:pt>
          <cx:pt idx="262">60568</cx:pt>
          <cx:pt idx="263">60569</cx:pt>
          <cx:pt idx="264">60630</cx:pt>
          <cx:pt idx="265">60766</cx:pt>
          <cx:pt idx="266">60833</cx:pt>
          <cx:pt idx="267">60883</cx:pt>
          <cx:pt idx="268">61013</cx:pt>
          <cx:pt idx="269">61013</cx:pt>
          <cx:pt idx="270">61142</cx:pt>
          <cx:pt idx="271">61166</cx:pt>
          <cx:pt idx="272">61166</cx:pt>
          <cx:pt idx="273">61178</cx:pt>
          <cx:pt idx="274">61352</cx:pt>
          <cx:pt idx="275">61352</cx:pt>
          <cx:pt idx="276">61364</cx:pt>
          <cx:pt idx="277">61382</cx:pt>
          <cx:pt idx="278">61416</cx:pt>
          <cx:pt idx="279">61425</cx:pt>
          <cx:pt idx="280">61474</cx:pt>
          <cx:pt idx="281">61502</cx:pt>
          <cx:pt idx="282">61512</cx:pt>
          <cx:pt idx="283">61524</cx:pt>
          <cx:pt idx="284">61583</cx:pt>
          <cx:pt idx="285">61607</cx:pt>
          <cx:pt idx="286">61658</cx:pt>
          <cx:pt idx="287">61666</cx:pt>
          <cx:pt idx="288">61666</cx:pt>
          <cx:pt idx="289">61669</cx:pt>
          <cx:pt idx="290">61683</cx:pt>
          <cx:pt idx="291">61741</cx:pt>
          <cx:pt idx="292">61743</cx:pt>
          <cx:pt idx="293">61746</cx:pt>
          <cx:pt idx="294">61884</cx:pt>
          <cx:pt idx="295">61908</cx:pt>
          <cx:pt idx="296">62000</cx:pt>
          <cx:pt idx="297">62028</cx:pt>
          <cx:pt idx="298">62059</cx:pt>
          <cx:pt idx="299">62066</cx:pt>
          <cx:pt idx="300">62081</cx:pt>
          <cx:pt idx="301">62100</cx:pt>
          <cx:pt idx="302">62118</cx:pt>
          <cx:pt idx="303">62283</cx:pt>
          <cx:pt idx="304">62333</cx:pt>
          <cx:pt idx="305">62333</cx:pt>
          <cx:pt idx="306">62400</cx:pt>
          <cx:pt idx="307">62400</cx:pt>
          <cx:pt idx="308">62406</cx:pt>
          <cx:pt idx="309">62500</cx:pt>
          <cx:pt idx="310">62500</cx:pt>
          <cx:pt idx="311">62572</cx:pt>
          <cx:pt idx="312">62614</cx:pt>
          <cx:pt idx="313">62637</cx:pt>
          <cx:pt idx="314">62741</cx:pt>
          <cx:pt idx="315">62849</cx:pt>
          <cx:pt idx="316">62983</cx:pt>
          <cx:pt idx="317">62983</cx:pt>
          <cx:pt idx="318">63175</cx:pt>
          <cx:pt idx="319">63253</cx:pt>
          <cx:pt idx="320">63291</cx:pt>
          <cx:pt idx="321">63316</cx:pt>
          <cx:pt idx="322">63321</cx:pt>
          <cx:pt idx="323">63324</cx:pt>
          <cx:pt idx="324">63325</cx:pt>
          <cx:pt idx="325">63331</cx:pt>
          <cx:pt idx="326">63332</cx:pt>
          <cx:pt idx="327">63333</cx:pt>
          <cx:pt idx="328">63333</cx:pt>
          <cx:pt idx="329">63333</cx:pt>
          <cx:pt idx="330">63343</cx:pt>
          <cx:pt idx="331">63349</cx:pt>
          <cx:pt idx="332">63350</cx:pt>
          <cx:pt idx="333">63357</cx:pt>
          <cx:pt idx="334">63371</cx:pt>
          <cx:pt idx="335">63382</cx:pt>
          <cx:pt idx="336">63397</cx:pt>
          <cx:pt idx="337">63413</cx:pt>
          <cx:pt idx="338">63417</cx:pt>
          <cx:pt idx="339">63423</cx:pt>
          <cx:pt idx="340">63462</cx:pt>
          <cx:pt idx="341">63699</cx:pt>
          <cx:pt idx="342">63724</cx:pt>
          <cx:pt idx="343">63773</cx:pt>
          <cx:pt idx="344">63839</cx:pt>
          <cx:pt idx="345">63889</cx:pt>
          <cx:pt idx="346">63995</cx:pt>
          <cx:pt idx="347">63996</cx:pt>
          <cx:pt idx="348">64000</cx:pt>
          <cx:pt idx="349">64110</cx:pt>
          <cx:pt idx="350">64141</cx:pt>
          <cx:pt idx="351">64355</cx:pt>
          <cx:pt idx="352">64364</cx:pt>
          <cx:pt idx="353">64399</cx:pt>
          <cx:pt idx="354">64450</cx:pt>
          <cx:pt idx="355">64500</cx:pt>
          <cx:pt idx="356">64632</cx:pt>
          <cx:pt idx="357">64677</cx:pt>
          <cx:pt idx="358">64716</cx:pt>
          <cx:pt idx="359">64846</cx:pt>
          <cx:pt idx="360">64881</cx:pt>
          <cx:pt idx="361">64929</cx:pt>
          <cx:pt idx="362">64939</cx:pt>
          <cx:pt idx="363">64967</cx:pt>
          <cx:pt idx="364">64989</cx:pt>
          <cx:pt idx="365">64989</cx:pt>
          <cx:pt idx="366">65000</cx:pt>
          <cx:pt idx="367">65171</cx:pt>
          <cx:pt idx="368">65202</cx:pt>
          <cx:pt idx="369">65226</cx:pt>
          <cx:pt idx="370">65234</cx:pt>
          <cx:pt idx="371">65350</cx:pt>
          <cx:pt idx="372">65430</cx:pt>
          <cx:pt idx="373">65496</cx:pt>
          <cx:pt idx="374">65569</cx:pt>
          <cx:pt idx="375">65585</cx:pt>
          <cx:pt idx="376">65618</cx:pt>
          <cx:pt idx="377">65719</cx:pt>
          <cx:pt idx="378">65769</cx:pt>
          <cx:pt idx="379">65826</cx:pt>
          <cx:pt idx="380">65831</cx:pt>
          <cx:pt idx="381">65833</cx:pt>
          <cx:pt idx="382">65850</cx:pt>
          <cx:pt idx="383">65850</cx:pt>
          <cx:pt idx="384">65871</cx:pt>
          <cx:pt idx="385">65891</cx:pt>
          <cx:pt idx="386">65892</cx:pt>
          <cx:pt idx="387">65907</cx:pt>
          <cx:pt idx="388">65957</cx:pt>
          <cx:pt idx="389">66023</cx:pt>
          <cx:pt idx="390">66176</cx:pt>
          <cx:pt idx="391">66275</cx:pt>
          <cx:pt idx="392">66383</cx:pt>
          <cx:pt idx="393">66435</cx:pt>
          <cx:pt idx="394">66444</cx:pt>
          <cx:pt idx="395">66458</cx:pt>
          <cx:pt idx="396">66474</cx:pt>
          <cx:pt idx="397">66616</cx:pt>
          <cx:pt idx="398">66644</cx:pt>
          <cx:pt idx="399">66649</cx:pt>
          <cx:pt idx="400">66653</cx:pt>
          <cx:pt idx="401">66664</cx:pt>
          <cx:pt idx="402">66665</cx:pt>
          <cx:pt idx="403">66665</cx:pt>
          <cx:pt idx="404">66665</cx:pt>
          <cx:pt idx="405">66666</cx:pt>
          <cx:pt idx="406">66666</cx:pt>
          <cx:pt idx="407">66666</cx:pt>
          <cx:pt idx="408">66666</cx:pt>
          <cx:pt idx="409">66669</cx:pt>
          <cx:pt idx="410">66673</cx:pt>
          <cx:pt idx="411">66674</cx:pt>
          <cx:pt idx="412">66675</cx:pt>
          <cx:pt idx="413">66688</cx:pt>
          <cx:pt idx="414">66721</cx:pt>
          <cx:pt idx="415">66721</cx:pt>
          <cx:pt idx="416">66741</cx:pt>
          <cx:pt idx="417">66741</cx:pt>
          <cx:pt idx="418">66834</cx:pt>
          <cx:pt idx="419">66866</cx:pt>
          <cx:pt idx="420">66914</cx:pt>
          <cx:pt idx="421">66964</cx:pt>
          <cx:pt idx="422">66966</cx:pt>
          <cx:pt idx="423">66990</cx:pt>
          <cx:pt idx="424">66990</cx:pt>
          <cx:pt idx="425">67015</cx:pt>
          <cx:pt idx="426">67015</cx:pt>
          <cx:pt idx="427">67015</cx:pt>
          <cx:pt idx="428">67059</cx:pt>
          <cx:pt idx="429">67087</cx:pt>
          <cx:pt idx="430">67104</cx:pt>
          <cx:pt idx="431">67148</cx:pt>
          <cx:pt idx="432">67149</cx:pt>
          <cx:pt idx="433">67190</cx:pt>
          <cx:pt idx="434">67248</cx:pt>
          <cx:pt idx="435">67266</cx:pt>
          <cx:pt idx="436">67307</cx:pt>
          <cx:pt idx="437">67391</cx:pt>
          <cx:pt idx="438">67500</cx:pt>
          <cx:pt idx="439">67500</cx:pt>
          <cx:pt idx="440">67500</cx:pt>
          <cx:pt idx="441">67500</cx:pt>
          <cx:pt idx="442">67500</cx:pt>
          <cx:pt idx="443">67500</cx:pt>
          <cx:pt idx="444">67500</cx:pt>
          <cx:pt idx="445">67500</cx:pt>
          <cx:pt idx="446">67500</cx:pt>
          <cx:pt idx="447">67500</cx:pt>
          <cx:pt idx="448">67500</cx:pt>
          <cx:pt idx="449">67500</cx:pt>
          <cx:pt idx="450">67500</cx:pt>
          <cx:pt idx="451">67500</cx:pt>
          <cx:pt idx="452">67500</cx:pt>
          <cx:pt idx="453">67500</cx:pt>
          <cx:pt idx="454">67500</cx:pt>
          <cx:pt idx="455">67500</cx:pt>
          <cx:pt idx="456">67516</cx:pt>
          <cx:pt idx="457">67516</cx:pt>
          <cx:pt idx="458">67599</cx:pt>
          <cx:pt idx="459">67700</cx:pt>
          <cx:pt idx="460">67742</cx:pt>
          <cx:pt idx="461">67744</cx:pt>
          <cx:pt idx="462">67747</cx:pt>
          <cx:pt idx="463">67747</cx:pt>
          <cx:pt idx="464">67834</cx:pt>
          <cx:pt idx="465">67877</cx:pt>
          <cx:pt idx="466">67936</cx:pt>
          <cx:pt idx="467">67970</cx:pt>
          <cx:pt idx="468">67974</cx:pt>
          <cx:pt idx="469">68000</cx:pt>
          <cx:pt idx="470">68025</cx:pt>
          <cx:pt idx="471">68025</cx:pt>
          <cx:pt idx="472">68025</cx:pt>
          <cx:pt idx="473">68166</cx:pt>
          <cx:pt idx="474">68237</cx:pt>
          <cx:pt idx="475">68270</cx:pt>
          <cx:pt idx="476">68272</cx:pt>
          <cx:pt idx="477">68314</cx:pt>
          <cx:pt idx="478">68316</cx:pt>
          <cx:pt idx="479">68338</cx:pt>
          <cx:pt idx="480">68351</cx:pt>
          <cx:pt idx="481">68371</cx:pt>
          <cx:pt idx="482">68378</cx:pt>
          <cx:pt idx="483">68466</cx:pt>
          <cx:pt idx="484">68466</cx:pt>
          <cx:pt idx="485">68468</cx:pt>
          <cx:pt idx="486">68479</cx:pt>
          <cx:pt idx="487">68573</cx:pt>
          <cx:pt idx="488">68671</cx:pt>
          <cx:pt idx="489">68796</cx:pt>
          <cx:pt idx="490">68989</cx:pt>
          <cx:pt idx="491">69001</cx:pt>
          <cx:pt idx="492">69132</cx:pt>
          <cx:pt idx="493">69138</cx:pt>
          <cx:pt idx="494">69155</cx:pt>
          <cx:pt idx="495">69174</cx:pt>
          <cx:pt idx="496">69217</cx:pt>
          <cx:pt idx="497">69316</cx:pt>
          <cx:pt idx="498">69347</cx:pt>
          <cx:pt idx="499">69383</cx:pt>
          <cx:pt idx="500">69404</cx:pt>
          <cx:pt idx="501">69408</cx:pt>
          <cx:pt idx="502">69503</cx:pt>
          <cx:pt idx="503">69552</cx:pt>
          <cx:pt idx="504">69604</cx:pt>
          <cx:pt idx="505">69604</cx:pt>
          <cx:pt idx="506">69667</cx:pt>
          <cx:pt idx="507">69712</cx:pt>
          <cx:pt idx="508">69784</cx:pt>
          <cx:pt idx="509">69787</cx:pt>
          <cx:pt idx="510">69800</cx:pt>
          <cx:pt idx="511">69882</cx:pt>
          <cx:pt idx="512">69893</cx:pt>
          <cx:pt idx="513">69896</cx:pt>
          <cx:pt idx="514">69925</cx:pt>
          <cx:pt idx="515">69955</cx:pt>
          <cx:pt idx="516">69972</cx:pt>
          <cx:pt idx="517">69982</cx:pt>
          <cx:pt idx="518">69987</cx:pt>
          <cx:pt idx="519">69989</cx:pt>
          <cx:pt idx="520">70000</cx:pt>
          <cx:pt idx="521">70000</cx:pt>
          <cx:pt idx="522">70000</cx:pt>
          <cx:pt idx="523">70000</cx:pt>
          <cx:pt idx="524">70000</cx:pt>
          <cx:pt idx="525">70000</cx:pt>
          <cx:pt idx="526">70000</cx:pt>
          <cx:pt idx="527">70000</cx:pt>
          <cx:pt idx="528">70000</cx:pt>
          <cx:pt idx="529">70000</cx:pt>
          <cx:pt idx="530">70000</cx:pt>
          <cx:pt idx="531">70000</cx:pt>
          <cx:pt idx="532">70000</cx:pt>
          <cx:pt idx="533">70000</cx:pt>
          <cx:pt idx="534">70000</cx:pt>
          <cx:pt idx="535">70000</cx:pt>
          <cx:pt idx="536">70000</cx:pt>
          <cx:pt idx="537">70000</cx:pt>
          <cx:pt idx="538">70000</cx:pt>
          <cx:pt idx="539">70000</cx:pt>
          <cx:pt idx="540">70000</cx:pt>
          <cx:pt idx="541">70000</cx:pt>
          <cx:pt idx="542">70000</cx:pt>
          <cx:pt idx="543">70000</cx:pt>
          <cx:pt idx="544">70000</cx:pt>
          <cx:pt idx="545">70000</cx:pt>
          <cx:pt idx="546">70000</cx:pt>
          <cx:pt idx="547">70000</cx:pt>
          <cx:pt idx="548">70000</cx:pt>
          <cx:pt idx="549">70000</cx:pt>
          <cx:pt idx="550">70002</cx:pt>
          <cx:pt idx="551">70002</cx:pt>
          <cx:pt idx="552">70003</cx:pt>
          <cx:pt idx="553">70012</cx:pt>
          <cx:pt idx="554">70013</cx:pt>
          <cx:pt idx="555">70129</cx:pt>
          <cx:pt idx="556">70229</cx:pt>
          <cx:pt idx="557">70262</cx:pt>
          <cx:pt idx="558">70294</cx:pt>
          <cx:pt idx="559">70294</cx:pt>
          <cx:pt idx="560">70303</cx:pt>
          <cx:pt idx="561">70353</cx:pt>
          <cx:pt idx="562">70353</cx:pt>
          <cx:pt idx="563">70358</cx:pt>
          <cx:pt idx="564">70403</cx:pt>
          <cx:pt idx="565">70432</cx:pt>
          <cx:pt idx="566">70501</cx:pt>
          <cx:pt idx="567">70523</cx:pt>
          <cx:pt idx="568">70561</cx:pt>
          <cx:pt idx="569">70566</cx:pt>
          <cx:pt idx="570">70657</cx:pt>
          <cx:pt idx="571">70668</cx:pt>
          <cx:pt idx="572">70677</cx:pt>
          <cx:pt idx="573">70719</cx:pt>
          <cx:pt idx="574">70722</cx:pt>
          <cx:pt idx="575">70724</cx:pt>
          <cx:pt idx="576">70729</cx:pt>
          <cx:pt idx="577">70833</cx:pt>
          <cx:pt idx="578">70916</cx:pt>
          <cx:pt idx="579">71039</cx:pt>
          <cx:pt idx="580">71104</cx:pt>
          <cx:pt idx="581">71118</cx:pt>
          <cx:pt idx="582">71235</cx:pt>
          <cx:pt idx="583">71346</cx:pt>
          <cx:pt idx="584">71374</cx:pt>
          <cx:pt idx="585">71400</cx:pt>
          <cx:pt idx="586">71508</cx:pt>
          <cx:pt idx="587">71570</cx:pt>
          <cx:pt idx="588">71585</cx:pt>
          <cx:pt idx="589">71595</cx:pt>
          <cx:pt idx="590">71597</cx:pt>
          <cx:pt idx="591">71597</cx:pt>
          <cx:pt idx="592">71637</cx:pt>
          <cx:pt idx="593">71666</cx:pt>
          <cx:pt idx="594">71671</cx:pt>
          <cx:pt idx="595">71675</cx:pt>
          <cx:pt idx="596">71681</cx:pt>
          <cx:pt idx="597">71705</cx:pt>
          <cx:pt idx="598">71718</cx:pt>
          <cx:pt idx="599">71732</cx:pt>
          <cx:pt idx="600">71766</cx:pt>
          <cx:pt idx="601">71800</cx:pt>
          <cx:pt idx="602">71830</cx:pt>
          <cx:pt idx="603">71953</cx:pt>
          <cx:pt idx="604">71967</cx:pt>
          <cx:pt idx="605">72176</cx:pt>
          <cx:pt idx="606">72298</cx:pt>
          <cx:pt idx="607">72298</cx:pt>
          <cx:pt idx="608">72298</cx:pt>
          <cx:pt idx="609">72341</cx:pt>
          <cx:pt idx="610">72361</cx:pt>
          <cx:pt idx="611">72365</cx:pt>
          <cx:pt idx="612">72389</cx:pt>
          <cx:pt idx="613">72395</cx:pt>
          <cx:pt idx="614">72500</cx:pt>
          <cx:pt idx="615">72500</cx:pt>
          <cx:pt idx="616">72521</cx:pt>
          <cx:pt idx="617">72525</cx:pt>
          <cx:pt idx="618">72599</cx:pt>
          <cx:pt idx="619">72667</cx:pt>
          <cx:pt idx="620">72669</cx:pt>
          <cx:pt idx="621">72689</cx:pt>
          <cx:pt idx="622">72725</cx:pt>
          <cx:pt idx="623">72729</cx:pt>
          <cx:pt idx="624">72738</cx:pt>
          <cx:pt idx="625">72742</cx:pt>
          <cx:pt idx="626">72789</cx:pt>
          <cx:pt idx="627">72792</cx:pt>
          <cx:pt idx="628">72825</cx:pt>
          <cx:pt idx="629">72877</cx:pt>
          <cx:pt idx="630">72989</cx:pt>
          <cx:pt idx="631">73008</cx:pt>
          <cx:pt idx="632">73142</cx:pt>
          <cx:pt idx="633">73273</cx:pt>
          <cx:pt idx="634">73278</cx:pt>
          <cx:pt idx="635">73309</cx:pt>
          <cx:pt idx="636">73332</cx:pt>
          <cx:pt idx="637">73333</cx:pt>
          <cx:pt idx="638">73341</cx:pt>
          <cx:pt idx="639">73375</cx:pt>
          <cx:pt idx="640">73391</cx:pt>
          <cx:pt idx="641">73421</cx:pt>
          <cx:pt idx="642">73421</cx:pt>
          <cx:pt idx="643">73422</cx:pt>
          <cx:pt idx="644">73503</cx:pt>
          <cx:pt idx="645">73531</cx:pt>
          <cx:pt idx="646">73536</cx:pt>
          <cx:pt idx="647">73640</cx:pt>
          <cx:pt idx="648">73640</cx:pt>
          <cx:pt idx="649">73683</cx:pt>
          <cx:pt idx="650">73691</cx:pt>
          <cx:pt idx="651">73694</cx:pt>
          <cx:pt idx="652">73730</cx:pt>
          <cx:pt idx="653">73737</cx:pt>
          <cx:pt idx="654">73758</cx:pt>
          <cx:pt idx="655">73758</cx:pt>
          <cx:pt idx="656">73846</cx:pt>
          <cx:pt idx="657">73846</cx:pt>
          <cx:pt idx="658">73914</cx:pt>
          <cx:pt idx="659">73945</cx:pt>
          <cx:pt idx="660">73980</cx:pt>
          <cx:pt idx="661">73989</cx:pt>
          <cx:pt idx="662">74000</cx:pt>
          <cx:pt idx="663">74070</cx:pt>
          <cx:pt idx="664">74199</cx:pt>
          <cx:pt idx="665">74218</cx:pt>
          <cx:pt idx="666">74218</cx:pt>
          <cx:pt idx="667">74219</cx:pt>
          <cx:pt idx="668">74307</cx:pt>
          <cx:pt idx="669">74441</cx:pt>
          <cx:pt idx="670">74471</cx:pt>
          <cx:pt idx="671">74493</cx:pt>
          <cx:pt idx="672">74505</cx:pt>
          <cx:pt idx="673">74518</cx:pt>
          <cx:pt idx="674">74588</cx:pt>
          <cx:pt idx="675">74694</cx:pt>
          <cx:pt idx="676">74772</cx:pt>
          <cx:pt idx="677">74801</cx:pt>
          <cx:pt idx="678">74801</cx:pt>
          <cx:pt idx="679">74866</cx:pt>
          <cx:pt idx="680">74907</cx:pt>
          <cx:pt idx="681">74947</cx:pt>
          <cx:pt idx="682">74969</cx:pt>
          <cx:pt idx="683">74998</cx:pt>
          <cx:pt idx="684">74999</cx:pt>
          <cx:pt idx="685">74999</cx:pt>
          <cx:pt idx="686">75000</cx:pt>
          <cx:pt idx="687">75037</cx:pt>
          <cx:pt idx="688">75119</cx:pt>
          <cx:pt idx="689">75155</cx:pt>
          <cx:pt idx="690">75184</cx:pt>
          <cx:pt idx="691">75187</cx:pt>
          <cx:pt idx="692">75204</cx:pt>
          <cx:pt idx="693">75242</cx:pt>
          <cx:pt idx="694">75245</cx:pt>
          <cx:pt idx="695">75246</cx:pt>
          <cx:pt idx="696">75280</cx:pt>
          <cx:pt idx="697">75312</cx:pt>
          <cx:pt idx="698">75358</cx:pt>
          <cx:pt idx="699">75496</cx:pt>
          <cx:pt idx="700">75680</cx:pt>
          <cx:pt idx="701">75685</cx:pt>
          <cx:pt idx="702">75714</cx:pt>
          <cx:pt idx="703">75741</cx:pt>
          <cx:pt idx="704">75847</cx:pt>
          <cx:pt idx="705">75895</cx:pt>
          <cx:pt idx="706">76000</cx:pt>
          <cx:pt idx="707">76005</cx:pt>
          <cx:pt idx="708">76008</cx:pt>
          <cx:pt idx="709">76057</cx:pt>
          <cx:pt idx="710">76108</cx:pt>
          <cx:pt idx="711">76192</cx:pt>
          <cx:pt idx="712">76192</cx:pt>
          <cx:pt idx="713">76192</cx:pt>
          <cx:pt idx="714">76262</cx:pt>
          <cx:pt idx="715">76353</cx:pt>
          <cx:pt idx="716">76380</cx:pt>
          <cx:pt idx="717">76381</cx:pt>
          <cx:pt idx="718">76381</cx:pt>
          <cx:pt idx="719">76429</cx:pt>
          <cx:pt idx="720">76610</cx:pt>
          <cx:pt idx="721">76637</cx:pt>
          <cx:pt idx="722">76649</cx:pt>
          <cx:pt idx="723">76666</cx:pt>
          <cx:pt idx="724">76666</cx:pt>
          <cx:pt idx="725">76666</cx:pt>
          <cx:pt idx="726">76666</cx:pt>
          <cx:pt idx="727">76676</cx:pt>
          <cx:pt idx="728">76752</cx:pt>
          <cx:pt idx="729">76804</cx:pt>
          <cx:pt idx="730">76827</cx:pt>
          <cx:pt idx="731">76890</cx:pt>
          <cx:pt idx="732">76954</cx:pt>
          <cx:pt idx="733">76977</cx:pt>
          <cx:pt idx="734">76977</cx:pt>
          <cx:pt idx="735">76977</cx:pt>
          <cx:pt idx="736">76977</cx:pt>
          <cx:pt idx="737">77044</cx:pt>
          <cx:pt idx="738">77054</cx:pt>
          <cx:pt idx="739">77074</cx:pt>
          <cx:pt idx="740">77075</cx:pt>
          <cx:pt idx="741">77075</cx:pt>
          <cx:pt idx="742">77077</cx:pt>
          <cx:pt idx="743">77078</cx:pt>
          <cx:pt idx="744">77133</cx:pt>
          <cx:pt idx="745">77143</cx:pt>
          <cx:pt idx="746">77143</cx:pt>
          <cx:pt idx="747">77143</cx:pt>
          <cx:pt idx="748">77143</cx:pt>
          <cx:pt idx="749">77143</cx:pt>
          <cx:pt idx="750">77150</cx:pt>
          <cx:pt idx="751">77181</cx:pt>
          <cx:pt idx="752">77187</cx:pt>
          <cx:pt idx="753">77259</cx:pt>
          <cx:pt idx="754">77387</cx:pt>
          <cx:pt idx="755">77388</cx:pt>
          <cx:pt idx="756">77431</cx:pt>
          <cx:pt idx="757">77445</cx:pt>
          <cx:pt idx="758">77581</cx:pt>
          <cx:pt idx="759">77588</cx:pt>
          <cx:pt idx="760">77775</cx:pt>
          <cx:pt idx="761">77941</cx:pt>
          <cx:pt idx="762">77941</cx:pt>
          <cx:pt idx="763">78083</cx:pt>
          <cx:pt idx="764">78086</cx:pt>
          <cx:pt idx="765">78111</cx:pt>
          <cx:pt idx="766">78310</cx:pt>
          <cx:pt idx="767">78345</cx:pt>
          <cx:pt idx="768">78352</cx:pt>
          <cx:pt idx="769">78513</cx:pt>
          <cx:pt idx="770">78527</cx:pt>
          <cx:pt idx="771">78596</cx:pt>
          <cx:pt idx="772">78612</cx:pt>
          <cx:pt idx="773">78667</cx:pt>
          <cx:pt idx="774">78691</cx:pt>
          <cx:pt idx="775">78876</cx:pt>
          <cx:pt idx="776">78911</cx:pt>
          <cx:pt idx="777">78980</cx:pt>
          <cx:pt idx="778">78998</cx:pt>
          <cx:pt idx="779">78999</cx:pt>
          <cx:pt idx="780">79050</cx:pt>
          <cx:pt idx="781">79054</cx:pt>
          <cx:pt idx="782">79056</cx:pt>
          <cx:pt idx="783">79139</cx:pt>
          <cx:pt idx="784">79152</cx:pt>
          <cx:pt idx="785">79170</cx:pt>
          <cx:pt idx="786">79207</cx:pt>
          <cx:pt idx="787">79269</cx:pt>
          <cx:pt idx="788">79275</cx:pt>
          <cx:pt idx="789">79343</cx:pt>
          <cx:pt idx="790">79348</cx:pt>
          <cx:pt idx="791">79373</cx:pt>
          <cx:pt idx="792">79402</cx:pt>
          <cx:pt idx="793">79419</cx:pt>
          <cx:pt idx="794">79450</cx:pt>
          <cx:pt idx="795">79458</cx:pt>
          <cx:pt idx="796">79524</cx:pt>
          <cx:pt idx="797">79598</cx:pt>
          <cx:pt idx="798">79633</cx:pt>
          <cx:pt idx="799">79657</cx:pt>
          <cx:pt idx="800">79692</cx:pt>
          <cx:pt idx="801">79775</cx:pt>
          <cx:pt idx="802">79825</cx:pt>
          <cx:pt idx="803">79833</cx:pt>
          <cx:pt idx="804">79923</cx:pt>
          <cx:pt idx="805">79978</cx:pt>
          <cx:pt idx="806">79979</cx:pt>
          <cx:pt idx="807">79987</cx:pt>
          <cx:pt idx="808">79987</cx:pt>
          <cx:pt idx="809">79989</cx:pt>
          <cx:pt idx="810">79998</cx:pt>
          <cx:pt idx="811">80000</cx:pt>
          <cx:pt idx="812">80000</cx:pt>
          <cx:pt idx="813">80000</cx:pt>
          <cx:pt idx="814">80000</cx:pt>
          <cx:pt idx="815">80000</cx:pt>
          <cx:pt idx="816">80000</cx:pt>
          <cx:pt idx="817">80000</cx:pt>
          <cx:pt idx="818">80000</cx:pt>
          <cx:pt idx="819">80000</cx:pt>
          <cx:pt idx="820">80000</cx:pt>
          <cx:pt idx="821">80000</cx:pt>
          <cx:pt idx="822">80001</cx:pt>
          <cx:pt idx="823">80005</cx:pt>
          <cx:pt idx="824">80009</cx:pt>
          <cx:pt idx="825">80012</cx:pt>
          <cx:pt idx="826">80022</cx:pt>
          <cx:pt idx="827">80025</cx:pt>
          <cx:pt idx="828">80050</cx:pt>
          <cx:pt idx="829">80061</cx:pt>
          <cx:pt idx="830">80069</cx:pt>
          <cx:pt idx="831">80069</cx:pt>
          <cx:pt idx="832">80091</cx:pt>
          <cx:pt idx="833">80125</cx:pt>
          <cx:pt idx="834">80184</cx:pt>
          <cx:pt idx="835">80257</cx:pt>
          <cx:pt idx="836">80279</cx:pt>
          <cx:pt idx="837">80449</cx:pt>
          <cx:pt idx="838">80481</cx:pt>
          <cx:pt idx="839">80502</cx:pt>
          <cx:pt idx="840">80600</cx:pt>
          <cx:pt idx="841">80616</cx:pt>
          <cx:pt idx="842">80650</cx:pt>
          <cx:pt idx="843">80650</cx:pt>
          <cx:pt idx="844">80650</cx:pt>
          <cx:pt idx="845">80650</cx:pt>
          <cx:pt idx="846">80650</cx:pt>
          <cx:pt idx="847">80650</cx:pt>
          <cx:pt idx="848">80658</cx:pt>
          <cx:pt idx="849">80658</cx:pt>
          <cx:pt idx="850">80666</cx:pt>
          <cx:pt idx="851">80670</cx:pt>
          <cx:pt idx="852">80676</cx:pt>
          <cx:pt idx="853">80730</cx:pt>
          <cx:pt idx="854">80805</cx:pt>
          <cx:pt idx="855">80851</cx:pt>
          <cx:pt idx="856">80856</cx:pt>
          <cx:pt idx="857">80908</cx:pt>
          <cx:pt idx="858">80937</cx:pt>
          <cx:pt idx="859">80939</cx:pt>
          <cx:pt idx="860">81000</cx:pt>
          <cx:pt idx="861">81025</cx:pt>
          <cx:pt idx="862">81050</cx:pt>
          <cx:pt idx="863">81073</cx:pt>
          <cx:pt idx="864">81162</cx:pt>
          <cx:pt idx="865">81173</cx:pt>
          <cx:pt idx="866">81176</cx:pt>
          <cx:pt idx="867">81176</cx:pt>
          <cx:pt idx="868">81226</cx:pt>
          <cx:pt idx="869">81256</cx:pt>
          <cx:pt idx="870">81258</cx:pt>
          <cx:pt idx="871">81260</cx:pt>
          <cx:pt idx="872">81343</cx:pt>
          <cx:pt idx="873">81344</cx:pt>
          <cx:pt idx="874">81371</cx:pt>
          <cx:pt idx="875">81379</cx:pt>
          <cx:pt idx="876">81395</cx:pt>
          <cx:pt idx="877">81508</cx:pt>
          <cx:pt idx="878">81525</cx:pt>
          <cx:pt idx="879">81534</cx:pt>
          <cx:pt idx="880">81541</cx:pt>
          <cx:pt idx="881">81732</cx:pt>
          <cx:pt idx="882">81750</cx:pt>
          <cx:pt idx="883">81816</cx:pt>
          <cx:pt idx="884">81868</cx:pt>
          <cx:pt idx="885">81875</cx:pt>
          <cx:pt idx="886">81931</cx:pt>
          <cx:pt idx="887">81933</cx:pt>
          <cx:pt idx="888">81933</cx:pt>
          <cx:pt idx="889">81951</cx:pt>
          <cx:pt idx="890">81976</cx:pt>
          <cx:pt idx="891">82056</cx:pt>
          <cx:pt idx="892">82065</cx:pt>
          <cx:pt idx="893">82198</cx:pt>
          <cx:pt idx="894">82252</cx:pt>
          <cx:pt idx="895">82284</cx:pt>
          <cx:pt idx="896">82301</cx:pt>
          <cx:pt idx="897">82301</cx:pt>
          <cx:pt idx="898">82309</cx:pt>
          <cx:pt idx="899">82460</cx:pt>
          <cx:pt idx="900">82551</cx:pt>
          <cx:pt idx="901">82551</cx:pt>
          <cx:pt idx="902">82642</cx:pt>
          <cx:pt idx="903">82642</cx:pt>
          <cx:pt idx="904">82652</cx:pt>
          <cx:pt idx="905">82709</cx:pt>
          <cx:pt idx="906">82718</cx:pt>
          <cx:pt idx="907">82748</cx:pt>
          <cx:pt idx="908">82765</cx:pt>
          <cx:pt idx="909">82797</cx:pt>
          <cx:pt idx="910">82841</cx:pt>
          <cx:pt idx="911">82919</cx:pt>
          <cx:pt idx="912">82971</cx:pt>
          <cx:pt idx="913">82973</cx:pt>
          <cx:pt idx="914">82973</cx:pt>
          <cx:pt idx="915">82987</cx:pt>
          <cx:pt idx="916">83008</cx:pt>
          <cx:pt idx="917">83158</cx:pt>
          <cx:pt idx="918">83209</cx:pt>
          <cx:pt idx="919">83217</cx:pt>
          <cx:pt idx="920">83238</cx:pt>
          <cx:pt idx="921">83273</cx:pt>
          <cx:pt idx="922">83279</cx:pt>
          <cx:pt idx="923">83281</cx:pt>
          <cx:pt idx="924">83281</cx:pt>
          <cx:pt idx="925">83287</cx:pt>
          <cx:pt idx="926">83301</cx:pt>
          <cx:pt idx="927">83316</cx:pt>
          <cx:pt idx="928">83325</cx:pt>
          <cx:pt idx="929">83330</cx:pt>
          <cx:pt idx="930">83332</cx:pt>
          <cx:pt idx="931">83333</cx:pt>
          <cx:pt idx="932">83333</cx:pt>
          <cx:pt idx="933">83333</cx:pt>
          <cx:pt idx="934">83333</cx:pt>
          <cx:pt idx="935">83333</cx:pt>
          <cx:pt idx="936">83333</cx:pt>
          <cx:pt idx="937">83333</cx:pt>
          <cx:pt idx="938">83342</cx:pt>
          <cx:pt idx="939">83399</cx:pt>
          <cx:pt idx="940">83454</cx:pt>
          <cx:pt idx="941">83457</cx:pt>
          <cx:pt idx="942">83457</cx:pt>
          <cx:pt idx="943">83548</cx:pt>
          <cx:pt idx="944">83601</cx:pt>
          <cx:pt idx="945">83621</cx:pt>
          <cx:pt idx="946">83623</cx:pt>
          <cx:pt idx="947">83648</cx:pt>
          <cx:pt idx="948">83661</cx:pt>
          <cx:pt idx="949">83685</cx:pt>
          <cx:pt idx="950">83743</cx:pt>
          <cx:pt idx="951">83766</cx:pt>
          <cx:pt idx="952">83835</cx:pt>
          <cx:pt idx="953">83845</cx:pt>
          <cx:pt idx="954">83845</cx:pt>
          <cx:pt idx="955">83845</cx:pt>
          <cx:pt idx="956">83845</cx:pt>
          <cx:pt idx="957">83845</cx:pt>
          <cx:pt idx="958">83845</cx:pt>
          <cx:pt idx="959">83854</cx:pt>
          <cx:pt idx="960">83882</cx:pt>
          <cx:pt idx="961">83923</cx:pt>
          <cx:pt idx="962">83961</cx:pt>
          <cx:pt idx="963">83967</cx:pt>
          <cx:pt idx="964">83974</cx:pt>
          <cx:pt idx="965">83990</cx:pt>
          <cx:pt idx="966">83993</cx:pt>
          <cx:pt idx="967">84030</cx:pt>
          <cx:pt idx="968">84155</cx:pt>
          <cx:pt idx="969">84166</cx:pt>
          <cx:pt idx="970">84224</cx:pt>
          <cx:pt idx="971">84246</cx:pt>
          <cx:pt idx="972">84249</cx:pt>
          <cx:pt idx="973">84259</cx:pt>
          <cx:pt idx="974">84268</cx:pt>
          <cx:pt idx="975">84333</cx:pt>
          <cx:pt idx="976">84364</cx:pt>
          <cx:pt idx="977">84381</cx:pt>
          <cx:pt idx="978">84399</cx:pt>
          <cx:pt idx="979">84435</cx:pt>
          <cx:pt idx="980">84506</cx:pt>
          <cx:pt idx="981">84520</cx:pt>
          <cx:pt idx="982">84546</cx:pt>
          <cx:pt idx="983">84593</cx:pt>
          <cx:pt idx="984">84615</cx:pt>
          <cx:pt idx="985">84659</cx:pt>
          <cx:pt idx="986">84690</cx:pt>
          <cx:pt idx="987">84791</cx:pt>
          <cx:pt idx="988">84857</cx:pt>
          <cx:pt idx="989">84857</cx:pt>
          <cx:pt idx="990">84857</cx:pt>
          <cx:pt idx="991">84857</cx:pt>
          <cx:pt idx="992">84872</cx:pt>
          <cx:pt idx="993">84910</cx:pt>
          <cx:pt idx="994">84923</cx:pt>
          <cx:pt idx="995">84939</cx:pt>
          <cx:pt idx="996">84940</cx:pt>
          <cx:pt idx="997">85000</cx:pt>
          <cx:pt idx="998">85016</cx:pt>
          <cx:pt idx="999">85030</cx:pt>
          <cx:pt idx="1000">85037</cx:pt>
          <cx:pt idx="1001">85064</cx:pt>
          <cx:pt idx="1002">85067</cx:pt>
          <cx:pt idx="1003">85078</cx:pt>
          <cx:pt idx="1004">85137</cx:pt>
          <cx:pt idx="1005">85138</cx:pt>
          <cx:pt idx="1006">85179</cx:pt>
          <cx:pt idx="1007">85227</cx:pt>
          <cx:pt idx="1008">85242</cx:pt>
          <cx:pt idx="1009">85257</cx:pt>
          <cx:pt idx="1010">85267</cx:pt>
          <cx:pt idx="1011">85411</cx:pt>
          <cx:pt idx="1012">85637</cx:pt>
          <cx:pt idx="1013">85642</cx:pt>
          <cx:pt idx="1014">85642</cx:pt>
          <cx:pt idx="1015">85710</cx:pt>
          <cx:pt idx="1016">85816</cx:pt>
          <cx:pt idx="1017">85833</cx:pt>
          <cx:pt idx="1018">85868</cx:pt>
          <cx:pt idx="1019">85987</cx:pt>
          <cx:pt idx="1020">86025</cx:pt>
          <cx:pt idx="1021">86038</cx:pt>
          <cx:pt idx="1022">86039</cx:pt>
          <cx:pt idx="1023">86045</cx:pt>
          <cx:pt idx="1024">86049</cx:pt>
          <cx:pt idx="1025">86095</cx:pt>
          <cx:pt idx="1026">86131</cx:pt>
          <cx:pt idx="1027">86175</cx:pt>
          <cx:pt idx="1028">86175</cx:pt>
          <cx:pt idx="1029">86183</cx:pt>
          <cx:pt idx="1030">86318</cx:pt>
          <cx:pt idx="1031">86399</cx:pt>
          <cx:pt idx="1032">86415</cx:pt>
          <cx:pt idx="1033">86467</cx:pt>
          <cx:pt idx="1034">86485</cx:pt>
          <cx:pt idx="1035">86485</cx:pt>
          <cx:pt idx="1036">86507</cx:pt>
          <cx:pt idx="1037">86598</cx:pt>
          <cx:pt idx="1038">86610</cx:pt>
          <cx:pt idx="1039">86636</cx:pt>
          <cx:pt idx="1040">86655</cx:pt>
          <cx:pt idx="1041">86658</cx:pt>
          <cx:pt idx="1042">86665</cx:pt>
          <cx:pt idx="1043">86666</cx:pt>
          <cx:pt idx="1044">86666</cx:pt>
          <cx:pt idx="1045">86667</cx:pt>
          <cx:pt idx="1046">86667</cx:pt>
          <cx:pt idx="1047">86683</cx:pt>
          <cx:pt idx="1048">86683</cx:pt>
          <cx:pt idx="1049">86692</cx:pt>
          <cx:pt idx="1050">86708</cx:pt>
          <cx:pt idx="1051">86767</cx:pt>
          <cx:pt idx="1052">86808</cx:pt>
          <cx:pt idx="1053">86816</cx:pt>
          <cx:pt idx="1054">86849</cx:pt>
          <cx:pt idx="1055">86908</cx:pt>
          <cx:pt idx="1056">87098</cx:pt>
          <cx:pt idx="1057">87417</cx:pt>
          <cx:pt idx="1058">87466</cx:pt>
          <cx:pt idx="1059">87496</cx:pt>
          <cx:pt idx="1060">87535</cx:pt>
          <cx:pt idx="1061">87538</cx:pt>
          <cx:pt idx="1062">87570</cx:pt>
          <cx:pt idx="1063">87572</cx:pt>
          <cx:pt idx="1064">87617</cx:pt>
          <cx:pt idx="1065">87651</cx:pt>
          <cx:pt idx="1066">87666</cx:pt>
          <cx:pt idx="1067">87679</cx:pt>
          <cx:pt idx="1068">87703</cx:pt>
          <cx:pt idx="1069">87791</cx:pt>
          <cx:pt idx="1070">87795</cx:pt>
          <cx:pt idx="1071">88059</cx:pt>
          <cx:pt idx="1072">88060</cx:pt>
          <cx:pt idx="1073">88100</cx:pt>
          <cx:pt idx="1074">88100</cx:pt>
          <cx:pt idx="1075">88125</cx:pt>
          <cx:pt idx="1076">88156</cx:pt>
          <cx:pt idx="1077">88161</cx:pt>
          <cx:pt idx="1078">88176</cx:pt>
          <cx:pt idx="1079">88232</cx:pt>
          <cx:pt idx="1080">88280</cx:pt>
          <cx:pt idx="1081">88321</cx:pt>
          <cx:pt idx="1082">88333</cx:pt>
          <cx:pt idx="1083">88465</cx:pt>
          <cx:pt idx="1084">88511</cx:pt>
          <cx:pt idx="1085">88524</cx:pt>
          <cx:pt idx="1086">88534</cx:pt>
          <cx:pt idx="1087">88535</cx:pt>
          <cx:pt idx="1088">88537</cx:pt>
          <cx:pt idx="1089">88568</cx:pt>
          <cx:pt idx="1090">88648</cx:pt>
          <cx:pt idx="1091">88666</cx:pt>
          <cx:pt idx="1092">88835</cx:pt>
          <cx:pt idx="1093">88922</cx:pt>
          <cx:pt idx="1094">88943</cx:pt>
          <cx:pt idx="1095">88966</cx:pt>
          <cx:pt idx="1096">88971</cx:pt>
          <cx:pt idx="1097">89015</cx:pt>
          <cx:pt idx="1098">89118</cx:pt>
          <cx:pt idx="1099">89118</cx:pt>
          <cx:pt idx="1100">89125</cx:pt>
          <cx:pt idx="1101">89181</cx:pt>
          <cx:pt idx="1102">89221</cx:pt>
          <cx:pt idx="1103">89283</cx:pt>
          <cx:pt idx="1104">89315</cx:pt>
          <cx:pt idx="1105">89337</cx:pt>
          <cx:pt idx="1106">89390</cx:pt>
          <cx:pt idx="1107">89400</cx:pt>
          <cx:pt idx="1108">89455</cx:pt>
          <cx:pt idx="1109">89464</cx:pt>
          <cx:pt idx="1110">89683</cx:pt>
          <cx:pt idx="1111">89745</cx:pt>
          <cx:pt idx="1112">89829</cx:pt>
          <cx:pt idx="1113">89925</cx:pt>
          <cx:pt idx="1114">89953</cx:pt>
          <cx:pt idx="1115">89978</cx:pt>
          <cx:pt idx="1116">89996</cx:pt>
          <cx:pt idx="1117">89999</cx:pt>
          <cx:pt idx="1118">90000</cx:pt>
          <cx:pt idx="1119">90000</cx:pt>
          <cx:pt idx="1120">90000</cx:pt>
          <cx:pt idx="1121">90000</cx:pt>
          <cx:pt idx="1122">90000</cx:pt>
          <cx:pt idx="1123">90000</cx:pt>
          <cx:pt idx="1124">90000</cx:pt>
          <cx:pt idx="1125">90000</cx:pt>
          <cx:pt idx="1126">90000</cx:pt>
          <cx:pt idx="1127">90000</cx:pt>
          <cx:pt idx="1128">90000</cx:pt>
          <cx:pt idx="1129">90000</cx:pt>
          <cx:pt idx="1130">90000</cx:pt>
          <cx:pt idx="1131">90000</cx:pt>
          <cx:pt idx="1132">90000</cx:pt>
          <cx:pt idx="1133">90000</cx:pt>
          <cx:pt idx="1134">90000</cx:pt>
          <cx:pt idx="1135">90000</cx:pt>
          <cx:pt idx="1136">90000</cx:pt>
          <cx:pt idx="1137">90000</cx:pt>
          <cx:pt idx="1138">90000</cx:pt>
          <cx:pt idx="1139">90000</cx:pt>
          <cx:pt idx="1140">90000</cx:pt>
          <cx:pt idx="1141">90000</cx:pt>
          <cx:pt idx="1142">90000</cx:pt>
          <cx:pt idx="1143">90000</cx:pt>
          <cx:pt idx="1144">90000</cx:pt>
          <cx:pt idx="1145">90000</cx:pt>
          <cx:pt idx="1146">90000</cx:pt>
          <cx:pt idx="1147">90000</cx:pt>
          <cx:pt idx="1148">90000</cx:pt>
          <cx:pt idx="1149">90000</cx:pt>
          <cx:pt idx="1150">90000</cx:pt>
          <cx:pt idx="1151">90000</cx:pt>
          <cx:pt idx="1152">90000</cx:pt>
          <cx:pt idx="1153">90000</cx:pt>
          <cx:pt idx="1154">90000</cx:pt>
          <cx:pt idx="1155">90000</cx:pt>
          <cx:pt idx="1156">90000</cx:pt>
          <cx:pt idx="1157">90000</cx:pt>
          <cx:pt idx="1158">90000</cx:pt>
          <cx:pt idx="1159">90001</cx:pt>
          <cx:pt idx="1160">90002</cx:pt>
          <cx:pt idx="1161">90066</cx:pt>
          <cx:pt idx="1162">90109</cx:pt>
          <cx:pt idx="1163">90150</cx:pt>
          <cx:pt idx="1164">90187</cx:pt>
          <cx:pt idx="1165">90188</cx:pt>
          <cx:pt idx="1166">90200</cx:pt>
          <cx:pt idx="1167">90211</cx:pt>
          <cx:pt idx="1168">90233</cx:pt>
          <cx:pt idx="1169">90241</cx:pt>
          <cx:pt idx="1170">90247</cx:pt>
          <cx:pt idx="1171">90311</cx:pt>
          <cx:pt idx="1172">90332</cx:pt>
          <cx:pt idx="1173">90333</cx:pt>
          <cx:pt idx="1174">90333</cx:pt>
          <cx:pt idx="1175">90387</cx:pt>
          <cx:pt idx="1176">90400</cx:pt>
          <cx:pt idx="1177">90408</cx:pt>
          <cx:pt idx="1178">90415</cx:pt>
          <cx:pt idx="1179">90441</cx:pt>
          <cx:pt idx="1180">90480</cx:pt>
          <cx:pt idx="1181">90500</cx:pt>
          <cx:pt idx="1182">90500</cx:pt>
          <cx:pt idx="1183">90526</cx:pt>
          <cx:pt idx="1184">90541</cx:pt>
          <cx:pt idx="1185">90546</cx:pt>
          <cx:pt idx="1186">90579</cx:pt>
          <cx:pt idx="1187">90605</cx:pt>
          <cx:pt idx="1188">90633</cx:pt>
          <cx:pt idx="1189">90658</cx:pt>
          <cx:pt idx="1190">90658</cx:pt>
          <cx:pt idx="1191">90685</cx:pt>
          <cx:pt idx="1192">90714</cx:pt>
          <cx:pt idx="1193">90716</cx:pt>
          <cx:pt idx="1194">90731</cx:pt>
          <cx:pt idx="1195">90733</cx:pt>
          <cx:pt idx="1196">90750</cx:pt>
          <cx:pt idx="1197">90750</cx:pt>
          <cx:pt idx="1198">90800</cx:pt>
          <cx:pt idx="1199">90828</cx:pt>
          <cx:pt idx="1200">90828</cx:pt>
          <cx:pt idx="1201">90872</cx:pt>
          <cx:pt idx="1202">90872</cx:pt>
          <cx:pt idx="1203">90983</cx:pt>
          <cx:pt idx="1204">91000</cx:pt>
          <cx:pt idx="1205">91018</cx:pt>
          <cx:pt idx="1206">91033</cx:pt>
          <cx:pt idx="1207">91033</cx:pt>
          <cx:pt idx="1208">91033</cx:pt>
          <cx:pt idx="1209">91033</cx:pt>
          <cx:pt idx="1210">91033</cx:pt>
          <cx:pt idx="1211">91033</cx:pt>
          <cx:pt idx="1212">91042</cx:pt>
          <cx:pt idx="1213">91054</cx:pt>
          <cx:pt idx="1214">91066</cx:pt>
          <cx:pt idx="1215">91084</cx:pt>
          <cx:pt idx="1216">91101</cx:pt>
          <cx:pt idx="1217">91150</cx:pt>
          <cx:pt idx="1218">91166</cx:pt>
          <cx:pt idx="1219">91177</cx:pt>
          <cx:pt idx="1220">91200</cx:pt>
          <cx:pt idx="1221">91250</cx:pt>
          <cx:pt idx="1222">91250</cx:pt>
          <cx:pt idx="1223">91350</cx:pt>
          <cx:pt idx="1224">91353</cx:pt>
          <cx:pt idx="1225">91362</cx:pt>
          <cx:pt idx="1226">91371</cx:pt>
          <cx:pt idx="1227">91375</cx:pt>
          <cx:pt idx="1228">91383</cx:pt>
          <cx:pt idx="1229">91433</cx:pt>
          <cx:pt idx="1230">91495</cx:pt>
          <cx:pt idx="1231">91500</cx:pt>
          <cx:pt idx="1232">91536</cx:pt>
          <cx:pt idx="1233">91565</cx:pt>
          <cx:pt idx="1234">91624</cx:pt>
          <cx:pt idx="1235">91649</cx:pt>
          <cx:pt idx="1236">91666</cx:pt>
          <cx:pt idx="1237">91675</cx:pt>
          <cx:pt idx="1238">91704</cx:pt>
          <cx:pt idx="1239">91716</cx:pt>
          <cx:pt idx="1240">91775</cx:pt>
          <cx:pt idx="1241">91792</cx:pt>
          <cx:pt idx="1242">91811</cx:pt>
          <cx:pt idx="1243">91843</cx:pt>
          <cx:pt idx="1244">91860</cx:pt>
          <cx:pt idx="1245">91866</cx:pt>
          <cx:pt idx="1246">91880</cx:pt>
          <cx:pt idx="1247">91891</cx:pt>
          <cx:pt idx="1248">91918</cx:pt>
          <cx:pt idx="1249">91933</cx:pt>
          <cx:pt idx="1250">91933</cx:pt>
          <cx:pt idx="1251">91933</cx:pt>
          <cx:pt idx="1252">91936</cx:pt>
          <cx:pt idx="1253">91950</cx:pt>
          <cx:pt idx="1254">92015</cx:pt>
          <cx:pt idx="1255">92083</cx:pt>
          <cx:pt idx="1256">92164</cx:pt>
          <cx:pt idx="1257">92166</cx:pt>
          <cx:pt idx="1258">92197</cx:pt>
          <cx:pt idx="1259">92222</cx:pt>
          <cx:pt idx="1260">92250</cx:pt>
          <cx:pt idx="1261">92253</cx:pt>
          <cx:pt idx="1262">92272</cx:pt>
          <cx:pt idx="1263">92437</cx:pt>
          <cx:pt idx="1264">92454</cx:pt>
          <cx:pt idx="1265">92467</cx:pt>
          <cx:pt idx="1266">92486</cx:pt>
          <cx:pt idx="1267">92500</cx:pt>
          <cx:pt idx="1268">92500</cx:pt>
          <cx:pt idx="1269">92502</cx:pt>
          <cx:pt idx="1270">92596</cx:pt>
          <cx:pt idx="1271">92650</cx:pt>
          <cx:pt idx="1272">92650</cx:pt>
          <cx:pt idx="1273">92676</cx:pt>
          <cx:pt idx="1274">92683</cx:pt>
          <cx:pt idx="1275">92752</cx:pt>
          <cx:pt idx="1276">92833</cx:pt>
          <cx:pt idx="1277">92833</cx:pt>
          <cx:pt idx="1278">92847</cx:pt>
          <cx:pt idx="1279">92879</cx:pt>
          <cx:pt idx="1280">92927</cx:pt>
          <cx:pt idx="1281">92984</cx:pt>
          <cx:pt idx="1282">93056</cx:pt>
          <cx:pt idx="1283">93074</cx:pt>
          <cx:pt idx="1284">93164</cx:pt>
          <cx:pt idx="1285">93172</cx:pt>
          <cx:pt idx="1286">93219</cx:pt>
          <cx:pt idx="1287">93230</cx:pt>
          <cx:pt idx="1288">93262</cx:pt>
          <cx:pt idx="1289">93266</cx:pt>
          <cx:pt idx="1290">93315</cx:pt>
          <cx:pt idx="1291">93315</cx:pt>
          <cx:pt idx="1292">93315</cx:pt>
          <cx:pt idx="1293">93315</cx:pt>
          <cx:pt idx="1294">93315</cx:pt>
          <cx:pt idx="1295">93315</cx:pt>
          <cx:pt idx="1296">93317</cx:pt>
          <cx:pt idx="1297">93325</cx:pt>
          <cx:pt idx="1298">93326</cx:pt>
          <cx:pt idx="1299">93327</cx:pt>
          <cx:pt idx="1300">93331</cx:pt>
          <cx:pt idx="1301">93333</cx:pt>
          <cx:pt idx="1302">93333</cx:pt>
          <cx:pt idx="1303">93334</cx:pt>
          <cx:pt idx="1304">93341</cx:pt>
          <cx:pt idx="1305">93345</cx:pt>
          <cx:pt idx="1306">93346</cx:pt>
          <cx:pt idx="1307">93404</cx:pt>
          <cx:pt idx="1308">93456</cx:pt>
          <cx:pt idx="1309">93499</cx:pt>
          <cx:pt idx="1310">93560</cx:pt>
          <cx:pt idx="1311">93578</cx:pt>
          <cx:pt idx="1312">93593</cx:pt>
          <cx:pt idx="1313">93616</cx:pt>
          <cx:pt idx="1314">93670</cx:pt>
          <cx:pt idx="1315">93681</cx:pt>
          <cx:pt idx="1316">93681</cx:pt>
          <cx:pt idx="1317">93766</cx:pt>
          <cx:pt idx="1318">93811</cx:pt>
          <cx:pt idx="1319">93825</cx:pt>
          <cx:pt idx="1320">93825</cx:pt>
          <cx:pt idx="1321">93858</cx:pt>
          <cx:pt idx="1322">93904</cx:pt>
          <cx:pt idx="1323">94016</cx:pt>
          <cx:pt idx="1324">94024</cx:pt>
          <cx:pt idx="1325">94075</cx:pt>
          <cx:pt idx="1326">94166</cx:pt>
          <cx:pt idx="1327">94170</cx:pt>
          <cx:pt idx="1328">94211</cx:pt>
          <cx:pt idx="1329">94233</cx:pt>
          <cx:pt idx="1330">94250</cx:pt>
          <cx:pt idx="1331">94252</cx:pt>
          <cx:pt idx="1332">94257</cx:pt>
          <cx:pt idx="1333">94331</cx:pt>
          <cx:pt idx="1334">94369</cx:pt>
          <cx:pt idx="1335">94369</cx:pt>
          <cx:pt idx="1336">94383</cx:pt>
          <cx:pt idx="1337">94389</cx:pt>
          <cx:pt idx="1338">94404</cx:pt>
          <cx:pt idx="1339">94447</cx:pt>
          <cx:pt idx="1340">94488</cx:pt>
          <cx:pt idx="1341">94566</cx:pt>
          <cx:pt idx="1342">94601</cx:pt>
          <cx:pt idx="1343">94607</cx:pt>
          <cx:pt idx="1344">94658</cx:pt>
          <cx:pt idx="1345">94710</cx:pt>
          <cx:pt idx="1346">94760</cx:pt>
          <cx:pt idx="1347">94763</cx:pt>
          <cx:pt idx="1348">94764</cx:pt>
          <cx:pt idx="1349">94803</cx:pt>
          <cx:pt idx="1350">94902</cx:pt>
          <cx:pt idx="1351">94916</cx:pt>
          <cx:pt idx="1352">94950</cx:pt>
          <cx:pt idx="1353">94991</cx:pt>
          <cx:pt idx="1354">95000</cx:pt>
          <cx:pt idx="1355">95000</cx:pt>
          <cx:pt idx="1356">95047</cx:pt>
          <cx:pt idx="1357">95050</cx:pt>
          <cx:pt idx="1358">95061</cx:pt>
          <cx:pt idx="1359">95083</cx:pt>
          <cx:pt idx="1360">95103</cx:pt>
          <cx:pt idx="1361">95183</cx:pt>
          <cx:pt idx="1362">95250</cx:pt>
          <cx:pt idx="1363">95263</cx:pt>
          <cx:pt idx="1364">95275</cx:pt>
          <cx:pt idx="1365">95328</cx:pt>
          <cx:pt idx="1366">95339</cx:pt>
          <cx:pt idx="1367">95348</cx:pt>
          <cx:pt idx="1368">95361</cx:pt>
          <cx:pt idx="1369">95391</cx:pt>
          <cx:pt idx="1370">95434</cx:pt>
          <cx:pt idx="1371">95451</cx:pt>
          <cx:pt idx="1372">95477</cx:pt>
          <cx:pt idx="1373">95499</cx:pt>
          <cx:pt idx="1374">95634</cx:pt>
          <cx:pt idx="1375">95634</cx:pt>
          <cx:pt idx="1376">95634</cx:pt>
          <cx:pt idx="1377">95657</cx:pt>
          <cx:pt idx="1378">95671</cx:pt>
          <cx:pt idx="1379">95693</cx:pt>
          <cx:pt idx="1380">95715</cx:pt>
          <cx:pt idx="1381">95736</cx:pt>
          <cx:pt idx="1382">95750</cx:pt>
          <cx:pt idx="1383">95862</cx:pt>
          <cx:pt idx="1384">95922</cx:pt>
          <cx:pt idx="1385">95924</cx:pt>
          <cx:pt idx="1386">95965</cx:pt>
          <cx:pt idx="1387">96012</cx:pt>
          <cx:pt idx="1388">96012</cx:pt>
          <cx:pt idx="1389">96022</cx:pt>
          <cx:pt idx="1390">96063</cx:pt>
          <cx:pt idx="1391">96106</cx:pt>
          <cx:pt idx="1392">96129</cx:pt>
          <cx:pt idx="1393">96141</cx:pt>
          <cx:pt idx="1394">96176</cx:pt>
          <cx:pt idx="1395">96216</cx:pt>
          <cx:pt idx="1396">96283</cx:pt>
          <cx:pt idx="1397">96283</cx:pt>
          <cx:pt idx="1398">96351</cx:pt>
          <cx:pt idx="1399">96422</cx:pt>
          <cx:pt idx="1400">96428</cx:pt>
          <cx:pt idx="1401">96466</cx:pt>
          <cx:pt idx="1402">96505</cx:pt>
          <cx:pt idx="1403">96533</cx:pt>
          <cx:pt idx="1404">96534</cx:pt>
          <cx:pt idx="1405">96534</cx:pt>
          <cx:pt idx="1406">96540</cx:pt>
          <cx:pt idx="1407">96615</cx:pt>
          <cx:pt idx="1408">96647</cx:pt>
          <cx:pt idx="1409">96658</cx:pt>
          <cx:pt idx="1410">96665</cx:pt>
          <cx:pt idx="1411">96666</cx:pt>
          <cx:pt idx="1412">96666</cx:pt>
          <cx:pt idx="1413">96666</cx:pt>
          <cx:pt idx="1414">96666</cx:pt>
          <cx:pt idx="1415">96666</cx:pt>
          <cx:pt idx="1416">96666</cx:pt>
          <cx:pt idx="1417">96666</cx:pt>
          <cx:pt idx="1418">96666</cx:pt>
          <cx:pt idx="1419">96666</cx:pt>
          <cx:pt idx="1420">96666</cx:pt>
          <cx:pt idx="1421">96666</cx:pt>
          <cx:pt idx="1422">96666</cx:pt>
          <cx:pt idx="1423">96666</cx:pt>
          <cx:pt idx="1424">96683</cx:pt>
          <cx:pt idx="1425">96717</cx:pt>
          <cx:pt idx="1426">96727</cx:pt>
          <cx:pt idx="1427">96750</cx:pt>
          <cx:pt idx="1428">96784</cx:pt>
          <cx:pt idx="1429">96800</cx:pt>
          <cx:pt idx="1430">96800</cx:pt>
          <cx:pt idx="1431">96800</cx:pt>
          <cx:pt idx="1432">96800</cx:pt>
          <cx:pt idx="1433">96800</cx:pt>
          <cx:pt idx="1434">96800</cx:pt>
          <cx:pt idx="1435">96800</cx:pt>
          <cx:pt idx="1436">96839</cx:pt>
          <cx:pt idx="1437">96870</cx:pt>
          <cx:pt idx="1438">97006</cx:pt>
          <cx:pt idx="1439">97020</cx:pt>
          <cx:pt idx="1440">97044</cx:pt>
          <cx:pt idx="1441">97074</cx:pt>
          <cx:pt idx="1442">97153</cx:pt>
          <cx:pt idx="1443">97186</cx:pt>
          <cx:pt idx="1444">97233</cx:pt>
          <cx:pt idx="1445">97234</cx:pt>
          <cx:pt idx="1446">97249</cx:pt>
          <cx:pt idx="1447">97281</cx:pt>
          <cx:pt idx="1448">97350</cx:pt>
          <cx:pt idx="1449">97361</cx:pt>
          <cx:pt idx="1450">97361</cx:pt>
          <cx:pt idx="1451">97361</cx:pt>
          <cx:pt idx="1452">97361</cx:pt>
          <cx:pt idx="1453">97361</cx:pt>
          <cx:pt idx="1454">97361</cx:pt>
          <cx:pt idx="1455">97370</cx:pt>
          <cx:pt idx="1456">97400</cx:pt>
          <cx:pt idx="1457">97416</cx:pt>
          <cx:pt idx="1458">97500</cx:pt>
          <cx:pt idx="1459">97527</cx:pt>
          <cx:pt idx="1460">97605</cx:pt>
          <cx:pt idx="1461">97606</cx:pt>
          <cx:pt idx="1462">97606</cx:pt>
          <cx:pt idx="1463">97632</cx:pt>
          <cx:pt idx="1464">97635</cx:pt>
          <cx:pt idx="1465">97652</cx:pt>
          <cx:pt idx="1466">97673</cx:pt>
          <cx:pt idx="1467">97678</cx:pt>
          <cx:pt idx="1468">97720</cx:pt>
          <cx:pt idx="1469">97728</cx:pt>
          <cx:pt idx="1470">97731</cx:pt>
          <cx:pt idx="1471">97731</cx:pt>
          <cx:pt idx="1472">97744</cx:pt>
          <cx:pt idx="1473">97841</cx:pt>
          <cx:pt idx="1474">97876</cx:pt>
          <cx:pt idx="1475">97923</cx:pt>
          <cx:pt idx="1476">98000</cx:pt>
          <cx:pt idx="1477">98009</cx:pt>
          <cx:pt idx="1478">98118</cx:pt>
          <cx:pt idx="1479">98175</cx:pt>
          <cx:pt idx="1480">98213</cx:pt>
          <cx:pt idx="1481">98261</cx:pt>
          <cx:pt idx="1482">98277</cx:pt>
          <cx:pt idx="1483">98278</cx:pt>
          <cx:pt idx="1484">98282</cx:pt>
          <cx:pt idx="1485">98282</cx:pt>
          <cx:pt idx="1486">98382</cx:pt>
          <cx:pt idx="1487">98483</cx:pt>
          <cx:pt idx="1488">98552</cx:pt>
          <cx:pt idx="1489">98569</cx:pt>
          <cx:pt idx="1490">98580</cx:pt>
          <cx:pt idx="1491">98583</cx:pt>
          <cx:pt idx="1492">98678</cx:pt>
          <cx:pt idx="1493">98684</cx:pt>
          <cx:pt idx="1494">98706</cx:pt>
          <cx:pt idx="1495">98733</cx:pt>
          <cx:pt idx="1496">98733</cx:pt>
          <cx:pt idx="1497">98758</cx:pt>
          <cx:pt idx="1498">98778</cx:pt>
          <cx:pt idx="1499">98800</cx:pt>
          <cx:pt idx="1500">98978</cx:pt>
          <cx:pt idx="1501">99000</cx:pt>
          <cx:pt idx="1502">99000</cx:pt>
          <cx:pt idx="1503">99009</cx:pt>
          <cx:pt idx="1504">99011</cx:pt>
          <cx:pt idx="1505">99013</cx:pt>
          <cx:pt idx="1506">99049</cx:pt>
          <cx:pt idx="1507">99132</cx:pt>
          <cx:pt idx="1508">99141</cx:pt>
          <cx:pt idx="1509">99150</cx:pt>
          <cx:pt idx="1510">99216</cx:pt>
          <cx:pt idx="1511">99244</cx:pt>
          <cx:pt idx="1512">99277</cx:pt>
          <cx:pt idx="1513">99325</cx:pt>
          <cx:pt idx="1514">99333</cx:pt>
          <cx:pt idx="1515">99334</cx:pt>
          <cx:pt idx="1516">99364</cx:pt>
          <cx:pt idx="1517">99366</cx:pt>
          <cx:pt idx="1518">99368</cx:pt>
          <cx:pt idx="1519">99369</cx:pt>
          <cx:pt idx="1520">99392</cx:pt>
          <cx:pt idx="1521">99455</cx:pt>
          <cx:pt idx="1522">99470</cx:pt>
          <cx:pt idx="1523">99498</cx:pt>
          <cx:pt idx="1524">99500</cx:pt>
          <cx:pt idx="1525">99511</cx:pt>
          <cx:pt idx="1526">99564</cx:pt>
          <cx:pt idx="1527">99564</cx:pt>
          <cx:pt idx="1528">99598</cx:pt>
          <cx:pt idx="1529">99622</cx:pt>
          <cx:pt idx="1530">99691</cx:pt>
          <cx:pt idx="1531">99691</cx:pt>
          <cx:pt idx="1532">99699</cx:pt>
          <cx:pt idx="1533">99702</cx:pt>
          <cx:pt idx="1534">99757</cx:pt>
          <cx:pt idx="1535">99761</cx:pt>
          <cx:pt idx="1536">99783</cx:pt>
          <cx:pt idx="1537">99833</cx:pt>
          <cx:pt idx="1538">99862</cx:pt>
          <cx:pt idx="1539">99881</cx:pt>
          <cx:pt idx="1540">99895</cx:pt>
          <cx:pt idx="1541">99908</cx:pt>
          <cx:pt idx="1542">99968</cx:pt>
          <cx:pt idx="1543">99972</cx:pt>
          <cx:pt idx="1544">99981</cx:pt>
          <cx:pt idx="1545">99985</cx:pt>
          <cx:pt idx="1546">99991</cx:pt>
          <cx:pt idx="1547">99991</cx:pt>
          <cx:pt idx="1548">99994</cx:pt>
          <cx:pt idx="1549">99996</cx:pt>
          <cx:pt idx="1550">99996</cx:pt>
          <cx:pt idx="1551">99996</cx:pt>
          <cx:pt idx="1552">99996</cx:pt>
          <cx:pt idx="1553">99996</cx:pt>
          <cx:pt idx="1554">99996</cx:pt>
          <cx:pt idx="1555">99997</cx:pt>
          <cx:pt idx="1556">99999</cx:pt>
          <cx:pt idx="1557">99999</cx:pt>
          <cx:pt idx="1558">99999</cx:pt>
          <cx:pt idx="1559">99999</cx:pt>
          <cx:pt idx="1560">99999</cx:pt>
          <cx:pt idx="1561">99999</cx:pt>
          <cx:pt idx="1562">100000</cx:pt>
          <cx:pt idx="1563">100000</cx:pt>
          <cx:pt idx="1564">100000</cx:pt>
          <cx:pt idx="1565">100000</cx:pt>
          <cx:pt idx="1566">100000</cx:pt>
          <cx:pt idx="1567">100000</cx:pt>
          <cx:pt idx="1568">100000</cx:pt>
          <cx:pt idx="1569">100000</cx:pt>
          <cx:pt idx="1570">100000</cx:pt>
          <cx:pt idx="1571">100000</cx:pt>
          <cx:pt idx="1572">100000</cx:pt>
          <cx:pt idx="1573">100000</cx:pt>
          <cx:pt idx="1574">100000</cx:pt>
          <cx:pt idx="1575">100000</cx:pt>
          <cx:pt idx="1576">100000</cx:pt>
          <cx:pt idx="1577">100000</cx:pt>
          <cx:pt idx="1578">100000</cx:pt>
          <cx:pt idx="1579">100000</cx:pt>
          <cx:pt idx="1580">100000</cx:pt>
          <cx:pt idx="1581">100000</cx:pt>
          <cx:pt idx="1582">100000</cx:pt>
          <cx:pt idx="1583">100000</cx:pt>
          <cx:pt idx="1584">100000</cx:pt>
          <cx:pt idx="1585">100000</cx:pt>
          <cx:pt idx="1586">100000</cx:pt>
          <cx:pt idx="1587">100000</cx:pt>
          <cx:pt idx="1588">100000</cx:pt>
          <cx:pt idx="1589">100000</cx:pt>
          <cx:pt idx="1590">100000</cx:pt>
          <cx:pt idx="1591">100000</cx:pt>
          <cx:pt idx="1592">100000</cx:pt>
          <cx:pt idx="1593">100000</cx:pt>
          <cx:pt idx="1594">100000</cx:pt>
          <cx:pt idx="1595">100000</cx:pt>
          <cx:pt idx="1596">100000</cx:pt>
          <cx:pt idx="1597">100000</cx:pt>
          <cx:pt idx="1598">100000</cx:pt>
          <cx:pt idx="1599">100000</cx:pt>
          <cx:pt idx="1600">100000</cx:pt>
          <cx:pt idx="1601">100000</cx:pt>
          <cx:pt idx="1602">100000</cx:pt>
          <cx:pt idx="1603">100000</cx:pt>
          <cx:pt idx="1604">100000</cx:pt>
          <cx:pt idx="1605">100000</cx:pt>
          <cx:pt idx="1606">100000</cx:pt>
          <cx:pt idx="1607">100000</cx:pt>
          <cx:pt idx="1608">100000</cx:pt>
          <cx:pt idx="1609">100000</cx:pt>
          <cx:pt idx="1610">100000</cx:pt>
          <cx:pt idx="1611">100000</cx:pt>
          <cx:pt idx="1612">100000</cx:pt>
          <cx:pt idx="1613">100000</cx:pt>
          <cx:pt idx="1614">100000</cx:pt>
          <cx:pt idx="1615">100008</cx:pt>
          <cx:pt idx="1616">100011</cx:pt>
          <cx:pt idx="1617">100067</cx:pt>
          <cx:pt idx="1618">100096</cx:pt>
          <cx:pt idx="1619">100106</cx:pt>
          <cx:pt idx="1620">100114</cx:pt>
          <cx:pt idx="1621">100125</cx:pt>
          <cx:pt idx="1622">100125</cx:pt>
          <cx:pt idx="1623">100133</cx:pt>
          <cx:pt idx="1624">100181</cx:pt>
          <cx:pt idx="1625">100181</cx:pt>
          <cx:pt idx="1626">100190</cx:pt>
          <cx:pt idx="1627">100221</cx:pt>
          <cx:pt idx="1628">100242</cx:pt>
          <cx:pt idx="1629">100250</cx:pt>
          <cx:pt idx="1630">100250</cx:pt>
          <cx:pt idx="1631">100254</cx:pt>
          <cx:pt idx="1632">100299</cx:pt>
          <cx:pt idx="1633">100300</cx:pt>
          <cx:pt idx="1634">100325</cx:pt>
          <cx:pt idx="1635">100356</cx:pt>
          <cx:pt idx="1636">100388</cx:pt>
          <cx:pt idx="1637">100452</cx:pt>
          <cx:pt idx="1638">100474</cx:pt>
          <cx:pt idx="1639">100487</cx:pt>
          <cx:pt idx="1640">100487</cx:pt>
          <cx:pt idx="1641">100487</cx:pt>
          <cx:pt idx="1642">100487</cx:pt>
          <cx:pt idx="1643">100575</cx:pt>
          <cx:pt idx="1644">100618</cx:pt>
          <cx:pt idx="1645">100625</cx:pt>
          <cx:pt idx="1646">100641</cx:pt>
          <cx:pt idx="1647">100715</cx:pt>
          <cx:pt idx="1648">100730</cx:pt>
          <cx:pt idx="1649">100741</cx:pt>
          <cx:pt idx="1650">100743</cx:pt>
          <cx:pt idx="1651">100746</cx:pt>
          <cx:pt idx="1652">100777</cx:pt>
          <cx:pt idx="1653">100801</cx:pt>
          <cx:pt idx="1654">100816</cx:pt>
          <cx:pt idx="1655">100829</cx:pt>
          <cx:pt idx="1656">100833</cx:pt>
          <cx:pt idx="1657">100833</cx:pt>
          <cx:pt idx="1658">100840</cx:pt>
          <cx:pt idx="1659">100844</cx:pt>
          <cx:pt idx="1660">100860</cx:pt>
          <cx:pt idx="1661">100883</cx:pt>
          <cx:pt idx="1662">100928</cx:pt>
          <cx:pt idx="1663">100928</cx:pt>
          <cx:pt idx="1664">100933</cx:pt>
          <cx:pt idx="1665">101000</cx:pt>
          <cx:pt idx="1666">101109</cx:pt>
          <cx:pt idx="1667">101126</cx:pt>
          <cx:pt idx="1668">101150</cx:pt>
          <cx:pt idx="1669">101150</cx:pt>
          <cx:pt idx="1670">101166</cx:pt>
          <cx:pt idx="1671">101170</cx:pt>
          <cx:pt idx="1672">101191</cx:pt>
          <cx:pt idx="1673">101250</cx:pt>
          <cx:pt idx="1674">101283</cx:pt>
          <cx:pt idx="1675">101304</cx:pt>
          <cx:pt idx="1676">101324</cx:pt>
          <cx:pt idx="1677">101352</cx:pt>
          <cx:pt idx="1678">101367</cx:pt>
          <cx:pt idx="1679">101422</cx:pt>
          <cx:pt idx="1680">101436</cx:pt>
          <cx:pt idx="1681">101485</cx:pt>
          <cx:pt idx="1682">101485</cx:pt>
          <cx:pt idx="1683">101506</cx:pt>
          <cx:pt idx="1684">101513</cx:pt>
          <cx:pt idx="1685">101550</cx:pt>
          <cx:pt idx="1686">101555</cx:pt>
          <cx:pt idx="1687">101583</cx:pt>
          <cx:pt idx="1688">101670</cx:pt>
          <cx:pt idx="1689">101707</cx:pt>
          <cx:pt idx="1690">101743</cx:pt>
          <cx:pt idx="1691">101750</cx:pt>
          <cx:pt idx="1692">101752</cx:pt>
          <cx:pt idx="1693">101867</cx:pt>
          <cx:pt idx="1694">101875</cx:pt>
          <cx:pt idx="1695">101916</cx:pt>
          <cx:pt idx="1696">101939</cx:pt>
          <cx:pt idx="1697">101946</cx:pt>
          <cx:pt idx="1698">101955</cx:pt>
          <cx:pt idx="1699">101974</cx:pt>
          <cx:pt idx="1700">102000</cx:pt>
          <cx:pt idx="1701">102009</cx:pt>
          <cx:pt idx="1702">102048</cx:pt>
          <cx:pt idx="1703">102065</cx:pt>
          <cx:pt idx="1704">102100</cx:pt>
          <cx:pt idx="1705">102109</cx:pt>
          <cx:pt idx="1706">102156</cx:pt>
          <cx:pt idx="1707">102156</cx:pt>
          <cx:pt idx="1708">102222</cx:pt>
          <cx:pt idx="1709">102246</cx:pt>
          <cx:pt idx="1710">102254</cx:pt>
          <cx:pt idx="1711">102271</cx:pt>
          <cx:pt idx="1712">102283</cx:pt>
          <cx:pt idx="1713">102297</cx:pt>
          <cx:pt idx="1714">102312</cx:pt>
          <cx:pt idx="1715">102312</cx:pt>
          <cx:pt idx="1716">102377</cx:pt>
          <cx:pt idx="1717">102400</cx:pt>
          <cx:pt idx="1718">102469</cx:pt>
          <cx:pt idx="1719">102469</cx:pt>
          <cx:pt idx="1720">102498</cx:pt>
          <cx:pt idx="1721">102551</cx:pt>
          <cx:pt idx="1722">102587</cx:pt>
          <cx:pt idx="1723">102587</cx:pt>
          <cx:pt idx="1724">102632</cx:pt>
          <cx:pt idx="1725">102670</cx:pt>
          <cx:pt idx="1726">102721</cx:pt>
          <cx:pt idx="1727">102721</cx:pt>
          <cx:pt idx="1728">102751</cx:pt>
          <cx:pt idx="1729">102810</cx:pt>
          <cx:pt idx="1730">102816</cx:pt>
          <cx:pt idx="1731">102857</cx:pt>
          <cx:pt idx="1732">102857</cx:pt>
          <cx:pt idx="1733">102857</cx:pt>
          <cx:pt idx="1734">102857</cx:pt>
          <cx:pt idx="1735">102857</cx:pt>
          <cx:pt idx="1736">102857</cx:pt>
          <cx:pt idx="1737">102857</cx:pt>
          <cx:pt idx="1738">102857</cx:pt>
          <cx:pt idx="1739">102857</cx:pt>
          <cx:pt idx="1740">102857</cx:pt>
          <cx:pt idx="1741">102857</cx:pt>
          <cx:pt idx="1742">102857</cx:pt>
          <cx:pt idx="1743">102857</cx:pt>
          <cx:pt idx="1744">102857</cx:pt>
          <cx:pt idx="1745">102857</cx:pt>
          <cx:pt idx="1746">102857</cx:pt>
          <cx:pt idx="1747">102857</cx:pt>
          <cx:pt idx="1748">102857</cx:pt>
          <cx:pt idx="1749">102857</cx:pt>
          <cx:pt idx="1750">102857</cx:pt>
          <cx:pt idx="1751">102857</cx:pt>
          <cx:pt idx="1752">102857</cx:pt>
          <cx:pt idx="1753">102857</cx:pt>
          <cx:pt idx="1754">102857</cx:pt>
          <cx:pt idx="1755">102857</cx:pt>
          <cx:pt idx="1756">102857</cx:pt>
          <cx:pt idx="1757">102857</cx:pt>
          <cx:pt idx="1758">102857</cx:pt>
          <cx:pt idx="1759">102857</cx:pt>
          <cx:pt idx="1760">102857</cx:pt>
          <cx:pt idx="1761">102857</cx:pt>
          <cx:pt idx="1762">102857</cx:pt>
          <cx:pt idx="1763">102857</cx:pt>
          <cx:pt idx="1764">102857</cx:pt>
          <cx:pt idx="1765">102857</cx:pt>
          <cx:pt idx="1766">102857</cx:pt>
          <cx:pt idx="1767">102857</cx:pt>
          <cx:pt idx="1768">102857</cx:pt>
          <cx:pt idx="1769">102857</cx:pt>
          <cx:pt idx="1770">102857</cx:pt>
          <cx:pt idx="1771">102857</cx:pt>
          <cx:pt idx="1772">102857</cx:pt>
          <cx:pt idx="1773">102857</cx:pt>
          <cx:pt idx="1774">102857</cx:pt>
          <cx:pt idx="1775">102857</cx:pt>
          <cx:pt idx="1776">102857</cx:pt>
          <cx:pt idx="1777">102857</cx:pt>
          <cx:pt idx="1778">102857</cx:pt>
          <cx:pt idx="1779">102857</cx:pt>
          <cx:pt idx="1780">102857</cx:pt>
          <cx:pt idx="1781">102857</cx:pt>
          <cx:pt idx="1782">102857</cx:pt>
          <cx:pt idx="1783">102857</cx:pt>
          <cx:pt idx="1784">102857</cx:pt>
          <cx:pt idx="1785">102857</cx:pt>
          <cx:pt idx="1786">102857</cx:pt>
          <cx:pt idx="1787">102857</cx:pt>
          <cx:pt idx="1788">102857</cx:pt>
          <cx:pt idx="1789">102857</cx:pt>
          <cx:pt idx="1790">102857</cx:pt>
          <cx:pt idx="1791">102857</cx:pt>
          <cx:pt idx="1792">102857</cx:pt>
          <cx:pt idx="1793">102857</cx:pt>
          <cx:pt idx="1794">102863</cx:pt>
          <cx:pt idx="1795">102865</cx:pt>
          <cx:pt idx="1796">102892</cx:pt>
          <cx:pt idx="1797">102923</cx:pt>
          <cx:pt idx="1798">102923</cx:pt>
          <cx:pt idx="1799">102923</cx:pt>
          <cx:pt idx="1800">102923</cx:pt>
          <cx:pt idx="1801">102923</cx:pt>
          <cx:pt idx="1802">102935</cx:pt>
          <cx:pt idx="1803">102940</cx:pt>
          <cx:pt idx="1804">102940</cx:pt>
          <cx:pt idx="1805">102940</cx:pt>
          <cx:pt idx="1806">102952</cx:pt>
          <cx:pt idx="1807">102973</cx:pt>
          <cx:pt idx="1808">102979</cx:pt>
          <cx:pt idx="1809">102984</cx:pt>
          <cx:pt idx="1810">102990</cx:pt>
          <cx:pt idx="1811">102990</cx:pt>
          <cx:pt idx="1812">102990</cx:pt>
          <cx:pt idx="1813">103007</cx:pt>
          <cx:pt idx="1814">103020</cx:pt>
          <cx:pt idx="1815">103023</cx:pt>
          <cx:pt idx="1816">103041</cx:pt>
          <cx:pt idx="1817">103050</cx:pt>
          <cx:pt idx="1818">103057</cx:pt>
          <cx:pt idx="1819">103071</cx:pt>
          <cx:pt idx="1820">103090</cx:pt>
          <cx:pt idx="1821">103090</cx:pt>
          <cx:pt idx="1822">103090</cx:pt>
          <cx:pt idx="1823">103118</cx:pt>
          <cx:pt idx="1824">103123</cx:pt>
          <cx:pt idx="1825">103190</cx:pt>
          <cx:pt idx="1826">103190</cx:pt>
          <cx:pt idx="1827">103190</cx:pt>
          <cx:pt idx="1828">103190</cx:pt>
          <cx:pt idx="1829">103190</cx:pt>
          <cx:pt idx="1830">103190</cx:pt>
          <cx:pt idx="1831">103201</cx:pt>
          <cx:pt idx="1832">103207</cx:pt>
          <cx:pt idx="1833">103207</cx:pt>
          <cx:pt idx="1834">103235</cx:pt>
          <cx:pt idx="1835">103243</cx:pt>
          <cx:pt idx="1836">103249</cx:pt>
          <cx:pt idx="1837">103257</cx:pt>
          <cx:pt idx="1838">103264</cx:pt>
          <cx:pt idx="1839">103266</cx:pt>
          <cx:pt idx="1840">103275</cx:pt>
          <cx:pt idx="1841">103289</cx:pt>
          <cx:pt idx="1842">103294</cx:pt>
          <cx:pt idx="1843">103309</cx:pt>
          <cx:pt idx="1844">103322</cx:pt>
          <cx:pt idx="1845">103323</cx:pt>
          <cx:pt idx="1846">103323</cx:pt>
          <cx:pt idx="1847">103331</cx:pt>
          <cx:pt idx="1848">103333</cx:pt>
          <cx:pt idx="1849">103334</cx:pt>
          <cx:pt idx="1850">103341</cx:pt>
          <cx:pt idx="1851">103350</cx:pt>
          <cx:pt idx="1852">103357</cx:pt>
          <cx:pt idx="1853">103360</cx:pt>
          <cx:pt idx="1854">103364</cx:pt>
          <cx:pt idx="1855">103376</cx:pt>
          <cx:pt idx="1856">103376</cx:pt>
          <cx:pt idx="1857">103387</cx:pt>
          <cx:pt idx="1858">103390</cx:pt>
          <cx:pt idx="1859">103407</cx:pt>
          <cx:pt idx="1860">103407</cx:pt>
          <cx:pt idx="1861">103420</cx:pt>
          <cx:pt idx="1862">103426</cx:pt>
          <cx:pt idx="1863">103440</cx:pt>
          <cx:pt idx="1864">103473</cx:pt>
          <cx:pt idx="1865">103476</cx:pt>
          <cx:pt idx="1866">103498</cx:pt>
          <cx:pt idx="1867">103498</cx:pt>
          <cx:pt idx="1868">103498</cx:pt>
          <cx:pt idx="1869">103498</cx:pt>
          <cx:pt idx="1870">103523</cx:pt>
          <cx:pt idx="1871">103523</cx:pt>
          <cx:pt idx="1872">103523</cx:pt>
          <cx:pt idx="1873">103530</cx:pt>
          <cx:pt idx="1874">103540</cx:pt>
          <cx:pt idx="1875">103550</cx:pt>
          <cx:pt idx="1876">103557</cx:pt>
          <cx:pt idx="1877">103567</cx:pt>
          <cx:pt idx="1878">103590</cx:pt>
          <cx:pt idx="1879">103607</cx:pt>
          <cx:pt idx="1880">103620</cx:pt>
          <cx:pt idx="1881">103623</cx:pt>
          <cx:pt idx="1882">103635</cx:pt>
          <cx:pt idx="1883">103651</cx:pt>
          <cx:pt idx="1884">103652</cx:pt>
          <cx:pt idx="1885">103652</cx:pt>
          <cx:pt idx="1886">103690</cx:pt>
          <cx:pt idx="1887">103690</cx:pt>
          <cx:pt idx="1888">103690</cx:pt>
          <cx:pt idx="1889">103690</cx:pt>
          <cx:pt idx="1890">103690</cx:pt>
          <cx:pt idx="1891">103690</cx:pt>
          <cx:pt idx="1892">103690</cx:pt>
          <cx:pt idx="1893">103718</cx:pt>
          <cx:pt idx="1894">103723</cx:pt>
          <cx:pt idx="1895">103773</cx:pt>
          <cx:pt idx="1896">103780</cx:pt>
          <cx:pt idx="1897">103838</cx:pt>
          <cx:pt idx="1898">103853</cx:pt>
          <cx:pt idx="1899">103857</cx:pt>
          <cx:pt idx="1900">103870</cx:pt>
          <cx:pt idx="1901">103886</cx:pt>
          <cx:pt idx="1902">103895</cx:pt>
          <cx:pt idx="1903">103899</cx:pt>
          <cx:pt idx="1904">103899</cx:pt>
          <cx:pt idx="1905">103906</cx:pt>
          <cx:pt idx="1906">103940</cx:pt>
          <cx:pt idx="1907">103940</cx:pt>
          <cx:pt idx="1908">103940</cx:pt>
          <cx:pt idx="1909">103946</cx:pt>
          <cx:pt idx="1910">103990</cx:pt>
          <cx:pt idx="1911">104000</cx:pt>
          <cx:pt idx="1912">104016</cx:pt>
          <cx:pt idx="1913">104023</cx:pt>
          <cx:pt idx="1914">104023</cx:pt>
          <cx:pt idx="1915">104027</cx:pt>
          <cx:pt idx="1916">104040</cx:pt>
          <cx:pt idx="1917">104079</cx:pt>
          <cx:pt idx="1918">104090</cx:pt>
          <cx:pt idx="1919">104140</cx:pt>
          <cx:pt idx="1920">104140</cx:pt>
          <cx:pt idx="1921">104157</cx:pt>
          <cx:pt idx="1922">104183</cx:pt>
          <cx:pt idx="1923">104190</cx:pt>
          <cx:pt idx="1924">104207</cx:pt>
          <cx:pt idx="1925">104223</cx:pt>
          <cx:pt idx="1926">104227</cx:pt>
          <cx:pt idx="1927">104273</cx:pt>
          <cx:pt idx="1928">104290</cx:pt>
          <cx:pt idx="1929">104314</cx:pt>
          <cx:pt idx="1930">104323</cx:pt>
          <cx:pt idx="1931">104328</cx:pt>
          <cx:pt idx="1932">104338</cx:pt>
          <cx:pt idx="1933">104339</cx:pt>
          <cx:pt idx="1934">104340</cx:pt>
          <cx:pt idx="1935">104353</cx:pt>
          <cx:pt idx="1936">104357</cx:pt>
          <cx:pt idx="1937">104373</cx:pt>
          <cx:pt idx="1938">104373</cx:pt>
          <cx:pt idx="1939">104423</cx:pt>
          <cx:pt idx="1940">104423</cx:pt>
          <cx:pt idx="1941">104459</cx:pt>
          <cx:pt idx="1942">104463</cx:pt>
          <cx:pt idx="1943">104465</cx:pt>
          <cx:pt idx="1944">104484</cx:pt>
          <cx:pt idx="1945">104484</cx:pt>
          <cx:pt idx="1946">104489</cx:pt>
          <cx:pt idx="1947">104520</cx:pt>
          <cx:pt idx="1948">104523</cx:pt>
          <cx:pt idx="1949">104523</cx:pt>
          <cx:pt idx="1950">104607</cx:pt>
          <cx:pt idx="1951">104617</cx:pt>
          <cx:pt idx="1952">104673</cx:pt>
          <cx:pt idx="1953">104685</cx:pt>
          <cx:pt idx="1954">104690</cx:pt>
          <cx:pt idx="1955">104723</cx:pt>
          <cx:pt idx="1956">104730</cx:pt>
          <cx:pt idx="1957">104740</cx:pt>
          <cx:pt idx="1958">104768</cx:pt>
          <cx:pt idx="1959">104783</cx:pt>
          <cx:pt idx="1960">104788</cx:pt>
          <cx:pt idx="1961">104795</cx:pt>
          <cx:pt idx="1962">104807</cx:pt>
          <cx:pt idx="1963">104823</cx:pt>
          <cx:pt idx="1964">104845</cx:pt>
          <cx:pt idx="1965">104846</cx:pt>
          <cx:pt idx="1966">104853</cx:pt>
          <cx:pt idx="1967">104857</cx:pt>
          <cx:pt idx="1968">104890</cx:pt>
          <cx:pt idx="1969">104956</cx:pt>
          <cx:pt idx="1970">104957</cx:pt>
          <cx:pt idx="1971">105000</cx:pt>
          <cx:pt idx="1972">105037</cx:pt>
          <cx:pt idx="1973">105073</cx:pt>
          <cx:pt idx="1974">105119</cx:pt>
          <cx:pt idx="1975">105124</cx:pt>
          <cx:pt idx="1976">105139</cx:pt>
          <cx:pt idx="1977">105157</cx:pt>
          <cx:pt idx="1978">105168</cx:pt>
          <cx:pt idx="1979">105177</cx:pt>
          <cx:pt idx="1980">105190</cx:pt>
          <cx:pt idx="1981">105190</cx:pt>
          <cx:pt idx="1982">105190</cx:pt>
          <cx:pt idx="1983">105221</cx:pt>
          <cx:pt idx="1984">105232</cx:pt>
          <cx:pt idx="1985">105238</cx:pt>
          <cx:pt idx="1986">105238</cx:pt>
          <cx:pt idx="1987">105238</cx:pt>
          <cx:pt idx="1988">105238</cx:pt>
          <cx:pt idx="1989">105273</cx:pt>
          <cx:pt idx="1990">105317</cx:pt>
          <cx:pt idx="1991">105327</cx:pt>
          <cx:pt idx="1992">105338</cx:pt>
          <cx:pt idx="1993">105390</cx:pt>
          <cx:pt idx="1994">105407</cx:pt>
          <cx:pt idx="1995">105444</cx:pt>
          <cx:pt idx="1996">105467</cx:pt>
          <cx:pt idx="1997">105467</cx:pt>
          <cx:pt idx="1998">105498</cx:pt>
          <cx:pt idx="1999">105499</cx:pt>
          <cx:pt idx="2000">105499</cx:pt>
          <cx:pt idx="2001">105499</cx:pt>
          <cx:pt idx="2002">105499</cx:pt>
          <cx:pt idx="2003">105598</cx:pt>
          <cx:pt idx="2004">105606</cx:pt>
          <cx:pt idx="2005">105607</cx:pt>
          <cx:pt idx="2006">105620</cx:pt>
          <cx:pt idx="2007">105630</cx:pt>
          <cx:pt idx="2008">105651</cx:pt>
          <cx:pt idx="2009">105668</cx:pt>
          <cx:pt idx="2010">105673</cx:pt>
          <cx:pt idx="2011">105690</cx:pt>
          <cx:pt idx="2012">105745</cx:pt>
          <cx:pt idx="2013">105750</cx:pt>
          <cx:pt idx="2014">105766</cx:pt>
          <cx:pt idx="2015">105790</cx:pt>
          <cx:pt idx="2016">105807</cx:pt>
          <cx:pt idx="2017">105819</cx:pt>
          <cx:pt idx="2018">105833</cx:pt>
          <cx:pt idx="2019">105857</cx:pt>
          <cx:pt idx="2020">105906</cx:pt>
          <cx:pt idx="2021">105907</cx:pt>
          <cx:pt idx="2022">105950</cx:pt>
          <cx:pt idx="2023">105977</cx:pt>
          <cx:pt idx="2024">105990</cx:pt>
          <cx:pt idx="2025">105990</cx:pt>
          <cx:pt idx="2026">106000</cx:pt>
          <cx:pt idx="2027">106027</cx:pt>
          <cx:pt idx="2028">106029</cx:pt>
          <cx:pt idx="2029">106030</cx:pt>
          <cx:pt idx="2030">106066</cx:pt>
          <cx:pt idx="2031">106107</cx:pt>
          <cx:pt idx="2032">106140</cx:pt>
          <cx:pt idx="2033">106170</cx:pt>
          <cx:pt idx="2034">106174</cx:pt>
          <cx:pt idx="2035">106190</cx:pt>
          <cx:pt idx="2036">106190</cx:pt>
          <cx:pt idx="2037">106190</cx:pt>
          <cx:pt idx="2038">106198</cx:pt>
          <cx:pt idx="2039">106250</cx:pt>
          <cx:pt idx="2040">106325</cx:pt>
          <cx:pt idx="2041">106330</cx:pt>
          <cx:pt idx="2042">106333</cx:pt>
          <cx:pt idx="2043">106390</cx:pt>
          <cx:pt idx="2044">106400</cx:pt>
          <cx:pt idx="2045">106473</cx:pt>
          <cx:pt idx="2046">106490</cx:pt>
          <cx:pt idx="2047">106521</cx:pt>
          <cx:pt idx="2048">106544</cx:pt>
          <cx:pt idx="2049">106573</cx:pt>
          <cx:pt idx="2050">106599</cx:pt>
          <cx:pt idx="2051">106607</cx:pt>
          <cx:pt idx="2052">106622</cx:pt>
          <cx:pt idx="2053">106664</cx:pt>
          <cx:pt idx="2054">106664</cx:pt>
          <cx:pt idx="2055">106664</cx:pt>
          <cx:pt idx="2056">106664</cx:pt>
          <cx:pt idx="2057">106664</cx:pt>
          <cx:pt idx="2058">106664</cx:pt>
          <cx:pt idx="2059">106665</cx:pt>
          <cx:pt idx="2060">106666</cx:pt>
          <cx:pt idx="2061">106667</cx:pt>
          <cx:pt idx="2062">106668</cx:pt>
          <cx:pt idx="2063">106669</cx:pt>
          <cx:pt idx="2064">106674</cx:pt>
          <cx:pt idx="2065">106689</cx:pt>
          <cx:pt idx="2066">106703</cx:pt>
          <cx:pt idx="2067">106723</cx:pt>
          <cx:pt idx="2068">106733</cx:pt>
          <cx:pt idx="2069">106733</cx:pt>
          <cx:pt idx="2070">106740</cx:pt>
          <cx:pt idx="2071">106783</cx:pt>
          <cx:pt idx="2072">106796</cx:pt>
          <cx:pt idx="2073">106800</cx:pt>
          <cx:pt idx="2074">106833</cx:pt>
          <cx:pt idx="2075">106857</cx:pt>
          <cx:pt idx="2076">106866</cx:pt>
          <cx:pt idx="2077">106887</cx:pt>
          <cx:pt idx="2078">106890</cx:pt>
          <cx:pt idx="2079">106890</cx:pt>
          <cx:pt idx="2080">106895</cx:pt>
          <cx:pt idx="2081">106904</cx:pt>
          <cx:pt idx="2082">106915</cx:pt>
          <cx:pt idx="2083">106950</cx:pt>
          <cx:pt idx="2084">106957</cx:pt>
          <cx:pt idx="2085">106976</cx:pt>
          <cx:pt idx="2086">107000</cx:pt>
          <cx:pt idx="2087">107000</cx:pt>
          <cx:pt idx="2088">107009</cx:pt>
          <cx:pt idx="2089">107020</cx:pt>
          <cx:pt idx="2090">107023</cx:pt>
          <cx:pt idx="2091">107072</cx:pt>
          <cx:pt idx="2092">107085</cx:pt>
          <cx:pt idx="2093">107090</cx:pt>
          <cx:pt idx="2094">107111</cx:pt>
          <cx:pt idx="2095">107189</cx:pt>
          <cx:pt idx="2096">107197</cx:pt>
          <cx:pt idx="2097">107207</cx:pt>
          <cx:pt idx="2098">107210</cx:pt>
          <cx:pt idx="2099">107233</cx:pt>
          <cx:pt idx="2100">107234</cx:pt>
          <cx:pt idx="2101">107308</cx:pt>
          <cx:pt idx="2102">107311</cx:pt>
          <cx:pt idx="2103">107333</cx:pt>
          <cx:pt idx="2104">107340</cx:pt>
          <cx:pt idx="2105">107349</cx:pt>
          <cx:pt idx="2106">107386</cx:pt>
          <cx:pt idx="2107">107441</cx:pt>
          <cx:pt idx="2108">107473</cx:pt>
          <cx:pt idx="2109">107493</cx:pt>
          <cx:pt idx="2110">107522</cx:pt>
          <cx:pt idx="2111">107607</cx:pt>
          <cx:pt idx="2112">107624</cx:pt>
          <cx:pt idx="2113">107649</cx:pt>
          <cx:pt idx="2114">107653</cx:pt>
          <cx:pt idx="2115">107683</cx:pt>
          <cx:pt idx="2116">107701</cx:pt>
          <cx:pt idx="2117">107762</cx:pt>
          <cx:pt idx="2118">107809</cx:pt>
          <cx:pt idx="2119">107840</cx:pt>
          <cx:pt idx="2120">107840</cx:pt>
          <cx:pt idx="2121">107880</cx:pt>
          <cx:pt idx="2122">107916</cx:pt>
          <cx:pt idx="2123">107938</cx:pt>
          <cx:pt idx="2124">107948</cx:pt>
          <cx:pt idx="2125">107957</cx:pt>
          <cx:pt idx="2126">107957</cx:pt>
          <cx:pt idx="2127">108031</cx:pt>
          <cx:pt idx="2128">108057</cx:pt>
          <cx:pt idx="2129">108077</cx:pt>
          <cx:pt idx="2130">108085</cx:pt>
          <cx:pt idx="2131">108090</cx:pt>
          <cx:pt idx="2132">108110</cx:pt>
          <cx:pt idx="2133">108113</cx:pt>
          <cx:pt idx="2134">108157</cx:pt>
          <cx:pt idx="2135">108190</cx:pt>
          <cx:pt idx="2136">108216</cx:pt>
          <cx:pt idx="2137">108217</cx:pt>
          <cx:pt idx="2138">108266</cx:pt>
          <cx:pt idx="2139">108273</cx:pt>
          <cx:pt idx="2140">108333</cx:pt>
          <cx:pt idx="2141">108333</cx:pt>
          <cx:pt idx="2142">108333</cx:pt>
          <cx:pt idx="2143">108355</cx:pt>
          <cx:pt idx="2144">108396</cx:pt>
          <cx:pt idx="2145">108420</cx:pt>
          <cx:pt idx="2146">108440</cx:pt>
          <cx:pt idx="2147">108450</cx:pt>
          <cx:pt idx="2148">108457</cx:pt>
          <cx:pt idx="2149">108523</cx:pt>
          <cx:pt idx="2150">108547</cx:pt>
          <cx:pt idx="2151">108595</cx:pt>
          <cx:pt idx="2152">108604</cx:pt>
          <cx:pt idx="2153">108607</cx:pt>
          <cx:pt idx="2154">108610</cx:pt>
          <cx:pt idx="2155">108615</cx:pt>
          <cx:pt idx="2156">108617</cx:pt>
          <cx:pt idx="2157">108629</cx:pt>
          <cx:pt idx="2158">108690</cx:pt>
          <cx:pt idx="2159">108690</cx:pt>
          <cx:pt idx="2160">108690</cx:pt>
          <cx:pt idx="2161">108723</cx:pt>
          <cx:pt idx="2162">108757</cx:pt>
          <cx:pt idx="2163">108781</cx:pt>
          <cx:pt idx="2164">108786</cx:pt>
          <cx:pt idx="2165">108791</cx:pt>
          <cx:pt idx="2166">108813</cx:pt>
          <cx:pt idx="2167">108813</cx:pt>
          <cx:pt idx="2168">108825</cx:pt>
          <cx:pt idx="2169">108872</cx:pt>
          <cx:pt idx="2170">108900</cx:pt>
          <cx:pt idx="2171">108923</cx:pt>
          <cx:pt idx="2172">108933</cx:pt>
          <cx:pt idx="2173">108957</cx:pt>
          <cx:pt idx="2174">108969</cx:pt>
          <cx:pt idx="2175">108970</cx:pt>
          <cx:pt idx="2176">108976</cx:pt>
          <cx:pt idx="2177">109012</cx:pt>
          <cx:pt idx="2178">109020</cx:pt>
          <cx:pt idx="2179">109021</cx:pt>
          <cx:pt idx="2180">109030</cx:pt>
          <cx:pt idx="2181">109032</cx:pt>
          <cx:pt idx="2182">109090</cx:pt>
          <cx:pt idx="2183">109105</cx:pt>
          <cx:pt idx="2184">109170</cx:pt>
          <cx:pt idx="2185">109234</cx:pt>
          <cx:pt idx="2186">109252</cx:pt>
          <cx:pt idx="2187">109266</cx:pt>
          <cx:pt idx="2188">109307</cx:pt>
          <cx:pt idx="2189">109399</cx:pt>
          <cx:pt idx="2190">109408</cx:pt>
          <cx:pt idx="2191">109408</cx:pt>
          <cx:pt idx="2192">109440</cx:pt>
          <cx:pt idx="2193">109463</cx:pt>
          <cx:pt idx="2194">109468</cx:pt>
          <cx:pt idx="2195">109523</cx:pt>
          <cx:pt idx="2196">109535</cx:pt>
          <cx:pt idx="2197">109574</cx:pt>
          <cx:pt idx="2198">109587</cx:pt>
          <cx:pt idx="2199">109590</cx:pt>
          <cx:pt idx="2200">109621</cx:pt>
          <cx:pt idx="2201">109621</cx:pt>
          <cx:pt idx="2202">109623</cx:pt>
          <cx:pt idx="2203">109666</cx:pt>
          <cx:pt idx="2204">109666</cx:pt>
          <cx:pt idx="2205">109688</cx:pt>
          <cx:pt idx="2206">109690</cx:pt>
          <cx:pt idx="2207">109727</cx:pt>
          <cx:pt idx="2208">109793</cx:pt>
          <cx:pt idx="2209">109796</cx:pt>
          <cx:pt idx="2210">109846</cx:pt>
          <cx:pt idx="2211">109857</cx:pt>
          <cx:pt idx="2212">109860</cx:pt>
          <cx:pt idx="2213">109912</cx:pt>
          <cx:pt idx="2214">109933</cx:pt>
          <cx:pt idx="2215">109936</cx:pt>
          <cx:pt idx="2216">109940</cx:pt>
          <cx:pt idx="2217">109979</cx:pt>
          <cx:pt idx="2218">110000</cx:pt>
          <cx:pt idx="2219">110000</cx:pt>
          <cx:pt idx="2220">110004</cx:pt>
          <cx:pt idx="2221">110004</cx:pt>
          <cx:pt idx="2222">110004</cx:pt>
          <cx:pt idx="2223">110012</cx:pt>
          <cx:pt idx="2224">110015</cx:pt>
          <cx:pt idx="2225">110016</cx:pt>
          <cx:pt idx="2226">110016</cx:pt>
          <cx:pt idx="2227">110029</cx:pt>
          <cx:pt idx="2228">110034</cx:pt>
          <cx:pt idx="2229">110040</cx:pt>
          <cx:pt idx="2230">110050</cx:pt>
          <cx:pt idx="2231">110057</cx:pt>
          <cx:pt idx="2232">110059</cx:pt>
          <cx:pt idx="2233">110066</cx:pt>
          <cx:pt idx="2234">110068</cx:pt>
          <cx:pt idx="2235">110108</cx:pt>
          <cx:pt idx="2236">110108</cx:pt>
          <cx:pt idx="2237">110124</cx:pt>
          <cx:pt idx="2238">110181</cx:pt>
          <cx:pt idx="2239">110206</cx:pt>
          <cx:pt idx="2240">110339</cx:pt>
          <cx:pt idx="2241">110362</cx:pt>
          <cx:pt idx="2242">110368</cx:pt>
          <cx:pt idx="2243">110383</cx:pt>
          <cx:pt idx="2244">110390</cx:pt>
          <cx:pt idx="2245">110400</cx:pt>
          <cx:pt idx="2246">110483</cx:pt>
          <cx:pt idx="2247">110502</cx:pt>
          <cx:pt idx="2248">110523</cx:pt>
          <cx:pt idx="2249">110582</cx:pt>
          <cx:pt idx="2250">110605</cx:pt>
          <cx:pt idx="2251">110639</cx:pt>
          <cx:pt idx="2252">110650</cx:pt>
          <cx:pt idx="2253">110687</cx:pt>
          <cx:pt idx="2254">110690</cx:pt>
          <cx:pt idx="2255">110690</cx:pt>
          <cx:pt idx="2256">110726</cx:pt>
          <cx:pt idx="2257">110740</cx:pt>
          <cx:pt idx="2258">110773</cx:pt>
          <cx:pt idx="2259">110792</cx:pt>
          <cx:pt idx="2260">110792</cx:pt>
          <cx:pt idx="2261">110819</cx:pt>
          <cx:pt idx="2262">110832</cx:pt>
          <cx:pt idx="2263">110833</cx:pt>
          <cx:pt idx="2264">110881</cx:pt>
          <cx:pt idx="2265">110897</cx:pt>
          <cx:pt idx="2266">110900</cx:pt>
          <cx:pt idx="2267">110900</cx:pt>
          <cx:pt idx="2268">110998</cx:pt>
          <cx:pt idx="2269">111171</cx:pt>
          <cx:pt idx="2270">111254</cx:pt>
          <cx:pt idx="2271">111266</cx:pt>
          <cx:pt idx="2272">111269</cx:pt>
          <cx:pt idx="2273">111319</cx:pt>
          <cx:pt idx="2274">111327</cx:pt>
          <cx:pt idx="2275">111335</cx:pt>
          <cx:pt idx="2276">111339</cx:pt>
          <cx:pt idx="2277">111390</cx:pt>
          <cx:pt idx="2278">111397</cx:pt>
          <cx:pt idx="2279">111458</cx:pt>
          <cx:pt idx="2280">111482</cx:pt>
          <cx:pt idx="2281">111600</cx:pt>
          <cx:pt idx="2282">111608</cx:pt>
          <cx:pt idx="2283">111619</cx:pt>
          <cx:pt idx="2284">111660</cx:pt>
          <cx:pt idx="2285">111666</cx:pt>
          <cx:pt idx="2286">111671</cx:pt>
          <cx:pt idx="2287">111672</cx:pt>
          <cx:pt idx="2288">111707</cx:pt>
          <cx:pt idx="2289">111720</cx:pt>
          <cx:pt idx="2290">111724</cx:pt>
          <cx:pt idx="2291">111728</cx:pt>
          <cx:pt idx="2292">111768</cx:pt>
          <cx:pt idx="2293">111781</cx:pt>
          <cx:pt idx="2294">111815</cx:pt>
          <cx:pt idx="2295">111821</cx:pt>
          <cx:pt idx="2296">111833</cx:pt>
          <cx:pt idx="2297">111858</cx:pt>
          <cx:pt idx="2298">111897</cx:pt>
          <cx:pt idx="2299">111973</cx:pt>
          <cx:pt idx="2300">111989</cx:pt>
          <cx:pt idx="2301">112060</cx:pt>
          <cx:pt idx="2302">112238</cx:pt>
          <cx:pt idx="2303">112282</cx:pt>
          <cx:pt idx="2304">112303</cx:pt>
          <cx:pt idx="2305">112304</cx:pt>
          <cx:pt idx="2306">112356</cx:pt>
          <cx:pt idx="2307">112379</cx:pt>
          <cx:pt idx="2308">112390</cx:pt>
          <cx:pt idx="2309">112390</cx:pt>
          <cx:pt idx="2310">112423</cx:pt>
          <cx:pt idx="2311">112432</cx:pt>
          <cx:pt idx="2312">112441</cx:pt>
          <cx:pt idx="2313">112468</cx:pt>
          <cx:pt idx="2314">112479</cx:pt>
          <cx:pt idx="2315">112507</cx:pt>
          <cx:pt idx="2316">112529</cx:pt>
          <cx:pt idx="2317">112633</cx:pt>
          <cx:pt idx="2318">112652</cx:pt>
          <cx:pt idx="2319">112690</cx:pt>
          <cx:pt idx="2320">112690</cx:pt>
          <cx:pt idx="2321">112701</cx:pt>
          <cx:pt idx="2322">112716</cx:pt>
          <cx:pt idx="2323">112765</cx:pt>
          <cx:pt idx="2324">112807</cx:pt>
          <cx:pt idx="2325">112832</cx:pt>
          <cx:pt idx="2326">112857</cx:pt>
          <cx:pt idx="2327">112858</cx:pt>
          <cx:pt idx="2328">112869</cx:pt>
          <cx:pt idx="2329">112887</cx:pt>
          <cx:pt idx="2330">112939</cx:pt>
          <cx:pt idx="2331">112943</cx:pt>
          <cx:pt idx="2332">112963</cx:pt>
          <cx:pt idx="2333">112987</cx:pt>
          <cx:pt idx="2334">113023</cx:pt>
          <cx:pt idx="2335">113057</cx:pt>
          <cx:pt idx="2336">113088</cx:pt>
          <cx:pt idx="2337">113156</cx:pt>
          <cx:pt idx="2338">113200</cx:pt>
          <cx:pt idx="2339">113216</cx:pt>
          <cx:pt idx="2340">113216</cx:pt>
          <cx:pt idx="2341">113217</cx:pt>
          <cx:pt idx="2342">113238</cx:pt>
          <cx:pt idx="2343">113243</cx:pt>
          <cx:pt idx="2344">113298</cx:pt>
          <cx:pt idx="2345">113327</cx:pt>
          <cx:pt idx="2346">113327</cx:pt>
          <cx:pt idx="2347">113328</cx:pt>
          <cx:pt idx="2348">113333</cx:pt>
          <cx:pt idx="2349">113333</cx:pt>
          <cx:pt idx="2350">113339</cx:pt>
          <cx:pt idx="2351">113366</cx:pt>
          <cx:pt idx="2352">113373</cx:pt>
          <cx:pt idx="2353">113379</cx:pt>
          <cx:pt idx="2354">113414</cx:pt>
          <cx:pt idx="2355">113450</cx:pt>
          <cx:pt idx="2356">113513</cx:pt>
          <cx:pt idx="2357">113623</cx:pt>
          <cx:pt idx="2358">113712</cx:pt>
          <cx:pt idx="2359">113723</cx:pt>
          <cx:pt idx="2360">113822</cx:pt>
          <cx:pt idx="2361">113902</cx:pt>
          <cx:pt idx="2362">113926</cx:pt>
          <cx:pt idx="2363">113939</cx:pt>
          <cx:pt idx="2364">113990</cx:pt>
          <cx:pt idx="2365">113998</cx:pt>
          <cx:pt idx="2366">114023</cx:pt>
          <cx:pt idx="2367">114040</cx:pt>
          <cx:pt idx="2368">114049</cx:pt>
          <cx:pt idx="2369">114085</cx:pt>
          <cx:pt idx="2370">114100</cx:pt>
          <cx:pt idx="2371">114106</cx:pt>
          <cx:pt idx="2372">114118</cx:pt>
          <cx:pt idx="2373">114140</cx:pt>
          <cx:pt idx="2374">114190</cx:pt>
          <cx:pt idx="2375">114207</cx:pt>
          <cx:pt idx="2376">114241</cx:pt>
          <cx:pt idx="2377">114272</cx:pt>
          <cx:pt idx="2378">114290</cx:pt>
          <cx:pt idx="2379">114339</cx:pt>
          <cx:pt idx="2380">114340</cx:pt>
          <cx:pt idx="2381">114350</cx:pt>
          <cx:pt idx="2382">114353</cx:pt>
          <cx:pt idx="2383">114523</cx:pt>
          <cx:pt idx="2384">114638</cx:pt>
          <cx:pt idx="2385">114857</cx:pt>
          <cx:pt idx="2386">114860</cx:pt>
          <cx:pt idx="2387">114870</cx:pt>
          <cx:pt idx="2388">114973</cx:pt>
          <cx:pt idx="2389">114979</cx:pt>
          <cx:pt idx="2390">114983</cx:pt>
          <cx:pt idx="2391">115070</cx:pt>
          <cx:pt idx="2392">115141</cx:pt>
          <cx:pt idx="2393">115145</cx:pt>
          <cx:pt idx="2394">115175</cx:pt>
          <cx:pt idx="2395">115190</cx:pt>
          <cx:pt idx="2396">115190</cx:pt>
          <cx:pt idx="2397">115191</cx:pt>
          <cx:pt idx="2398">115194</cx:pt>
          <cx:pt idx="2399">115210</cx:pt>
          <cx:pt idx="2400">115210</cx:pt>
          <cx:pt idx="2401">115313</cx:pt>
          <cx:pt idx="2402">115400</cx:pt>
          <cx:pt idx="2403">115411</cx:pt>
          <cx:pt idx="2404">115455</cx:pt>
          <cx:pt idx="2405">115597</cx:pt>
          <cx:pt idx="2406">115618</cx:pt>
          <cx:pt idx="2407">115642</cx:pt>
          <cx:pt idx="2408">115690</cx:pt>
          <cx:pt idx="2409">115741</cx:pt>
          <cx:pt idx="2410">115743</cx:pt>
          <cx:pt idx="2411">115743</cx:pt>
          <cx:pt idx="2412">115817</cx:pt>
          <cx:pt idx="2413">115827</cx:pt>
          <cx:pt idx="2414">115833</cx:pt>
          <cx:pt idx="2415">115838</cx:pt>
          <cx:pt idx="2416">115907</cx:pt>
          <cx:pt idx="2417">115908</cx:pt>
          <cx:pt idx="2418">115948</cx:pt>
          <cx:pt idx="2419">115955</cx:pt>
          <cx:pt idx="2420">115977</cx:pt>
          <cx:pt idx="2421">116003</cx:pt>
          <cx:pt idx="2422">116096</cx:pt>
          <cx:pt idx="2423">116140</cx:pt>
          <cx:pt idx="2424">116144</cx:pt>
          <cx:pt idx="2425">116157</cx:pt>
          <cx:pt idx="2426">116160</cx:pt>
          <cx:pt idx="2427">116176</cx:pt>
          <cx:pt idx="2428">116183</cx:pt>
          <cx:pt idx="2429">116217</cx:pt>
          <cx:pt idx="2430">116274</cx:pt>
          <cx:pt idx="2431">116297</cx:pt>
          <cx:pt idx="2432">116493</cx:pt>
          <cx:pt idx="2433">116496</cx:pt>
          <cx:pt idx="2434">116510</cx:pt>
          <cx:pt idx="2435">116540</cx:pt>
          <cx:pt idx="2436">116556</cx:pt>
          <cx:pt idx="2437">116575</cx:pt>
          <cx:pt idx="2438">116581</cx:pt>
          <cx:pt idx="2439">116590</cx:pt>
          <cx:pt idx="2440">116640</cx:pt>
          <cx:pt idx="2441">116648</cx:pt>
          <cx:pt idx="2442">116650</cx:pt>
          <cx:pt idx="2443">116657</cx:pt>
          <cx:pt idx="2444">116658</cx:pt>
          <cx:pt idx="2445">116664</cx:pt>
          <cx:pt idx="2446">116666</cx:pt>
          <cx:pt idx="2447">116666</cx:pt>
          <cx:pt idx="2448">116666</cx:pt>
          <cx:pt idx="2449">116669</cx:pt>
          <cx:pt idx="2450">116675</cx:pt>
          <cx:pt idx="2451">116677</cx:pt>
          <cx:pt idx="2452">116684</cx:pt>
          <cx:pt idx="2453">116684</cx:pt>
          <cx:pt idx="2454">116720</cx:pt>
          <cx:pt idx="2455">116729</cx:pt>
          <cx:pt idx="2456">116753</cx:pt>
          <cx:pt idx="2457">116779</cx:pt>
          <cx:pt idx="2458">116789</cx:pt>
          <cx:pt idx="2459">116790</cx:pt>
          <cx:pt idx="2460">116817</cx:pt>
          <cx:pt idx="2461">116817</cx:pt>
          <cx:pt idx="2462">116849</cx:pt>
          <cx:pt idx="2463">116863</cx:pt>
          <cx:pt idx="2464">116902</cx:pt>
          <cx:pt idx="2465">116910</cx:pt>
          <cx:pt idx="2466">116918</cx:pt>
          <cx:pt idx="2467">116952</cx:pt>
          <cx:pt idx="2468">116958</cx:pt>
          <cx:pt idx="2469">116958</cx:pt>
          <cx:pt idx="2470">116980</cx:pt>
          <cx:pt idx="2471">117012</cx:pt>
          <cx:pt idx="2472">117039</cx:pt>
          <cx:pt idx="2473">117040</cx:pt>
          <cx:pt idx="2474">117056</cx:pt>
          <cx:pt idx="2475">117057</cx:pt>
          <cx:pt idx="2476">117120</cx:pt>
          <cx:pt idx="2477">117120</cx:pt>
          <cx:pt idx="2478">117175</cx:pt>
          <cx:pt idx="2479">117192</cx:pt>
          <cx:pt idx="2480">117214</cx:pt>
          <cx:pt idx="2481">117263</cx:pt>
          <cx:pt idx="2482">117280</cx:pt>
          <cx:pt idx="2483">117323</cx:pt>
          <cx:pt idx="2484">117360</cx:pt>
          <cx:pt idx="2485">117428</cx:pt>
          <cx:pt idx="2486">117444</cx:pt>
          <cx:pt idx="2487">117449</cx:pt>
          <cx:pt idx="2488">117450</cx:pt>
          <cx:pt idx="2489">117466</cx:pt>
          <cx:pt idx="2490">117500</cx:pt>
          <cx:pt idx="2491">117502</cx:pt>
          <cx:pt idx="2492">117520</cx:pt>
          <cx:pt idx="2493">117611</cx:pt>
          <cx:pt idx="2494">117616</cx:pt>
          <cx:pt idx="2495">117627</cx:pt>
          <cx:pt idx="2496">117671</cx:pt>
          <cx:pt idx="2497">117690</cx:pt>
          <cx:pt idx="2498">117692</cx:pt>
          <cx:pt idx="2499">117732</cx:pt>
          <cx:pt idx="2500">117753</cx:pt>
          <cx:pt idx="2501">117809</cx:pt>
          <cx:pt idx="2502">117841</cx:pt>
          <cx:pt idx="2503">117874</cx:pt>
          <cx:pt idx="2504">117923</cx:pt>
          <cx:pt idx="2505">117928</cx:pt>
          <cx:pt idx="2506">118004</cx:pt>
          <cx:pt idx="2507">118011</cx:pt>
          <cx:pt idx="2508">118042</cx:pt>
          <cx:pt idx="2509">118066</cx:pt>
          <cx:pt idx="2510">118090</cx:pt>
          <cx:pt idx="2511">118177</cx:pt>
          <cx:pt idx="2512">118190</cx:pt>
          <cx:pt idx="2513">118332</cx:pt>
          <cx:pt idx="2514">118352</cx:pt>
          <cx:pt idx="2515">118399</cx:pt>
          <cx:pt idx="2516">118407</cx:pt>
          <cx:pt idx="2517">118473</cx:pt>
          <cx:pt idx="2518">118477</cx:pt>
          <cx:pt idx="2519">118480</cx:pt>
          <cx:pt idx="2520">118533</cx:pt>
          <cx:pt idx="2521">118585</cx:pt>
          <cx:pt idx="2522">118585</cx:pt>
          <cx:pt idx="2523">118600</cx:pt>
          <cx:pt idx="2524">118657</cx:pt>
          <cx:pt idx="2525">118657</cx:pt>
          <cx:pt idx="2526">118675</cx:pt>
          <cx:pt idx="2527">118690</cx:pt>
          <cx:pt idx="2528">118721</cx:pt>
          <cx:pt idx="2529">118723</cx:pt>
          <cx:pt idx="2530">118730</cx:pt>
          <cx:pt idx="2531">118819</cx:pt>
          <cx:pt idx="2532">118840</cx:pt>
          <cx:pt idx="2533">118856</cx:pt>
          <cx:pt idx="2534">118916</cx:pt>
          <cx:pt idx="2535">118986</cx:pt>
          <cx:pt idx="2536">119012</cx:pt>
          <cx:pt idx="2537">119043</cx:pt>
          <cx:pt idx="2538">119068</cx:pt>
          <cx:pt idx="2539">119106</cx:pt>
          <cx:pt idx="2540">119152</cx:pt>
          <cx:pt idx="2541">119168</cx:pt>
          <cx:pt idx="2542">119176</cx:pt>
          <cx:pt idx="2543">119176</cx:pt>
          <cx:pt idx="2544">119187</cx:pt>
          <cx:pt idx="2545">119190</cx:pt>
          <cx:pt idx="2546">119207</cx:pt>
          <cx:pt idx="2547">119207</cx:pt>
          <cx:pt idx="2548">119233</cx:pt>
          <cx:pt idx="2549">119242</cx:pt>
          <cx:pt idx="2550">119322</cx:pt>
          <cx:pt idx="2551">119333</cx:pt>
          <cx:pt idx="2552">119338</cx:pt>
          <cx:pt idx="2553">119341</cx:pt>
          <cx:pt idx="2554">119364</cx:pt>
          <cx:pt idx="2555">119377</cx:pt>
          <cx:pt idx="2556">119396</cx:pt>
          <cx:pt idx="2557">119454</cx:pt>
          <cx:pt idx="2558">119454</cx:pt>
          <cx:pt idx="2559">119457</cx:pt>
          <cx:pt idx="2560">119472</cx:pt>
          <cx:pt idx="2561">119500</cx:pt>
          <cx:pt idx="2562">119533</cx:pt>
          <cx:pt idx="2563">119594</cx:pt>
          <cx:pt idx="2564">119609</cx:pt>
          <cx:pt idx="2565">119651</cx:pt>
          <cx:pt idx="2566">119657</cx:pt>
          <cx:pt idx="2567">119673</cx:pt>
          <cx:pt idx="2568">119690</cx:pt>
          <cx:pt idx="2569">119708</cx:pt>
          <cx:pt idx="2570">119821</cx:pt>
          <cx:pt idx="2571">119824</cx:pt>
          <cx:pt idx="2572">119826</cx:pt>
          <cx:pt idx="2573">119839</cx:pt>
          <cx:pt idx="2574">119890</cx:pt>
          <cx:pt idx="2575">119895</cx:pt>
          <cx:pt idx="2576">119946</cx:pt>
          <cx:pt idx="2577">119974</cx:pt>
          <cx:pt idx="2578">119986</cx:pt>
          <cx:pt idx="2579">119998</cx:pt>
          <cx:pt idx="2580">120000</cx:pt>
          <cx:pt idx="2581">120000</cx:pt>
          <cx:pt idx="2582">120000</cx:pt>
          <cx:pt idx="2583">120000</cx:pt>
          <cx:pt idx="2584">120000</cx:pt>
          <cx:pt idx="2585">120000</cx:pt>
          <cx:pt idx="2586">120000</cx:pt>
          <cx:pt idx="2587">120000</cx:pt>
          <cx:pt idx="2588">120000</cx:pt>
          <cx:pt idx="2589">120000</cx:pt>
          <cx:pt idx="2590">120000</cx:pt>
          <cx:pt idx="2591">120000</cx:pt>
          <cx:pt idx="2592">120000</cx:pt>
          <cx:pt idx="2593">120000</cx:pt>
          <cx:pt idx="2594">120000</cx:pt>
          <cx:pt idx="2595">120000</cx:pt>
          <cx:pt idx="2596">120000</cx:pt>
          <cx:pt idx="2597">120009</cx:pt>
          <cx:pt idx="2598">120015</cx:pt>
          <cx:pt idx="2599">120025</cx:pt>
          <cx:pt idx="2600">120026</cx:pt>
          <cx:pt idx="2601">120044</cx:pt>
          <cx:pt idx="2602">120052</cx:pt>
          <cx:pt idx="2603">120057</cx:pt>
          <cx:pt idx="2604">120057</cx:pt>
          <cx:pt idx="2605">120059</cx:pt>
          <cx:pt idx="2606">120092</cx:pt>
          <cx:pt idx="2607">120096</cx:pt>
          <cx:pt idx="2608">120125</cx:pt>
          <cx:pt idx="2609">120132</cx:pt>
          <cx:pt idx="2610">120149</cx:pt>
          <cx:pt idx="2611">120152</cx:pt>
          <cx:pt idx="2612">120163</cx:pt>
          <cx:pt idx="2613">120194</cx:pt>
          <cx:pt idx="2614">120200</cx:pt>
          <cx:pt idx="2615">120275</cx:pt>
          <cx:pt idx="2616">120275</cx:pt>
          <cx:pt idx="2617">120312</cx:pt>
          <cx:pt idx="2618">120316</cx:pt>
          <cx:pt idx="2619">120391</cx:pt>
          <cx:pt idx="2620">120400</cx:pt>
          <cx:pt idx="2621">120433</cx:pt>
          <cx:pt idx="2622">120488</cx:pt>
          <cx:pt idx="2623">120573</cx:pt>
          <cx:pt idx="2624">120636</cx:pt>
          <cx:pt idx="2625">120657</cx:pt>
          <cx:pt idx="2626">120694</cx:pt>
          <cx:pt idx="2627">120718</cx:pt>
          <cx:pt idx="2628">120742</cx:pt>
          <cx:pt idx="2629">120815</cx:pt>
          <cx:pt idx="2630">120833</cx:pt>
          <cx:pt idx="2631">120853</cx:pt>
          <cx:pt idx="2632">120892</cx:pt>
          <cx:pt idx="2633">120902</cx:pt>
          <cx:pt idx="2634">120932</cx:pt>
          <cx:pt idx="2635">121000</cx:pt>
          <cx:pt idx="2636">121000</cx:pt>
          <cx:pt idx="2637">121062</cx:pt>
          <cx:pt idx="2638">121093</cx:pt>
          <cx:pt idx="2639">121138</cx:pt>
          <cx:pt idx="2640">121183</cx:pt>
          <cx:pt idx="2641">121190</cx:pt>
          <cx:pt idx="2642">121196</cx:pt>
          <cx:pt idx="2643">121250</cx:pt>
          <cx:pt idx="2644">121264</cx:pt>
          <cx:pt idx="2645">121326</cx:pt>
          <cx:pt idx="2646">121356</cx:pt>
          <cx:pt idx="2647">121372</cx:pt>
          <cx:pt idx="2648">121383</cx:pt>
          <cx:pt idx="2649">121416</cx:pt>
          <cx:pt idx="2650">121416</cx:pt>
          <cx:pt idx="2651">121435</cx:pt>
          <cx:pt idx="2652">121475</cx:pt>
          <cx:pt idx="2653">121583</cx:pt>
          <cx:pt idx="2654">121611</cx:pt>
          <cx:pt idx="2655">121611</cx:pt>
          <cx:pt idx="2656">121611</cx:pt>
          <cx:pt idx="2657">121625</cx:pt>
          <cx:pt idx="2658">121640</cx:pt>
          <cx:pt idx="2659">121649</cx:pt>
          <cx:pt idx="2660">121663</cx:pt>
          <cx:pt idx="2661">121666</cx:pt>
          <cx:pt idx="2662">121668</cx:pt>
          <cx:pt idx="2663">121698</cx:pt>
          <cx:pt idx="2664">121723</cx:pt>
          <cx:pt idx="2665">121771</cx:pt>
          <cx:pt idx="2666">121828</cx:pt>
          <cx:pt idx="2667">121840</cx:pt>
          <cx:pt idx="2668">121848</cx:pt>
          <cx:pt idx="2669">121848</cx:pt>
          <cx:pt idx="2670">121861</cx:pt>
          <cx:pt idx="2671">121871</cx:pt>
          <cx:pt idx="2672">121873</cx:pt>
          <cx:pt idx="2673">122032</cx:pt>
          <cx:pt idx="2674">122043</cx:pt>
          <cx:pt idx="2675">122058</cx:pt>
          <cx:pt idx="2676">122091</cx:pt>
          <cx:pt idx="2677">122154</cx:pt>
          <cx:pt idx="2678">122166</cx:pt>
          <cx:pt idx="2679">122190</cx:pt>
          <cx:pt idx="2680">122193</cx:pt>
          <cx:pt idx="2681">122219</cx:pt>
          <cx:pt idx="2682">122290</cx:pt>
          <cx:pt idx="2683">122306</cx:pt>
          <cx:pt idx="2684">122313</cx:pt>
          <cx:pt idx="2685">122333</cx:pt>
          <cx:pt idx="2686">122345</cx:pt>
          <cx:pt idx="2687">122366</cx:pt>
          <cx:pt idx="2688">122372</cx:pt>
          <cx:pt idx="2689">122407</cx:pt>
          <cx:pt idx="2690">122433</cx:pt>
          <cx:pt idx="2691">122444</cx:pt>
          <cx:pt idx="2692">122460</cx:pt>
          <cx:pt idx="2693">122484</cx:pt>
          <cx:pt idx="2694">122489</cx:pt>
          <cx:pt idx="2695">122489</cx:pt>
          <cx:pt idx="2696">122500</cx:pt>
          <cx:pt idx="2697">122523</cx:pt>
          <cx:pt idx="2698">122550</cx:pt>
          <cx:pt idx="2699">122611</cx:pt>
          <cx:pt idx="2700">122628</cx:pt>
          <cx:pt idx="2701">122667</cx:pt>
          <cx:pt idx="2702">122667</cx:pt>
          <cx:pt idx="2703">122675</cx:pt>
          <cx:pt idx="2704">122693</cx:pt>
          <cx:pt idx="2705">122701</cx:pt>
          <cx:pt idx="2706">122717</cx:pt>
          <cx:pt idx="2707">122758</cx:pt>
          <cx:pt idx="2708">122847</cx:pt>
          <cx:pt idx="2709">122867</cx:pt>
          <cx:pt idx="2710">122912</cx:pt>
          <cx:pt idx="2711">122921</cx:pt>
          <cx:pt idx="2712">122969</cx:pt>
          <cx:pt idx="2713">122969</cx:pt>
          <cx:pt idx="2714">122971</cx:pt>
          <cx:pt idx="2715">123000</cx:pt>
          <cx:pt idx="2716">123030</cx:pt>
          <cx:pt idx="2717">123037</cx:pt>
          <cx:pt idx="2718">123053</cx:pt>
          <cx:pt idx="2719">123111</cx:pt>
          <cx:pt idx="2720">123140</cx:pt>
          <cx:pt idx="2721">123148</cx:pt>
          <cx:pt idx="2722">123172</cx:pt>
          <cx:pt idx="2723">123315</cx:pt>
          <cx:pt idx="2724">123315</cx:pt>
          <cx:pt idx="2725">123315</cx:pt>
          <cx:pt idx="2726">123315</cx:pt>
          <cx:pt idx="2727">123315</cx:pt>
          <cx:pt idx="2728">123315</cx:pt>
          <cx:pt idx="2729">123315</cx:pt>
          <cx:pt idx="2730">123316</cx:pt>
          <cx:pt idx="2731">123316</cx:pt>
          <cx:pt idx="2732">123317</cx:pt>
          <cx:pt idx="2733">123325</cx:pt>
          <cx:pt idx="2734">123333</cx:pt>
          <cx:pt idx="2735">123333</cx:pt>
          <cx:pt idx="2736">123340</cx:pt>
          <cx:pt idx="2737">123340</cx:pt>
          <cx:pt idx="2738">123340</cx:pt>
          <cx:pt idx="2739">123340</cx:pt>
          <cx:pt idx="2740">123340</cx:pt>
          <cx:pt idx="2741">123340</cx:pt>
          <cx:pt idx="2742">123369</cx:pt>
          <cx:pt idx="2743">123400</cx:pt>
          <cx:pt idx="2744">123402</cx:pt>
          <cx:pt idx="2745">123418</cx:pt>
          <cx:pt idx="2746">123474</cx:pt>
          <cx:pt idx="2747">123484</cx:pt>
          <cx:pt idx="2748">123549</cx:pt>
          <cx:pt idx="2749">123552</cx:pt>
          <cx:pt idx="2750">123587</cx:pt>
          <cx:pt idx="2751">123623</cx:pt>
          <cx:pt idx="2752">123690</cx:pt>
          <cx:pt idx="2753">123706</cx:pt>
          <cx:pt idx="2754">123709</cx:pt>
          <cx:pt idx="2755">123722</cx:pt>
          <cx:pt idx="2756">123793</cx:pt>
          <cx:pt idx="2757">123803</cx:pt>
          <cx:pt idx="2758">123807</cx:pt>
          <cx:pt idx="2759">123814</cx:pt>
          <cx:pt idx="2760">123836</cx:pt>
          <cx:pt idx="2761">123891</cx:pt>
          <cx:pt idx="2762">123935</cx:pt>
          <cx:pt idx="2763">123941</cx:pt>
          <cx:pt idx="2764">123971</cx:pt>
          <cx:pt idx="2765">123990</cx:pt>
          <cx:pt idx="2766">124007</cx:pt>
          <cx:pt idx="2767">124007</cx:pt>
          <cx:pt idx="2768">124033</cx:pt>
          <cx:pt idx="2769">124061</cx:pt>
          <cx:pt idx="2770">124062</cx:pt>
          <cx:pt idx="2771">124072</cx:pt>
          <cx:pt idx="2772">124083</cx:pt>
          <cx:pt idx="2773">124096</cx:pt>
          <cx:pt idx="2774">124203</cx:pt>
          <cx:pt idx="2775">124343</cx:pt>
          <cx:pt idx="2776">124350</cx:pt>
          <cx:pt idx="2777">124363</cx:pt>
          <cx:pt idx="2778">124363</cx:pt>
          <cx:pt idx="2779">124394</cx:pt>
          <cx:pt idx="2780">124408</cx:pt>
          <cx:pt idx="2781">124551</cx:pt>
          <cx:pt idx="2782">124574</cx:pt>
          <cx:pt idx="2783">124614</cx:pt>
          <cx:pt idx="2784">124675</cx:pt>
          <cx:pt idx="2785">124681</cx:pt>
          <cx:pt idx="2786">124792</cx:pt>
          <cx:pt idx="2787">124792</cx:pt>
          <cx:pt idx="2788">124792</cx:pt>
          <cx:pt idx="2789">124792</cx:pt>
          <cx:pt idx="2790">124832</cx:pt>
          <cx:pt idx="2791">124856</cx:pt>
          <cx:pt idx="2792">124896</cx:pt>
          <cx:pt idx="2793">124988</cx:pt>
          <cx:pt idx="2794">125000</cx:pt>
          <cx:pt idx="2795">125000</cx:pt>
          <cx:pt idx="2796">125000</cx:pt>
          <cx:pt idx="2797">125000</cx:pt>
          <cx:pt idx="2798">125000</cx:pt>
          <cx:pt idx="2799">125000</cx:pt>
          <cx:pt idx="2800">125000</cx:pt>
          <cx:pt idx="2801">125000</cx:pt>
          <cx:pt idx="2802">125000</cx:pt>
          <cx:pt idx="2803">125000</cx:pt>
          <cx:pt idx="2804">125000</cx:pt>
          <cx:pt idx="2805">125000</cx:pt>
          <cx:pt idx="2806">125000</cx:pt>
          <cx:pt idx="2807">125000</cx:pt>
          <cx:pt idx="2808">125016</cx:pt>
          <cx:pt idx="2809">125063</cx:pt>
          <cx:pt idx="2810">125068</cx:pt>
          <cx:pt idx="2811">125099</cx:pt>
          <cx:pt idx="2812">125144</cx:pt>
          <cx:pt idx="2813">125149</cx:pt>
          <cx:pt idx="2814">125149</cx:pt>
          <cx:pt idx="2815">125149</cx:pt>
          <cx:pt idx="2816">125166</cx:pt>
          <cx:pt idx="2817">125176</cx:pt>
          <cx:pt idx="2818">125180</cx:pt>
          <cx:pt idx="2819">125181</cx:pt>
          <cx:pt idx="2820">125208</cx:pt>
          <cx:pt idx="2821">125208</cx:pt>
          <cx:pt idx="2822">125208</cx:pt>
          <cx:pt idx="2823">125208</cx:pt>
          <cx:pt idx="2824">125208</cx:pt>
          <cx:pt idx="2825">125208</cx:pt>
          <cx:pt idx="2826">125208</cx:pt>
          <cx:pt idx="2827">125208</cx:pt>
          <cx:pt idx="2828">125208</cx:pt>
          <cx:pt idx="2829">125215</cx:pt>
          <cx:pt idx="2830">125215</cx:pt>
          <cx:pt idx="2831">125265</cx:pt>
          <cx:pt idx="2832">125293</cx:pt>
          <cx:pt idx="2833">125293</cx:pt>
          <cx:pt idx="2834">125293</cx:pt>
          <cx:pt idx="2835">125293</cx:pt>
          <cx:pt idx="2836">125293</cx:pt>
          <cx:pt idx="2837">125293</cx:pt>
          <cx:pt idx="2838">125293</cx:pt>
          <cx:pt idx="2839">125293</cx:pt>
          <cx:pt idx="2840">125293</cx:pt>
          <cx:pt idx="2841">125293</cx:pt>
          <cx:pt idx="2842">125293</cx:pt>
          <cx:pt idx="2843">125293</cx:pt>
          <cx:pt idx="2844">125308</cx:pt>
          <cx:pt idx="2845">125334</cx:pt>
          <cx:pt idx="2846">125340</cx:pt>
          <cx:pt idx="2847">125343</cx:pt>
          <cx:pt idx="2848">125353</cx:pt>
          <cx:pt idx="2849">125382</cx:pt>
          <cx:pt idx="2850">125447</cx:pt>
          <cx:pt idx="2851">125454</cx:pt>
          <cx:pt idx="2852">125459</cx:pt>
          <cx:pt idx="2853">125463</cx:pt>
          <cx:pt idx="2854">125470</cx:pt>
          <cx:pt idx="2855">125484</cx:pt>
          <cx:pt idx="2856">125500</cx:pt>
          <cx:pt idx="2857">125500</cx:pt>
          <cx:pt idx="2858">125523</cx:pt>
          <cx:pt idx="2859">125600</cx:pt>
          <cx:pt idx="2860">125696</cx:pt>
          <cx:pt idx="2861">125702</cx:pt>
          <cx:pt idx="2862">125800</cx:pt>
          <cx:pt idx="2863">125833</cx:pt>
          <cx:pt idx="2864">125850</cx:pt>
          <cx:pt idx="2865">125876</cx:pt>
          <cx:pt idx="2866">125967</cx:pt>
          <cx:pt idx="2867">125976</cx:pt>
          <cx:pt idx="2868">126000</cx:pt>
          <cx:pt idx="2869">126018</cx:pt>
          <cx:pt idx="2870">126020</cx:pt>
          <cx:pt idx="2871">126033</cx:pt>
          <cx:pt idx="2872">126044</cx:pt>
          <cx:pt idx="2873">126051</cx:pt>
          <cx:pt idx="2874">126083</cx:pt>
          <cx:pt idx="2875">126172</cx:pt>
          <cx:pt idx="2876">126187</cx:pt>
          <cx:pt idx="2877">126224</cx:pt>
          <cx:pt idx="2878">126233</cx:pt>
          <cx:pt idx="2879">126280</cx:pt>
          <cx:pt idx="2880">126290</cx:pt>
          <cx:pt idx="2881">126327</cx:pt>
          <cx:pt idx="2882">126333</cx:pt>
          <cx:pt idx="2883">126345</cx:pt>
          <cx:pt idx="2884">126345</cx:pt>
          <cx:pt idx="2885">126378</cx:pt>
          <cx:pt idx="2886">126419</cx:pt>
          <cx:pt idx="2887">126445</cx:pt>
          <cx:pt idx="2888">126500</cx:pt>
          <cx:pt idx="2889">126504</cx:pt>
          <cx:pt idx="2890">126562</cx:pt>
          <cx:pt idx="2891">126606</cx:pt>
          <cx:pt idx="2892">126606</cx:pt>
          <cx:pt idx="2893">126620</cx:pt>
          <cx:pt idx="2894">126666</cx:pt>
          <cx:pt idx="2895">126666</cx:pt>
          <cx:pt idx="2896">126666</cx:pt>
          <cx:pt idx="2897">126666</cx:pt>
          <cx:pt idx="2898">126666</cx:pt>
          <cx:pt idx="2899">126666</cx:pt>
          <cx:pt idx="2900">126666</cx:pt>
          <cx:pt idx="2901">126668</cx:pt>
          <cx:pt idx="2902">126669</cx:pt>
          <cx:pt idx="2903">126676</cx:pt>
          <cx:pt idx="2904">126676</cx:pt>
          <cx:pt idx="2905">126715</cx:pt>
          <cx:pt idx="2906">126745</cx:pt>
          <cx:pt idx="2907">126756</cx:pt>
          <cx:pt idx="2908">126762</cx:pt>
          <cx:pt idx="2909">126778</cx:pt>
          <cx:pt idx="2910">126791</cx:pt>
          <cx:pt idx="2911">126806</cx:pt>
          <cx:pt idx="2912">126921</cx:pt>
          <cx:pt idx="2913">126956</cx:pt>
          <cx:pt idx="2914">126999</cx:pt>
          <cx:pt idx="2915">126999</cx:pt>
          <cx:pt idx="2916">126999</cx:pt>
          <cx:pt idx="2917">126999</cx:pt>
          <cx:pt idx="2918">126999</cx:pt>
          <cx:pt idx="2919">126999</cx:pt>
          <cx:pt idx="2920">127007</cx:pt>
          <cx:pt idx="2921">127008</cx:pt>
          <cx:pt idx="2922">127067</cx:pt>
          <cx:pt idx="2923">127100</cx:pt>
          <cx:pt idx="2924">127102</cx:pt>
          <cx:pt idx="2925">127124</cx:pt>
          <cx:pt idx="2926">127130</cx:pt>
          <cx:pt idx="2927">127153</cx:pt>
          <cx:pt idx="2928">127199</cx:pt>
          <cx:pt idx="2929">127199</cx:pt>
          <cx:pt idx="2930">127218</cx:pt>
          <cx:pt idx="2931">127255</cx:pt>
          <cx:pt idx="2932">127259</cx:pt>
          <cx:pt idx="2933">127264</cx:pt>
          <cx:pt idx="2934">127280</cx:pt>
          <cx:pt idx="2935">127288</cx:pt>
          <cx:pt idx="2936">127357</cx:pt>
          <cx:pt idx="2937">127386</cx:pt>
          <cx:pt idx="2938">127392</cx:pt>
          <cx:pt idx="2939">127392</cx:pt>
          <cx:pt idx="2940">127392</cx:pt>
          <cx:pt idx="2941">127392</cx:pt>
          <cx:pt idx="2942">127392</cx:pt>
          <cx:pt idx="2943">127392</cx:pt>
          <cx:pt idx="2944">127420</cx:pt>
          <cx:pt idx="2945">127451</cx:pt>
          <cx:pt idx="2946">127465</cx:pt>
          <cx:pt idx="2947">127521</cx:pt>
          <cx:pt idx="2948">127532</cx:pt>
          <cx:pt idx="2949">127549</cx:pt>
          <cx:pt idx="2950">127558</cx:pt>
          <cx:pt idx="2951">127579</cx:pt>
          <cx:pt idx="2952">127653</cx:pt>
          <cx:pt idx="2953">127690</cx:pt>
          <cx:pt idx="2954">127705</cx:pt>
          <cx:pt idx="2955">127715</cx:pt>
          <cx:pt idx="2956">127749</cx:pt>
          <cx:pt idx="2957">127757</cx:pt>
          <cx:pt idx="2958">127774</cx:pt>
          <cx:pt idx="2959">127776</cx:pt>
          <cx:pt idx="2960">127927</cx:pt>
          <cx:pt idx="2961">127985</cx:pt>
          <cx:pt idx="2962">128007</cx:pt>
          <cx:pt idx="2963">128065</cx:pt>
          <cx:pt idx="2964">128065</cx:pt>
          <cx:pt idx="2965">128065</cx:pt>
          <cx:pt idx="2966">128116</cx:pt>
          <cx:pt idx="2967">128139</cx:pt>
          <cx:pt idx="2968">128150</cx:pt>
          <cx:pt idx="2969">128311</cx:pt>
          <cx:pt idx="2970">128317</cx:pt>
          <cx:pt idx="2971">128350</cx:pt>
          <cx:pt idx="2972">128387</cx:pt>
          <cx:pt idx="2973">128460</cx:pt>
          <cx:pt idx="2974">128490</cx:pt>
          <cx:pt idx="2975">128490</cx:pt>
          <cx:pt idx="2976">128571</cx:pt>
          <cx:pt idx="2977">128571</cx:pt>
          <cx:pt idx="2978">128571</cx:pt>
          <cx:pt idx="2979">128666</cx:pt>
          <cx:pt idx="2980">128666</cx:pt>
          <cx:pt idx="2981">128691</cx:pt>
          <cx:pt idx="2982">128715</cx:pt>
          <cx:pt idx="2983">128776</cx:pt>
          <cx:pt idx="2984">128851</cx:pt>
          <cx:pt idx="2985">128887</cx:pt>
          <cx:pt idx="2986">128927</cx:pt>
          <cx:pt idx="2987">128932</cx:pt>
          <cx:pt idx="2988">128940</cx:pt>
          <cx:pt idx="2989">128953</cx:pt>
          <cx:pt idx="2990">129007</cx:pt>
          <cx:pt idx="2991">129050</cx:pt>
          <cx:pt idx="2992">129057</cx:pt>
          <cx:pt idx="2993">129076</cx:pt>
          <cx:pt idx="2994">129164</cx:pt>
          <cx:pt idx="2995">129175</cx:pt>
          <cx:pt idx="2996">129217</cx:pt>
          <cx:pt idx="2997">129262</cx:pt>
          <cx:pt idx="2998">129283</cx:pt>
          <cx:pt idx="2999">129316</cx:pt>
          <cx:pt idx="3000">129320</cx:pt>
          <cx:pt idx="3001">129333</cx:pt>
          <cx:pt idx="3002">129393</cx:pt>
          <cx:pt idx="3003">129484</cx:pt>
          <cx:pt idx="3004">129516</cx:pt>
          <cx:pt idx="3005">129546</cx:pt>
          <cx:pt idx="3006">129548</cx:pt>
          <cx:pt idx="3007">129549</cx:pt>
          <cx:pt idx="3008">129640</cx:pt>
          <cx:pt idx="3009">129722</cx:pt>
          <cx:pt idx="3010">129734</cx:pt>
          <cx:pt idx="3011">129740</cx:pt>
          <cx:pt idx="3012">129782</cx:pt>
          <cx:pt idx="3013">129849</cx:pt>
          <cx:pt idx="3014">129850</cx:pt>
          <cx:pt idx="3015">129885</cx:pt>
          <cx:pt idx="3016">129924</cx:pt>
          <cx:pt idx="3017">129925</cx:pt>
          <cx:pt idx="3018">129941</cx:pt>
          <cx:pt idx="3019">129972</cx:pt>
          <cx:pt idx="3020">129983</cx:pt>
          <cx:pt idx="3021">129988</cx:pt>
          <cx:pt idx="3022">129998</cx:pt>
          <cx:pt idx="3023">130000</cx:pt>
          <cx:pt idx="3024">130002</cx:pt>
          <cx:pt idx="3025">130005</cx:pt>
          <cx:pt idx="3026">130011</cx:pt>
          <cx:pt idx="3027">130023</cx:pt>
          <cx:pt idx="3028">130025</cx:pt>
          <cx:pt idx="3029">130031</cx:pt>
          <cx:pt idx="3030">130053</cx:pt>
          <cx:pt idx="3031">130099</cx:pt>
          <cx:pt idx="3032">130099</cx:pt>
          <cx:pt idx="3033">130115</cx:pt>
          <cx:pt idx="3034">130156</cx:pt>
          <cx:pt idx="3035">130222</cx:pt>
          <cx:pt idx="3036">130232</cx:pt>
          <cx:pt idx="3037">130271</cx:pt>
          <cx:pt idx="3038">130298</cx:pt>
          <cx:pt idx="3039">130309</cx:pt>
          <cx:pt idx="3040">130330</cx:pt>
          <cx:pt idx="3041">130339</cx:pt>
          <cx:pt idx="3042">130374</cx:pt>
          <cx:pt idx="3043">130390</cx:pt>
          <cx:pt idx="3044">130430</cx:pt>
          <cx:pt idx="3045">130434</cx:pt>
          <cx:pt idx="3046">130436</cx:pt>
          <cx:pt idx="3047">130437</cx:pt>
          <cx:pt idx="3048">130467</cx:pt>
          <cx:pt idx="3049">130477</cx:pt>
          <cx:pt idx="3050">130477</cx:pt>
          <cx:pt idx="3051">130569</cx:pt>
          <cx:pt idx="3052">130571</cx:pt>
          <cx:pt idx="3053">130580</cx:pt>
          <cx:pt idx="3054">130589</cx:pt>
          <cx:pt idx="3055">130624</cx:pt>
          <cx:pt idx="3056">130645</cx:pt>
          <cx:pt idx="3057">130805</cx:pt>
          <cx:pt idx="3058">130857</cx:pt>
          <cx:pt idx="3059">130873</cx:pt>
          <cx:pt idx="3060">131000</cx:pt>
          <cx:pt idx="3061">131154</cx:pt>
          <cx:pt idx="3062">131166</cx:pt>
          <cx:pt idx="3063">131201</cx:pt>
          <cx:pt idx="3064">131340</cx:pt>
          <cx:pt idx="3065">131384</cx:pt>
          <cx:pt idx="3066">131555</cx:pt>
          <cx:pt idx="3067">131595</cx:pt>
          <cx:pt idx="3068">131625</cx:pt>
          <cx:pt idx="3069">131661</cx:pt>
          <cx:pt idx="3070">131661</cx:pt>
          <cx:pt idx="3071">131663</cx:pt>
          <cx:pt idx="3072">131803</cx:pt>
          <cx:pt idx="3073">131929</cx:pt>
          <cx:pt idx="3074">132000</cx:pt>
          <cx:pt idx="3075">132067</cx:pt>
          <cx:pt idx="3076">132072</cx:pt>
          <cx:pt idx="3077">132150</cx:pt>
          <cx:pt idx="3078">132207</cx:pt>
          <cx:pt idx="3079">132262</cx:pt>
          <cx:pt idx="3080">132305</cx:pt>
          <cx:pt idx="3081">132333</cx:pt>
          <cx:pt idx="3082">132336</cx:pt>
          <cx:pt idx="3083">132377</cx:pt>
          <cx:pt idx="3084">132377</cx:pt>
          <cx:pt idx="3085">132377</cx:pt>
          <cx:pt idx="3086">132377</cx:pt>
          <cx:pt idx="3087">132450</cx:pt>
          <cx:pt idx="3088">132450</cx:pt>
          <cx:pt idx="3089">132482</cx:pt>
          <cx:pt idx="3090">132500</cx:pt>
          <cx:pt idx="3091">132552</cx:pt>
          <cx:pt idx="3092">132579</cx:pt>
          <cx:pt idx="3093">132580</cx:pt>
          <cx:pt idx="3094">132588</cx:pt>
          <cx:pt idx="3095">132639</cx:pt>
          <cx:pt idx="3096">132663</cx:pt>
          <cx:pt idx="3097">132747</cx:pt>
          <cx:pt idx="3098">132791</cx:pt>
          <cx:pt idx="3099">132808</cx:pt>
          <cx:pt idx="3100">132818</cx:pt>
          <cx:pt idx="3101">132825</cx:pt>
          <cx:pt idx="3102">132840</cx:pt>
          <cx:pt idx="3103">132860</cx:pt>
          <cx:pt idx="3104">132873</cx:pt>
          <cx:pt idx="3105">132920</cx:pt>
          <cx:pt idx="3106">132923</cx:pt>
          <cx:pt idx="3107">132950</cx:pt>
          <cx:pt idx="3108">132966</cx:pt>
          <cx:pt idx="3109">132968</cx:pt>
          <cx:pt idx="3110">132997</cx:pt>
          <cx:pt idx="3111">133028</cx:pt>
          <cx:pt idx="3112">133057</cx:pt>
          <cx:pt idx="3113">133063</cx:pt>
          <cx:pt idx="3114">133121</cx:pt>
          <cx:pt idx="3115">133143</cx:pt>
          <cx:pt idx="3116">133156</cx:pt>
          <cx:pt idx="3117">133224</cx:pt>
          <cx:pt idx="3118">133224</cx:pt>
          <cx:pt idx="3119">133247</cx:pt>
          <cx:pt idx="3120">133292</cx:pt>
          <cx:pt idx="3121">133300</cx:pt>
          <cx:pt idx="3122">133303</cx:pt>
          <cx:pt idx="3123">133305</cx:pt>
          <cx:pt idx="3124">133316</cx:pt>
          <cx:pt idx="3125">133316</cx:pt>
          <cx:pt idx="3126">133325</cx:pt>
          <cx:pt idx="3127">133325</cx:pt>
          <cx:pt idx="3128">133325</cx:pt>
          <cx:pt idx="3129">133325</cx:pt>
          <cx:pt idx="3130">133325</cx:pt>
          <cx:pt idx="3131">133325</cx:pt>
          <cx:pt idx="3132">133333</cx:pt>
          <cx:pt idx="3133">133333</cx:pt>
          <cx:pt idx="3134">133333</cx:pt>
          <cx:pt idx="3135">133333</cx:pt>
          <cx:pt idx="3136">133340</cx:pt>
          <cx:pt idx="3137">133414</cx:pt>
          <cx:pt idx="3138">133450</cx:pt>
          <cx:pt idx="3139">133471</cx:pt>
          <cx:pt idx="3140">133503</cx:pt>
          <cx:pt idx="3141">133503</cx:pt>
          <cx:pt idx="3142">133533</cx:pt>
          <cx:pt idx="3143">133552</cx:pt>
          <cx:pt idx="3144">133570</cx:pt>
          <cx:pt idx="3145">133590</cx:pt>
          <cx:pt idx="3146">133637</cx:pt>
          <cx:pt idx="3147">133651</cx:pt>
          <cx:pt idx="3148">133654</cx:pt>
          <cx:pt idx="3149">133655</cx:pt>
          <cx:pt idx="3150">133669</cx:pt>
          <cx:pt idx="3151">133783</cx:pt>
          <cx:pt idx="3152">133798</cx:pt>
          <cx:pt idx="3153">133830</cx:pt>
          <cx:pt idx="3154">133987</cx:pt>
          <cx:pt idx="3155">133987</cx:pt>
          <cx:pt idx="3156">133989</cx:pt>
          <cx:pt idx="3157">134006</cx:pt>
          <cx:pt idx="3158">134044</cx:pt>
          <cx:pt idx="3159">134120</cx:pt>
          <cx:pt idx="3160">134136</cx:pt>
          <cx:pt idx="3161">134149</cx:pt>
          <cx:pt idx="3162">134175</cx:pt>
          <cx:pt idx="3163">134175</cx:pt>
          <cx:pt idx="3164">134190</cx:pt>
          <cx:pt idx="3165">134204</cx:pt>
          <cx:pt idx="3166">134230</cx:pt>
          <cx:pt idx="3167">134250</cx:pt>
          <cx:pt idx="3168">134250</cx:pt>
          <cx:pt idx="3169">134262</cx:pt>
          <cx:pt idx="3170">134303</cx:pt>
          <cx:pt idx="3171">134328</cx:pt>
          <cx:pt idx="3172">134379</cx:pt>
          <cx:pt idx="3173">134382</cx:pt>
          <cx:pt idx="3174">134464</cx:pt>
          <cx:pt idx="3175">134511</cx:pt>
          <cx:pt idx="3176">134575</cx:pt>
          <cx:pt idx="3177">134643</cx:pt>
          <cx:pt idx="3178">134675</cx:pt>
          <cx:pt idx="3179">134707</cx:pt>
          <cx:pt idx="3180">134805</cx:pt>
          <cx:pt idx="3181">134879</cx:pt>
          <cx:pt idx="3182">134932</cx:pt>
          <cx:pt idx="3183">134985</cx:pt>
          <cx:pt idx="3184">134994</cx:pt>
          <cx:pt idx="3185">135000</cx:pt>
          <cx:pt idx="3186">135000</cx:pt>
          <cx:pt idx="3187">135000</cx:pt>
          <cx:pt idx="3188">135000</cx:pt>
          <cx:pt idx="3189">135000</cx:pt>
          <cx:pt idx="3190">135000</cx:pt>
          <cx:pt idx="3191">135000</cx:pt>
          <cx:pt idx="3192">135000</cx:pt>
          <cx:pt idx="3193">135000</cx:pt>
          <cx:pt idx="3194">135000</cx:pt>
          <cx:pt idx="3195">135000</cx:pt>
          <cx:pt idx="3196">135000</cx:pt>
          <cx:pt idx="3197">135000</cx:pt>
          <cx:pt idx="3198">135000</cx:pt>
          <cx:pt idx="3199">135000</cx:pt>
          <cx:pt idx="3200">135066</cx:pt>
          <cx:pt idx="3201">135096</cx:pt>
          <cx:pt idx="3202">135116</cx:pt>
          <cx:pt idx="3203">135217</cx:pt>
          <cx:pt idx="3204">135281</cx:pt>
          <cx:pt idx="3205">135333</cx:pt>
          <cx:pt idx="3206">135421</cx:pt>
          <cx:pt idx="3207">135450</cx:pt>
          <cx:pt idx="3208">135452</cx:pt>
          <cx:pt idx="3209">135457</cx:pt>
          <cx:pt idx="3210">135487</cx:pt>
          <cx:pt idx="3211">135499</cx:pt>
          <cx:pt idx="3212">135514</cx:pt>
          <cx:pt idx="3213">135532</cx:pt>
          <cx:pt idx="3214">135598</cx:pt>
          <cx:pt idx="3215">135637</cx:pt>
          <cx:pt idx="3216">135666</cx:pt>
          <cx:pt idx="3217">135666</cx:pt>
          <cx:pt idx="3218">135666</cx:pt>
          <cx:pt idx="3219">135686</cx:pt>
          <cx:pt idx="3220">135721</cx:pt>
          <cx:pt idx="3221">135728</cx:pt>
          <cx:pt idx="3222">135763</cx:pt>
          <cx:pt idx="3223">135861</cx:pt>
          <cx:pt idx="3224">135866</cx:pt>
          <cx:pt idx="3225">135897</cx:pt>
          <cx:pt idx="3226">135930</cx:pt>
          <cx:pt idx="3227">135992</cx:pt>
          <cx:pt idx="3228">135994</cx:pt>
          <cx:pt idx="3229">136007</cx:pt>
          <cx:pt idx="3230">136007</cx:pt>
          <cx:pt idx="3231">136064</cx:pt>
          <cx:pt idx="3232">136066</cx:pt>
          <cx:pt idx="3233">136090</cx:pt>
          <cx:pt idx="3234">136100</cx:pt>
          <cx:pt idx="3235">136115</cx:pt>
          <cx:pt idx="3236">136166</cx:pt>
          <cx:pt idx="3237">136187</cx:pt>
          <cx:pt idx="3238">136203</cx:pt>
          <cx:pt idx="3239">136211</cx:pt>
          <cx:pt idx="3240">136227</cx:pt>
          <cx:pt idx="3241">136266</cx:pt>
          <cx:pt idx="3242">136283</cx:pt>
          <cx:pt idx="3243">136296</cx:pt>
          <cx:pt idx="3244">136323</cx:pt>
          <cx:pt idx="3245">136369</cx:pt>
          <cx:pt idx="3246">136427</cx:pt>
          <cx:pt idx="3247">136443</cx:pt>
          <cx:pt idx="3248">136450</cx:pt>
          <cx:pt idx="3249">136514</cx:pt>
          <cx:pt idx="3250">136514</cx:pt>
          <cx:pt idx="3251">136514</cx:pt>
          <cx:pt idx="3252">136514</cx:pt>
          <cx:pt idx="3253">136514</cx:pt>
          <cx:pt idx="3254">136514</cx:pt>
          <cx:pt idx="3255">136523</cx:pt>
          <cx:pt idx="3256">136537</cx:pt>
          <cx:pt idx="3257">136539</cx:pt>
          <cx:pt idx="3258">136577</cx:pt>
          <cx:pt idx="3259">136598</cx:pt>
          <cx:pt idx="3260">136600</cx:pt>
          <cx:pt idx="3261">136645</cx:pt>
          <cx:pt idx="3262">136658</cx:pt>
          <cx:pt idx="3263">136673</cx:pt>
          <cx:pt idx="3264">136675</cx:pt>
          <cx:pt idx="3265">136783</cx:pt>
          <cx:pt idx="3266">136804</cx:pt>
          <cx:pt idx="3267">136817</cx:pt>
          <cx:pt idx="3268">136903</cx:pt>
          <cx:pt idx="3269">136903</cx:pt>
          <cx:pt idx="3270">136958</cx:pt>
          <cx:pt idx="3271">137018</cx:pt>
          <cx:pt idx="3272">137023</cx:pt>
          <cx:pt idx="3273">137047</cx:pt>
          <cx:pt idx="3274">137077</cx:pt>
          <cx:pt idx="3275">137083</cx:pt>
          <cx:pt idx="3276">137233</cx:pt>
          <cx:pt idx="3277">137274</cx:pt>
          <cx:pt idx="3278">137274</cx:pt>
          <cx:pt idx="3279">137362</cx:pt>
          <cx:pt idx="3280">137379</cx:pt>
          <cx:pt idx="3281">137400</cx:pt>
          <cx:pt idx="3282">137404</cx:pt>
          <cx:pt idx="3283">137456</cx:pt>
          <cx:pt idx="3284">137540</cx:pt>
          <cx:pt idx="3285">137669</cx:pt>
          <cx:pt idx="3286">137739</cx:pt>
          <cx:pt idx="3287">137770</cx:pt>
          <cx:pt idx="3288">137770</cx:pt>
          <cx:pt idx="3289">137793</cx:pt>
          <cx:pt idx="3290">137888</cx:pt>
          <cx:pt idx="3291">137928</cx:pt>
          <cx:pt idx="3292">138016</cx:pt>
          <cx:pt idx="3293">138057</cx:pt>
          <cx:pt idx="3294">138102</cx:pt>
          <cx:pt idx="3295">138108</cx:pt>
          <cx:pt idx="3296">138108</cx:pt>
          <cx:pt idx="3297">138161</cx:pt>
          <cx:pt idx="3298">138225</cx:pt>
          <cx:pt idx="3299">138325</cx:pt>
          <cx:pt idx="3300">138393</cx:pt>
          <cx:pt idx="3301">138400</cx:pt>
          <cx:pt idx="3302">138425</cx:pt>
          <cx:pt idx="3303">138484</cx:pt>
          <cx:pt idx="3304">138523</cx:pt>
          <cx:pt idx="3305">138545</cx:pt>
          <cx:pt idx="3306">138583</cx:pt>
          <cx:pt idx="3307">138839</cx:pt>
          <cx:pt idx="3308">138883</cx:pt>
          <cx:pt idx="3309">138925</cx:pt>
          <cx:pt idx="3310">138949</cx:pt>
          <cx:pt idx="3311">138967</cx:pt>
          <cx:pt idx="3312">138971</cx:pt>
          <cx:pt idx="3313">139017</cx:pt>
          <cx:pt idx="3314">139021</cx:pt>
          <cx:pt idx="3315">139072</cx:pt>
          <cx:pt idx="3316">139113</cx:pt>
          <cx:pt idx="3317">139170</cx:pt>
          <cx:pt idx="3318">139224</cx:pt>
          <cx:pt idx="3319">139321</cx:pt>
          <cx:pt idx="3320">139329</cx:pt>
          <cx:pt idx="3321">139382</cx:pt>
          <cx:pt idx="3322">139392</cx:pt>
          <cx:pt idx="3323">139392</cx:pt>
          <cx:pt idx="3324">139423</cx:pt>
          <cx:pt idx="3325">139491</cx:pt>
          <cx:pt idx="3326">139536</cx:pt>
          <cx:pt idx="3327">139650</cx:pt>
          <cx:pt idx="3328">139663</cx:pt>
          <cx:pt idx="3329">139701</cx:pt>
          <cx:pt idx="3330">139859</cx:pt>
          <cx:pt idx="3331">139884</cx:pt>
          <cx:pt idx="3332">139910</cx:pt>
          <cx:pt idx="3333">139926</cx:pt>
          <cx:pt idx="3334">139927</cx:pt>
          <cx:pt idx="3335">139961</cx:pt>
          <cx:pt idx="3336">139996</cx:pt>
          <cx:pt idx="3337">139999</cx:pt>
          <cx:pt idx="3338">139999</cx:pt>
          <cx:pt idx="3339">140000</cx:pt>
          <cx:pt idx="3340">140000</cx:pt>
          <cx:pt idx="3341">140000</cx:pt>
          <cx:pt idx="3342">140003</cx:pt>
          <cx:pt idx="3343">140075</cx:pt>
          <cx:pt idx="3344">140100</cx:pt>
          <cx:pt idx="3345">140134</cx:pt>
          <cx:pt idx="3346">140176</cx:pt>
          <cx:pt idx="3347">140184</cx:pt>
          <cx:pt idx="3348">140211</cx:pt>
          <cx:pt idx="3349">140211</cx:pt>
          <cx:pt idx="3350">140223</cx:pt>
          <cx:pt idx="3351">140271</cx:pt>
          <cx:pt idx="3352">140320</cx:pt>
          <cx:pt idx="3353">140343</cx:pt>
          <cx:pt idx="3354">140358</cx:pt>
          <cx:pt idx="3355">140395</cx:pt>
          <cx:pt idx="3356">140443</cx:pt>
          <cx:pt idx="3357">140454</cx:pt>
          <cx:pt idx="3358">140569</cx:pt>
          <cx:pt idx="3359">140573</cx:pt>
          <cx:pt idx="3360">140602</cx:pt>
          <cx:pt idx="3361">140610</cx:pt>
          <cx:pt idx="3362">140625</cx:pt>
          <cx:pt idx="3363">140639</cx:pt>
          <cx:pt idx="3364">140645</cx:pt>
          <cx:pt idx="3365">140655</cx:pt>
          <cx:pt idx="3366">140677</cx:pt>
          <cx:pt idx="3367">140793</cx:pt>
          <cx:pt idx="3368">141017</cx:pt>
          <cx:pt idx="3369">141023</cx:pt>
          <cx:pt idx="3370">141025</cx:pt>
          <cx:pt idx="3371">141050</cx:pt>
          <cx:pt idx="3372">141050</cx:pt>
          <cx:pt idx="3373">141069</cx:pt>
          <cx:pt idx="3374">141074</cx:pt>
          <cx:pt idx="3375">141124</cx:pt>
          <cx:pt idx="3376">141184</cx:pt>
          <cx:pt idx="3377">141216</cx:pt>
          <cx:pt idx="3378">141314</cx:pt>
          <cx:pt idx="3379">141332</cx:pt>
          <cx:pt idx="3380">141333</cx:pt>
          <cx:pt idx="3381">141341</cx:pt>
          <cx:pt idx="3382">141424</cx:pt>
          <cx:pt idx="3383">141424</cx:pt>
          <cx:pt idx="3384">141432</cx:pt>
          <cx:pt idx="3385">141453</cx:pt>
          <cx:pt idx="3386">141472</cx:pt>
          <cx:pt idx="3387">141510</cx:pt>
          <cx:pt idx="3388">141556</cx:pt>
          <cx:pt idx="3389">141583</cx:pt>
          <cx:pt idx="3390">141666</cx:pt>
          <cx:pt idx="3391">141668</cx:pt>
          <cx:pt idx="3392">141669</cx:pt>
          <cx:pt idx="3393">141701</cx:pt>
          <cx:pt idx="3394">141701</cx:pt>
          <cx:pt idx="3395">141701</cx:pt>
          <cx:pt idx="3396">141708</cx:pt>
          <cx:pt idx="3397">141708</cx:pt>
          <cx:pt idx="3398">141708</cx:pt>
          <cx:pt idx="3399">141708</cx:pt>
          <cx:pt idx="3400">141708</cx:pt>
          <cx:pt idx="3401">141708</cx:pt>
          <cx:pt idx="3402">141724</cx:pt>
          <cx:pt idx="3403">141725</cx:pt>
          <cx:pt idx="3404">141737</cx:pt>
          <cx:pt idx="3405">141738</cx:pt>
          <cx:pt idx="3406">141761</cx:pt>
          <cx:pt idx="3407">141800</cx:pt>
          <cx:pt idx="3408">141807</cx:pt>
          <cx:pt idx="3409">141807</cx:pt>
          <cx:pt idx="3410">141882</cx:pt>
          <cx:pt idx="3411">141915</cx:pt>
          <cx:pt idx="3412">141941</cx:pt>
          <cx:pt idx="3413">141956</cx:pt>
          <cx:pt idx="3414">141979</cx:pt>
          <cx:pt idx="3415">141980</cx:pt>
          <cx:pt idx="3416">142000</cx:pt>
          <cx:pt idx="3417">142000</cx:pt>
          <cx:pt idx="3418">142019</cx:pt>
          <cx:pt idx="3419">142037</cx:pt>
          <cx:pt idx="3420">142091</cx:pt>
          <cx:pt idx="3421">142097</cx:pt>
          <cx:pt idx="3422">142141</cx:pt>
          <cx:pt idx="3423">142141</cx:pt>
          <cx:pt idx="3424">142200</cx:pt>
          <cx:pt idx="3425">142208</cx:pt>
          <cx:pt idx="3426">142219</cx:pt>
          <cx:pt idx="3427">142307</cx:pt>
          <cx:pt idx="3428">142349</cx:pt>
          <cx:pt idx="3429">142435</cx:pt>
          <cx:pt idx="3430">142444</cx:pt>
          <cx:pt idx="3431">142526</cx:pt>
          <cx:pt idx="3432">142609</cx:pt>
          <cx:pt idx="3433">142616</cx:pt>
          <cx:pt idx="3434">142634</cx:pt>
          <cx:pt idx="3435">142650</cx:pt>
          <cx:pt idx="3436">142675</cx:pt>
          <cx:pt idx="3437">142842</cx:pt>
          <cx:pt idx="3438">142846</cx:pt>
          <cx:pt idx="3439">142846</cx:pt>
          <cx:pt idx="3440">142858</cx:pt>
          <cx:pt idx="3441">142893</cx:pt>
          <cx:pt idx="3442">142896</cx:pt>
          <cx:pt idx="3443">142954</cx:pt>
          <cx:pt idx="3444">142979</cx:pt>
          <cx:pt idx="3445">143093</cx:pt>
          <cx:pt idx="3446">143093</cx:pt>
          <cx:pt idx="3447">143177</cx:pt>
          <cx:pt idx="3448">143179</cx:pt>
          <cx:pt idx="3449">143294</cx:pt>
          <cx:pt idx="3450">143294</cx:pt>
          <cx:pt idx="3451">143311</cx:pt>
          <cx:pt idx="3452">143311</cx:pt>
          <cx:pt idx="3453">143329</cx:pt>
          <cx:pt idx="3454">143352</cx:pt>
          <cx:pt idx="3455">143452</cx:pt>
          <cx:pt idx="3456">143454</cx:pt>
          <cx:pt idx="3457">143587</cx:pt>
          <cx:pt idx="3458">143603</cx:pt>
          <cx:pt idx="3459">143612</cx:pt>
          <cx:pt idx="3460">143745</cx:pt>
          <cx:pt idx="3461">143775</cx:pt>
          <cx:pt idx="3462">143808</cx:pt>
          <cx:pt idx="3463">143856</cx:pt>
          <cx:pt idx="3464">143866</cx:pt>
          <cx:pt idx="3465">143882</cx:pt>
          <cx:pt idx="3466">143941</cx:pt>
          <cx:pt idx="3467">143962</cx:pt>
          <cx:pt idx="3468">144013</cx:pt>
          <cx:pt idx="3469">144138</cx:pt>
          <cx:pt idx="3470">144255</cx:pt>
          <cx:pt idx="3471">144285</cx:pt>
          <cx:pt idx="3472">144285</cx:pt>
          <cx:pt idx="3473">144357</cx:pt>
          <cx:pt idx="3474">144436</cx:pt>
          <cx:pt idx="3475">144469</cx:pt>
          <cx:pt idx="3476">144473</cx:pt>
          <cx:pt idx="3477">144541</cx:pt>
          <cx:pt idx="3478">144549</cx:pt>
          <cx:pt idx="3479">144586</cx:pt>
          <cx:pt idx="3480">144709</cx:pt>
          <cx:pt idx="3481">144778</cx:pt>
          <cx:pt idx="3482">144804</cx:pt>
          <cx:pt idx="3483">144930</cx:pt>
          <cx:pt idx="3484">144973</cx:pt>
          <cx:pt idx="3485">144987</cx:pt>
          <cx:pt idx="3486">144998</cx:pt>
          <cx:pt idx="3487">144998</cx:pt>
          <cx:pt idx="3488">145051</cx:pt>
          <cx:pt idx="3489">145093</cx:pt>
          <cx:pt idx="3490">145203</cx:pt>
          <cx:pt idx="3491">145291</cx:pt>
          <cx:pt idx="3492">145319</cx:pt>
          <cx:pt idx="3493">145327</cx:pt>
          <cx:pt idx="3494">145355</cx:pt>
          <cx:pt idx="3495">145368</cx:pt>
          <cx:pt idx="3496">145461</cx:pt>
          <cx:pt idx="3497">145522</cx:pt>
          <cx:pt idx="3498">145686</cx:pt>
          <cx:pt idx="3499">145686</cx:pt>
          <cx:pt idx="3500">145749</cx:pt>
          <cx:pt idx="3501">145752</cx:pt>
          <cx:pt idx="3502">145850</cx:pt>
          <cx:pt idx="3503">145933</cx:pt>
          <cx:pt idx="3504">146000</cx:pt>
          <cx:pt idx="3505">146033</cx:pt>
          <cx:pt idx="3506">146169</cx:pt>
          <cx:pt idx="3507">146216</cx:pt>
          <cx:pt idx="3508">146229</cx:pt>
          <cx:pt idx="3509">146302</cx:pt>
          <cx:pt idx="3510">146400</cx:pt>
          <cx:pt idx="3511">146402</cx:pt>
          <cx:pt idx="3512">146407</cx:pt>
          <cx:pt idx="3513">146458</cx:pt>
          <cx:pt idx="3514">146486</cx:pt>
          <cx:pt idx="3515">146522</cx:pt>
          <cx:pt idx="3516">146536</cx:pt>
          <cx:pt idx="3517">146556</cx:pt>
          <cx:pt idx="3518">146607</cx:pt>
          <cx:pt idx="3519">146666</cx:pt>
          <cx:pt idx="3520">146666</cx:pt>
          <cx:pt idx="3521">146667</cx:pt>
          <cx:pt idx="3522">146678</cx:pt>
          <cx:pt idx="3523">146793</cx:pt>
          <cx:pt idx="3524">146948</cx:pt>
          <cx:pt idx="3525">147050</cx:pt>
          <cx:pt idx="3526">147112</cx:pt>
          <cx:pt idx="3527">147155</cx:pt>
          <cx:pt idx="3528">147155</cx:pt>
          <cx:pt idx="3529">147176</cx:pt>
          <cx:pt idx="3530">147279</cx:pt>
          <cx:pt idx="3531">147291</cx:pt>
          <cx:pt idx="3532">147334</cx:pt>
          <cx:pt idx="3533">147403</cx:pt>
          <cx:pt idx="3534">147403</cx:pt>
          <cx:pt idx="3535">147435</cx:pt>
          <cx:pt idx="3536">147567</cx:pt>
          <cx:pt idx="3537">147696</cx:pt>
          <cx:pt idx="3538">147696</cx:pt>
          <cx:pt idx="3539">147744</cx:pt>
          <cx:pt idx="3540">147769</cx:pt>
          <cx:pt idx="3541">147839</cx:pt>
          <cx:pt idx="3542">147865</cx:pt>
          <cx:pt idx="3543">147957</cx:pt>
          <cx:pt idx="3544">147985</cx:pt>
          <cx:pt idx="3545">147986</cx:pt>
          <cx:pt idx="3546">148033</cx:pt>
          <cx:pt idx="3547">148116</cx:pt>
          <cx:pt idx="3548">148126</cx:pt>
          <cx:pt idx="3549">148220</cx:pt>
          <cx:pt idx="3550">148267</cx:pt>
          <cx:pt idx="3551">148339</cx:pt>
          <cx:pt idx="3552">148357</cx:pt>
          <cx:pt idx="3553">148419</cx:pt>
          <cx:pt idx="3554">148419</cx:pt>
          <cx:pt idx="3555">148438</cx:pt>
          <cx:pt idx="3556">148446</cx:pt>
          <cx:pt idx="3557">148457</cx:pt>
          <cx:pt idx="3558">148499</cx:pt>
          <cx:pt idx="3559">148626</cx:pt>
          <cx:pt idx="3560">148630</cx:pt>
          <cx:pt idx="3561">148644</cx:pt>
          <cx:pt idx="3562">148644</cx:pt>
          <cx:pt idx="3563">148690</cx:pt>
          <cx:pt idx="3564">148776</cx:pt>
          <cx:pt idx="3565">148777</cx:pt>
          <cx:pt idx="3566">148831</cx:pt>
          <cx:pt idx="3567">148897</cx:pt>
          <cx:pt idx="3568">148998</cx:pt>
          <cx:pt idx="3569">149000</cx:pt>
          <cx:pt idx="3570">149000</cx:pt>
          <cx:pt idx="3571">149212</cx:pt>
          <cx:pt idx="3572">149219</cx:pt>
          <cx:pt idx="3573">149287</cx:pt>
          <cx:pt idx="3574">149313</cx:pt>
          <cx:pt idx="3575">149336</cx:pt>
          <cx:pt idx="3576">149350</cx:pt>
          <cx:pt idx="3577">149453</cx:pt>
          <cx:pt idx="3578">149468</cx:pt>
          <cx:pt idx="3579">149484</cx:pt>
          <cx:pt idx="3580">149565</cx:pt>
          <cx:pt idx="3581">149572</cx:pt>
          <cx:pt idx="3582">149664</cx:pt>
          <cx:pt idx="3583">149722</cx:pt>
          <cx:pt idx="3584">149725</cx:pt>
          <cx:pt idx="3585">149784</cx:pt>
          <cx:pt idx="3586">149912</cx:pt>
          <cx:pt idx="3587">149917</cx:pt>
          <cx:pt idx="3588">149935</cx:pt>
          <cx:pt idx="3589">149987</cx:pt>
          <cx:pt idx="3590">149987</cx:pt>
          <cx:pt idx="3591">149992</cx:pt>
          <cx:pt idx="3592">149996</cx:pt>
          <cx:pt idx="3593">149998</cx:pt>
          <cx:pt idx="3594">149999</cx:pt>
          <cx:pt idx="3595">150000</cx:pt>
          <cx:pt idx="3596">150000</cx:pt>
          <cx:pt idx="3597">150000</cx:pt>
          <cx:pt idx="3598">150000</cx:pt>
          <cx:pt idx="3599">150000</cx:pt>
          <cx:pt idx="3600">150000</cx:pt>
          <cx:pt idx="3601">150000</cx:pt>
          <cx:pt idx="3602">150008</cx:pt>
          <cx:pt idx="3603">150046</cx:pt>
          <cx:pt idx="3604">150083</cx:pt>
          <cx:pt idx="3605">150083</cx:pt>
          <cx:pt idx="3606">150097</cx:pt>
          <cx:pt idx="3607">150102</cx:pt>
          <cx:pt idx="3608">150116</cx:pt>
          <cx:pt idx="3609">150151</cx:pt>
          <cx:pt idx="3610">150262</cx:pt>
          <cx:pt idx="3611">150333</cx:pt>
          <cx:pt idx="3612">150354</cx:pt>
          <cx:pt idx="3613">150368</cx:pt>
          <cx:pt idx="3614">150378</cx:pt>
          <cx:pt idx="3615">150430</cx:pt>
          <cx:pt idx="3616">150450</cx:pt>
          <cx:pt idx="3617">150454</cx:pt>
          <cx:pt idx="3618">150636</cx:pt>
          <cx:pt idx="3619">150636</cx:pt>
          <cx:pt idx="3620">150666</cx:pt>
          <cx:pt idx="3621">150760</cx:pt>
          <cx:pt idx="3622">150804</cx:pt>
          <cx:pt idx="3623">150804</cx:pt>
          <cx:pt idx="3624">150806</cx:pt>
          <cx:pt idx="3625">150833</cx:pt>
          <cx:pt idx="3626">150833</cx:pt>
          <cx:pt idx="3627">150833</cx:pt>
          <cx:pt idx="3628">150916</cx:pt>
          <cx:pt idx="3629">150935</cx:pt>
          <cx:pt idx="3630">150954</cx:pt>
          <cx:pt idx="3631">151000</cx:pt>
          <cx:pt idx="3632">151025</cx:pt>
          <cx:pt idx="3633">151025</cx:pt>
          <cx:pt idx="3634">151025</cx:pt>
          <cx:pt idx="3635">151092</cx:pt>
          <cx:pt idx="3636">151309</cx:pt>
          <cx:pt idx="3637">151309</cx:pt>
          <cx:pt idx="3638">151329</cx:pt>
          <cx:pt idx="3639">151341</cx:pt>
          <cx:pt idx="3640">151383</cx:pt>
          <cx:pt idx="3641">151431</cx:pt>
          <cx:pt idx="3642">151444</cx:pt>
          <cx:pt idx="3643">151490</cx:pt>
          <cx:pt idx="3644">151508</cx:pt>
          <cx:pt idx="3645">151542</cx:pt>
          <cx:pt idx="3646">151563</cx:pt>
          <cx:pt idx="3647">151579</cx:pt>
          <cx:pt idx="3648">151603</cx:pt>
          <cx:pt idx="3649">151641</cx:pt>
          <cx:pt idx="3650">151706</cx:pt>
          <cx:pt idx="3651">151727</cx:pt>
          <cx:pt idx="3652">151758</cx:pt>
          <cx:pt idx="3653">151826</cx:pt>
          <cx:pt idx="3654">151826</cx:pt>
          <cx:pt idx="3655">151850</cx:pt>
          <cx:pt idx="3656">151856</cx:pt>
          <cx:pt idx="3657">151865</cx:pt>
          <cx:pt idx="3658">151908</cx:pt>
          <cx:pt idx="3659">151941</cx:pt>
          <cx:pt idx="3660">151961</cx:pt>
          <cx:pt idx="3661">152063</cx:pt>
          <cx:pt idx="3662">152275</cx:pt>
          <cx:pt idx="3663">152341</cx:pt>
          <cx:pt idx="3664">152354</cx:pt>
          <cx:pt idx="3665">152370</cx:pt>
          <cx:pt idx="3666">152454</cx:pt>
          <cx:pt idx="3667">152479</cx:pt>
          <cx:pt idx="3668">152500</cx:pt>
          <cx:pt idx="3669">152534</cx:pt>
          <cx:pt idx="3670">152589</cx:pt>
          <cx:pt idx="3671">152616</cx:pt>
          <cx:pt idx="3672">152649</cx:pt>
          <cx:pt idx="3673">152658</cx:pt>
          <cx:pt idx="3674">152664</cx:pt>
          <cx:pt idx="3675">152740</cx:pt>
          <cx:pt idx="3676">152838</cx:pt>
          <cx:pt idx="3677">152999</cx:pt>
          <cx:pt idx="3678">153023</cx:pt>
          <cx:pt idx="3679">153054</cx:pt>
          <cx:pt idx="3680">153107</cx:pt>
          <cx:pt idx="3681">153120</cx:pt>
          <cx:pt idx="3682">153291</cx:pt>
          <cx:pt idx="3683">153306</cx:pt>
          <cx:pt idx="3684">153319</cx:pt>
          <cx:pt idx="3685">153325</cx:pt>
          <cx:pt idx="3686">153326</cx:pt>
          <cx:pt idx="3687">153326</cx:pt>
          <cx:pt idx="3688">153332</cx:pt>
          <cx:pt idx="3689">153336</cx:pt>
          <cx:pt idx="3690">153349</cx:pt>
          <cx:pt idx="3691">153355</cx:pt>
          <cx:pt idx="3692">153462</cx:pt>
          <cx:pt idx="3693">153475</cx:pt>
          <cx:pt idx="3694">153552</cx:pt>
          <cx:pt idx="3695">153616</cx:pt>
          <cx:pt idx="3696">153672</cx:pt>
          <cx:pt idx="3697">153814</cx:pt>
          <cx:pt idx="3698">153819</cx:pt>
          <cx:pt idx="3699">153846</cx:pt>
          <cx:pt idx="3700">153929</cx:pt>
          <cx:pt idx="3701">153982</cx:pt>
          <cx:pt idx="3702">153982</cx:pt>
          <cx:pt idx="3703">153987</cx:pt>
          <cx:pt idx="3704">154077</cx:pt>
          <cx:pt idx="3705">154101</cx:pt>
          <cx:pt idx="3706">154117</cx:pt>
          <cx:pt idx="3707">154234</cx:pt>
          <cx:pt idx="3708">154340</cx:pt>
          <cx:pt idx="3709">154342</cx:pt>
          <cx:pt idx="3710">154347</cx:pt>
          <cx:pt idx="3711">154435</cx:pt>
          <cx:pt idx="3712">154489</cx:pt>
          <cx:pt idx="3713">154494</cx:pt>
          <cx:pt idx="3714">154494</cx:pt>
          <cx:pt idx="3715">154620</cx:pt>
          <cx:pt idx="3716">154666</cx:pt>
          <cx:pt idx="3717">154695</cx:pt>
          <cx:pt idx="3718">154760</cx:pt>
          <cx:pt idx="3719">154791</cx:pt>
          <cx:pt idx="3720">154793</cx:pt>
          <cx:pt idx="3721">154873</cx:pt>
          <cx:pt idx="3722">154969</cx:pt>
          <cx:pt idx="3723">154984</cx:pt>
          <cx:pt idx="3724">155023</cx:pt>
          <cx:pt idx="3725">155068</cx:pt>
          <cx:pt idx="3726">155073</cx:pt>
          <cx:pt idx="3727">155105</cx:pt>
          <cx:pt idx="3728">155105</cx:pt>
          <cx:pt idx="3729">155138</cx:pt>
          <cx:pt idx="3730">155175</cx:pt>
          <cx:pt idx="3731">155176</cx:pt>
          <cx:pt idx="3732">155273</cx:pt>
          <cx:pt idx="3733">155304</cx:pt>
          <cx:pt idx="3734">155306</cx:pt>
          <cx:pt idx="3735">155325</cx:pt>
          <cx:pt idx="3736">155329</cx:pt>
          <cx:pt idx="3737">155411</cx:pt>
          <cx:pt idx="3738">155426</cx:pt>
          <cx:pt idx="3739">155428</cx:pt>
          <cx:pt idx="3740">155469</cx:pt>
          <cx:pt idx="3741">155499</cx:pt>
          <cx:pt idx="3742">155545</cx:pt>
          <cx:pt idx="3743">155575</cx:pt>
          <cx:pt idx="3744">155581</cx:pt>
          <cx:pt idx="3745">155600</cx:pt>
          <cx:pt idx="3746">155604</cx:pt>
          <cx:pt idx="3747">155718</cx:pt>
          <cx:pt idx="3748">155743</cx:pt>
          <cx:pt idx="3749">155802</cx:pt>
          <cx:pt idx="3750">155835</cx:pt>
          <cx:pt idx="3751">155850</cx:pt>
          <cx:pt idx="3752">156016</cx:pt>
          <cx:pt idx="3753">156075</cx:pt>
          <cx:pt idx="3754">156085</cx:pt>
          <cx:pt idx="3755">156112</cx:pt>
          <cx:pt idx="3756">156129</cx:pt>
          <cx:pt idx="3757">156291</cx:pt>
          <cx:pt idx="3758">156319</cx:pt>
          <cx:pt idx="3759">156340</cx:pt>
          <cx:pt idx="3760">156583</cx:pt>
          <cx:pt idx="3761">156647</cx:pt>
          <cx:pt idx="3762">156659</cx:pt>
          <cx:pt idx="3763">156670</cx:pt>
          <cx:pt idx="3764">156683</cx:pt>
          <cx:pt idx="3765">156688</cx:pt>
          <cx:pt idx="3766">156714</cx:pt>
          <cx:pt idx="3767">156714</cx:pt>
          <cx:pt idx="3768">156812</cx:pt>
          <cx:pt idx="3769">156982</cx:pt>
          <cx:pt idx="3770">157043</cx:pt>
          <cx:pt idx="3771">157073</cx:pt>
          <cx:pt idx="3772">157141</cx:pt>
          <cx:pt idx="3773">157199</cx:pt>
          <cx:pt idx="3774">157234</cx:pt>
          <cx:pt idx="3775">157251</cx:pt>
          <cx:pt idx="3776">157364</cx:pt>
          <cx:pt idx="3777">157420</cx:pt>
          <cx:pt idx="3778">157420</cx:pt>
          <cx:pt idx="3779">157420</cx:pt>
          <cx:pt idx="3780">157420</cx:pt>
          <cx:pt idx="3781">157420</cx:pt>
          <cx:pt idx="3782">157420</cx:pt>
          <cx:pt idx="3783">157420</cx:pt>
          <cx:pt idx="3784">157420</cx:pt>
          <cx:pt idx="3785">157420</cx:pt>
          <cx:pt idx="3786">157523</cx:pt>
          <cx:pt idx="3787">157530</cx:pt>
          <cx:pt idx="3788">157540</cx:pt>
          <cx:pt idx="3789">157574</cx:pt>
          <cx:pt idx="3790">157600</cx:pt>
          <cx:pt idx="3791">157616</cx:pt>
          <cx:pt idx="3792">157701</cx:pt>
          <cx:pt idx="3793">157705</cx:pt>
          <cx:pt idx="3794">157750</cx:pt>
          <cx:pt idx="3795">157923</cx:pt>
          <cx:pt idx="3796">157999</cx:pt>
          <cx:pt idx="3797">158000</cx:pt>
          <cx:pt idx="3798">158000</cx:pt>
          <cx:pt idx="3799">158003</cx:pt>
          <cx:pt idx="3800">158044</cx:pt>
          <cx:pt idx="3801">158281</cx:pt>
          <cx:pt idx="3802">158333</cx:pt>
          <cx:pt idx="3803">158350</cx:pt>
          <cx:pt idx="3804">158379</cx:pt>
          <cx:pt idx="3805">158441</cx:pt>
          <cx:pt idx="3806">158500</cx:pt>
          <cx:pt idx="3807">158610</cx:pt>
          <cx:pt idx="3808">158723</cx:pt>
          <cx:pt idx="3809">158957</cx:pt>
          <cx:pt idx="3810">158966</cx:pt>
          <cx:pt idx="3811">159000</cx:pt>
          <cx:pt idx="3812">159000</cx:pt>
          <cx:pt idx="3813">159000</cx:pt>
          <cx:pt idx="3814">159000</cx:pt>
          <cx:pt idx="3815">159000</cx:pt>
          <cx:pt idx="3816">159000</cx:pt>
          <cx:pt idx="3817">159000</cx:pt>
          <cx:pt idx="3818">159000</cx:pt>
          <cx:pt idx="3819">159000</cx:pt>
          <cx:pt idx="3820">159000</cx:pt>
          <cx:pt idx="3821">159000</cx:pt>
          <cx:pt idx="3822">159000</cx:pt>
          <cx:pt idx="3823">159000</cx:pt>
          <cx:pt idx="3824">159000</cx:pt>
          <cx:pt idx="3825">159000</cx:pt>
          <cx:pt idx="3826">159000</cx:pt>
          <cx:pt idx="3827">159000</cx:pt>
          <cx:pt idx="3828">159043</cx:pt>
          <cx:pt idx="3829">159066</cx:pt>
          <cx:pt idx="3830">159066</cx:pt>
          <cx:pt idx="3831">159066</cx:pt>
          <cx:pt idx="3832">159083</cx:pt>
          <cx:pt idx="3833">159083</cx:pt>
          <cx:pt idx="3834">159125</cx:pt>
          <cx:pt idx="3835">159200</cx:pt>
          <cx:pt idx="3836">159210</cx:pt>
          <cx:pt idx="3837">159210</cx:pt>
          <cx:pt idx="3838">159210</cx:pt>
          <cx:pt idx="3839">159250</cx:pt>
          <cx:pt idx="3840">159250</cx:pt>
          <cx:pt idx="3841">159250</cx:pt>
          <cx:pt idx="3842">159262</cx:pt>
          <cx:pt idx="3843">159273</cx:pt>
          <cx:pt idx="3844">159300</cx:pt>
          <cx:pt idx="3845">159306</cx:pt>
          <cx:pt idx="3846">159306</cx:pt>
          <cx:pt idx="3847">159333</cx:pt>
          <cx:pt idx="3848">159353</cx:pt>
          <cx:pt idx="3849">159411</cx:pt>
          <cx:pt idx="3850">159433</cx:pt>
          <cx:pt idx="3851">159448</cx:pt>
          <cx:pt idx="3852">159456</cx:pt>
          <cx:pt idx="3853">159472</cx:pt>
          <cx:pt idx="3854">159500</cx:pt>
          <cx:pt idx="3855">159554</cx:pt>
          <cx:pt idx="3856">159583</cx:pt>
          <cx:pt idx="3857">159583</cx:pt>
          <cx:pt idx="3858">159588</cx:pt>
          <cx:pt idx="3859">159616</cx:pt>
          <cx:pt idx="3860">159623</cx:pt>
          <cx:pt idx="3861">159625</cx:pt>
          <cx:pt idx="3862">159637</cx:pt>
          <cx:pt idx="3863">159695</cx:pt>
          <cx:pt idx="3864">159742</cx:pt>
          <cx:pt idx="3865">159756</cx:pt>
          <cx:pt idx="3866">159783</cx:pt>
          <cx:pt idx="3867">159800</cx:pt>
          <cx:pt idx="3868">159833</cx:pt>
          <cx:pt idx="3869">159833</cx:pt>
          <cx:pt idx="3870">159837</cx:pt>
          <cx:pt idx="3871">159939</cx:pt>
          <cx:pt idx="3872">159950</cx:pt>
          <cx:pt idx="3873">159960</cx:pt>
          <cx:pt idx="3874">159976</cx:pt>
          <cx:pt idx="3875">159991</cx:pt>
          <cx:pt idx="3876">159991</cx:pt>
          <cx:pt idx="3877">159991</cx:pt>
          <cx:pt idx="3878">160000</cx:pt>
          <cx:pt idx="3879">160000</cx:pt>
          <cx:pt idx="3880">160000</cx:pt>
          <cx:pt idx="3881">160000</cx:pt>
          <cx:pt idx="3882">160005</cx:pt>
          <cx:pt idx="3883">160075</cx:pt>
          <cx:pt idx="3884">160083</cx:pt>
          <cx:pt idx="3885">160105</cx:pt>
          <cx:pt idx="3886">160140</cx:pt>
          <cx:pt idx="3887">160212</cx:pt>
          <cx:pt idx="3888">160301</cx:pt>
          <cx:pt idx="3889">160309</cx:pt>
          <cx:pt idx="3890">160333</cx:pt>
          <cx:pt idx="3891">160345</cx:pt>
          <cx:pt idx="3892">160416</cx:pt>
          <cx:pt idx="3893">160433</cx:pt>
          <cx:pt idx="3894">160484</cx:pt>
          <cx:pt idx="3895">160498</cx:pt>
          <cx:pt idx="3896">160514</cx:pt>
          <cx:pt idx="3897">160588</cx:pt>
          <cx:pt idx="3898">160650</cx:pt>
          <cx:pt idx="3899">160666</cx:pt>
          <cx:pt idx="3900">160716</cx:pt>
          <cx:pt idx="3901">160748</cx:pt>
          <cx:pt idx="3902">160750</cx:pt>
          <cx:pt idx="3903">160771</cx:pt>
          <cx:pt idx="3904">160825</cx:pt>
          <cx:pt idx="3905">160856</cx:pt>
          <cx:pt idx="3906">160856</cx:pt>
          <cx:pt idx="3907">160889</cx:pt>
          <cx:pt idx="3908">160942</cx:pt>
          <cx:pt idx="3909">160970</cx:pt>
          <cx:pt idx="3910">160983</cx:pt>
          <cx:pt idx="3911">161036</cx:pt>
          <cx:pt idx="3912">161110</cx:pt>
          <cx:pt idx="3913">161133</cx:pt>
          <cx:pt idx="3914">161133</cx:pt>
          <cx:pt idx="3915">161146</cx:pt>
          <cx:pt idx="3916">161146</cx:pt>
          <cx:pt idx="3917">161149</cx:pt>
          <cx:pt idx="3918">161181</cx:pt>
          <cx:pt idx="3919">161223</cx:pt>
          <cx:pt idx="3920">161261</cx:pt>
          <cx:pt idx="3921">161266</cx:pt>
          <cx:pt idx="3922">161267</cx:pt>
          <cx:pt idx="3923">161292</cx:pt>
          <cx:pt idx="3924">161309</cx:pt>
          <cx:pt idx="3925">161383</cx:pt>
          <cx:pt idx="3926">161416</cx:pt>
          <cx:pt idx="3927">161491</cx:pt>
          <cx:pt idx="3928">161505</cx:pt>
          <cx:pt idx="3929">161548</cx:pt>
          <cx:pt idx="3930">161583</cx:pt>
          <cx:pt idx="3931">161583</cx:pt>
          <cx:pt idx="3932">161622</cx:pt>
          <cx:pt idx="3933">161641</cx:pt>
          <cx:pt idx="3934">161654</cx:pt>
          <cx:pt idx="3935">161657</cx:pt>
          <cx:pt idx="3936">161675</cx:pt>
          <cx:pt idx="3937">161675</cx:pt>
          <cx:pt idx="3938">161689</cx:pt>
          <cx:pt idx="3939">161752</cx:pt>
          <cx:pt idx="3940">161753</cx:pt>
          <cx:pt idx="3941">161759</cx:pt>
          <cx:pt idx="3942">161793</cx:pt>
          <cx:pt idx="3943">161807</cx:pt>
          <cx:pt idx="3944">161815</cx:pt>
          <cx:pt idx="3945">161833</cx:pt>
          <cx:pt idx="3946">161851</cx:pt>
          <cx:pt idx="3947">161889</cx:pt>
          <cx:pt idx="3948">161912</cx:pt>
          <cx:pt idx="3949">161916</cx:pt>
          <cx:pt idx="3950">161978</cx:pt>
          <cx:pt idx="3951">162012</cx:pt>
          <cx:pt idx="3952">162225</cx:pt>
          <cx:pt idx="3953">162225</cx:pt>
          <cx:pt idx="3954">162290</cx:pt>
          <cx:pt idx="3955">162333</cx:pt>
          <cx:pt idx="3956">162333</cx:pt>
          <cx:pt idx="3957">162387</cx:pt>
          <cx:pt idx="3958">162393</cx:pt>
          <cx:pt idx="3959">162450</cx:pt>
          <cx:pt idx="3960">162466</cx:pt>
          <cx:pt idx="3961">162498</cx:pt>
          <cx:pt idx="3962">162499</cx:pt>
          <cx:pt idx="3963">162500</cx:pt>
          <cx:pt idx="3964">162592</cx:pt>
          <cx:pt idx="3965">162662</cx:pt>
          <cx:pt idx="3966">162716</cx:pt>
          <cx:pt idx="3967">162757</cx:pt>
          <cx:pt idx="3968">162780</cx:pt>
          <cx:pt idx="3969">162806</cx:pt>
          <cx:pt idx="3970">162853</cx:pt>
          <cx:pt idx="3971">162920</cx:pt>
          <cx:pt idx="3972">162933</cx:pt>
          <cx:pt idx="3973">162945</cx:pt>
          <cx:pt idx="3974">162991</cx:pt>
          <cx:pt idx="3975">163013</cx:pt>
          <cx:pt idx="3976">163031</cx:pt>
          <cx:pt idx="3977">163036</cx:pt>
          <cx:pt idx="3978">163044</cx:pt>
          <cx:pt idx="3979">163050</cx:pt>
          <cx:pt idx="3980">163050</cx:pt>
          <cx:pt idx="3981">163050</cx:pt>
          <cx:pt idx="3982">163050</cx:pt>
          <cx:pt idx="3983">163050</cx:pt>
          <cx:pt idx="3984">163055</cx:pt>
          <cx:pt idx="3985">163212</cx:pt>
          <cx:pt idx="3986">163217</cx:pt>
          <cx:pt idx="3987">163322</cx:pt>
          <cx:pt idx="3988">163332</cx:pt>
          <cx:pt idx="3989">163332</cx:pt>
          <cx:pt idx="3990">163332</cx:pt>
          <cx:pt idx="3991">163333</cx:pt>
          <cx:pt idx="3992">163333</cx:pt>
          <cx:pt idx="3993">163391</cx:pt>
          <cx:pt idx="3994">163408</cx:pt>
          <cx:pt idx="3995">163435</cx:pt>
          <cx:pt idx="3996">163436</cx:pt>
          <cx:pt idx="3997">163466</cx:pt>
          <cx:pt idx="3998">163538</cx:pt>
          <cx:pt idx="3999">163577</cx:pt>
          <cx:pt idx="4000">163588</cx:pt>
          <cx:pt idx="4001">163625</cx:pt>
          <cx:pt idx="4002">163643</cx:pt>
          <cx:pt idx="4003">163673</cx:pt>
          <cx:pt idx="4004">163733</cx:pt>
          <cx:pt idx="4005">163746</cx:pt>
          <cx:pt idx="4006">163750</cx:pt>
          <cx:pt idx="4007">163770</cx:pt>
          <cx:pt idx="4008">163773</cx:pt>
          <cx:pt idx="4009">163795</cx:pt>
          <cx:pt idx="4010">163806</cx:pt>
          <cx:pt idx="4011">163839</cx:pt>
          <cx:pt idx="4012">163847</cx:pt>
          <cx:pt idx="4013">163949</cx:pt>
          <cx:pt idx="4014">164001</cx:pt>
          <cx:pt idx="4015">164049</cx:pt>
          <cx:pt idx="4016">164075</cx:pt>
          <cx:pt idx="4017">164176</cx:pt>
          <cx:pt idx="4018">164229</cx:pt>
          <cx:pt idx="4019">164258</cx:pt>
          <cx:pt idx="4020">164360</cx:pt>
          <cx:pt idx="4021">164395</cx:pt>
          <cx:pt idx="4022">164402</cx:pt>
          <cx:pt idx="4023">164405</cx:pt>
          <cx:pt idx="4024">164424</cx:pt>
          <cx:pt idx="4025">164428</cx:pt>
          <cx:pt idx="4026">164464</cx:pt>
          <cx:pt idx="4027">164476</cx:pt>
          <cx:pt idx="4028">164521</cx:pt>
          <cx:pt idx="4029">164606</cx:pt>
          <cx:pt idx="4030">164616</cx:pt>
          <cx:pt idx="4031">164618</cx:pt>
          <cx:pt idx="4032">164623</cx:pt>
          <cx:pt idx="4033">164666</cx:pt>
          <cx:pt idx="4034">164677</cx:pt>
          <cx:pt idx="4035">164709</cx:pt>
          <cx:pt idx="4036">164781</cx:pt>
          <cx:pt idx="4037">164883</cx:pt>
          <cx:pt idx="4038">164899</cx:pt>
          <cx:pt idx="4039">164966</cx:pt>
          <cx:pt idx="4040">164995</cx:pt>
          <cx:pt idx="4041">165000</cx:pt>
          <cx:pt idx="4042">165000</cx:pt>
          <cx:pt idx="4043">165000</cx:pt>
          <cx:pt idx="4044">165000</cx:pt>
          <cx:pt idx="4045">165002</cx:pt>
          <cx:pt idx="4046">165052</cx:pt>
          <cx:pt idx="4047">165125</cx:pt>
          <cx:pt idx="4048">165146</cx:pt>
          <cx:pt idx="4049">165233</cx:pt>
          <cx:pt idx="4050">165263</cx:pt>
          <cx:pt idx="4051">165283</cx:pt>
          <cx:pt idx="4052">165309</cx:pt>
          <cx:pt idx="4053">165421</cx:pt>
          <cx:pt idx="4054">165421</cx:pt>
          <cx:pt idx="4055">165537</cx:pt>
          <cx:pt idx="4056">165603</cx:pt>
          <cx:pt idx="4057">165606</cx:pt>
          <cx:pt idx="4058">165659</cx:pt>
          <cx:pt idx="4059">165694</cx:pt>
          <cx:pt idx="4060">165705</cx:pt>
          <cx:pt idx="4061">165751</cx:pt>
          <cx:pt idx="4062">165798</cx:pt>
          <cx:pt idx="4063">165833</cx:pt>
          <cx:pt idx="4064">165855</cx:pt>
          <cx:pt idx="4065">165888</cx:pt>
          <cx:pt idx="4066">165907</cx:pt>
          <cx:pt idx="4067">165916</cx:pt>
          <cx:pt idx="4068">165934</cx:pt>
          <cx:pt idx="4069">165981</cx:pt>
          <cx:pt idx="4070">165999</cx:pt>
          <cx:pt idx="4071">166018</cx:pt>
          <cx:pt idx="4072">166025</cx:pt>
          <cx:pt idx="4073">166026</cx:pt>
          <cx:pt idx="4074">166043</cx:pt>
          <cx:pt idx="4075">166164</cx:pt>
          <cx:pt idx="4076">166170</cx:pt>
          <cx:pt idx="4077">166190</cx:pt>
          <cx:pt idx="4078">166234</cx:pt>
          <cx:pt idx="4079">166288</cx:pt>
          <cx:pt idx="4080">166301</cx:pt>
          <cx:pt idx="4081">166314</cx:pt>
          <cx:pt idx="4082">166342</cx:pt>
          <cx:pt idx="4083">166342</cx:pt>
          <cx:pt idx="4084">166475</cx:pt>
          <cx:pt idx="4085">166609</cx:pt>
          <cx:pt idx="4086">166627</cx:pt>
          <cx:pt idx="4087">166647</cx:pt>
          <cx:pt idx="4088">166650</cx:pt>
          <cx:pt idx="4089">166664</cx:pt>
          <cx:pt idx="4090">166666</cx:pt>
          <cx:pt idx="4091">166672</cx:pt>
          <cx:pt idx="4092">166772</cx:pt>
          <cx:pt idx="4093">166777</cx:pt>
          <cx:pt idx="4094">166812</cx:pt>
          <cx:pt idx="4095">166914</cx:pt>
          <cx:pt idx="4096">166914</cx:pt>
          <cx:pt idx="4097">166979</cx:pt>
          <cx:pt idx="4098">167011</cx:pt>
          <cx:pt idx="4099">167022</cx:pt>
          <cx:pt idx="4100">167219</cx:pt>
          <cx:pt idx="4101">167260</cx:pt>
          <cx:pt idx="4102">167278</cx:pt>
          <cx:pt idx="4103">167438</cx:pt>
          <cx:pt idx="4104">167536</cx:pt>
          <cx:pt idx="4105">167557</cx:pt>
          <cx:pt idx="4106">167557</cx:pt>
          <cx:pt idx="4107">167566</cx:pt>
          <cx:pt idx="4108">167607</cx:pt>
          <cx:pt idx="4109">167612</cx:pt>
          <cx:pt idx="4110">167666</cx:pt>
          <cx:pt idx="4111">167666</cx:pt>
          <cx:pt idx="4112">167695</cx:pt>
          <cx:pt idx="4113">167697</cx:pt>
          <cx:pt idx="4114">167750</cx:pt>
          <cx:pt idx="4115">167766</cx:pt>
          <cx:pt idx="4116">167785</cx:pt>
          <cx:pt idx="4117">167822</cx:pt>
          <cx:pt idx="4118">167869</cx:pt>
          <cx:pt idx="4119">167939</cx:pt>
          <cx:pt idx="4120">167977</cx:pt>
          <cx:pt idx="4121">167990</cx:pt>
          <cx:pt idx="4122">167999</cx:pt>
          <cx:pt idx="4123">168104</cx:pt>
          <cx:pt idx="4124">168210</cx:pt>
          <cx:pt idx="4125">168242</cx:pt>
          <cx:pt idx="4126">168263</cx:pt>
          <cx:pt idx="4127">168367</cx:pt>
          <cx:pt idx="4128">168372</cx:pt>
          <cx:pt idx="4129">168412</cx:pt>
          <cx:pt idx="4130">168522</cx:pt>
          <cx:pt idx="4131">168542</cx:pt>
          <cx:pt idx="4132">168584</cx:pt>
          <cx:pt idx="4133">168666</cx:pt>
          <cx:pt idx="4134">168681</cx:pt>
          <cx:pt idx="4135">168759</cx:pt>
          <cx:pt idx="4136">168762</cx:pt>
          <cx:pt idx="4137">168819</cx:pt>
          <cx:pt idx="4138">168845</cx:pt>
          <cx:pt idx="4139">168859</cx:pt>
          <cx:pt idx="4140">168896</cx:pt>
          <cx:pt idx="4141">168913</cx:pt>
          <cx:pt idx="4142">168999</cx:pt>
          <cx:pt idx="4143">169000</cx:pt>
          <cx:pt idx="4144">169038</cx:pt>
          <cx:pt idx="4145">169046</cx:pt>
          <cx:pt idx="4146">169085</cx:pt>
          <cx:pt idx="4147">169096</cx:pt>
          <cx:pt idx="4148">169107</cx:pt>
          <cx:pt idx="4149">169341</cx:pt>
          <cx:pt idx="4150">169349</cx:pt>
          <cx:pt idx="4151">169416</cx:pt>
          <cx:pt idx="4152">169439</cx:pt>
          <cx:pt idx="4153">169442</cx:pt>
          <cx:pt idx="4154">169479</cx:pt>
          <cx:pt idx="4155">169483</cx:pt>
          <cx:pt idx="4156">169497</cx:pt>
          <cx:pt idx="4157">169646</cx:pt>
          <cx:pt idx="4158">169762</cx:pt>
          <cx:pt idx="4159">169900</cx:pt>
          <cx:pt idx="4160">169933</cx:pt>
          <cx:pt idx="4161">169933</cx:pt>
          <cx:pt idx="4162">169933</cx:pt>
          <cx:pt idx="4163">169966</cx:pt>
          <cx:pt idx="4164">169982</cx:pt>
          <cx:pt idx="4165">169999</cx:pt>
          <cx:pt idx="4166">170000</cx:pt>
          <cx:pt idx="4167">170003</cx:pt>
          <cx:pt idx="4168">170033</cx:pt>
          <cx:pt idx="4169">170034</cx:pt>
          <cx:pt idx="4170">170159</cx:pt>
          <cx:pt idx="4171">170302</cx:pt>
          <cx:pt idx="4172">170447</cx:pt>
          <cx:pt idx="4173">170451</cx:pt>
          <cx:pt idx="4174">170494</cx:pt>
          <cx:pt idx="4175">170673</cx:pt>
          <cx:pt idx="4176">170677</cx:pt>
          <cx:pt idx="4177">170810</cx:pt>
          <cx:pt idx="4178">171080</cx:pt>
          <cx:pt idx="4179">171087</cx:pt>
          <cx:pt idx="4180">171112</cx:pt>
          <cx:pt idx="4181">171223</cx:pt>
          <cx:pt idx="4182">171396</cx:pt>
          <cx:pt idx="4183">171424</cx:pt>
          <cx:pt idx="4184">171559</cx:pt>
          <cx:pt idx="4185">171604</cx:pt>
          <cx:pt idx="4186">171628</cx:pt>
          <cx:pt idx="4187">171668</cx:pt>
          <cx:pt idx="4188">171700</cx:pt>
          <cx:pt idx="4189">171711</cx:pt>
          <cx:pt idx="4190">171713</cx:pt>
          <cx:pt idx="4191">171872</cx:pt>
          <cx:pt idx="4192">171958</cx:pt>
          <cx:pt idx="4193">172035</cx:pt>
          <cx:pt idx="4194">172095</cx:pt>
          <cx:pt idx="4195">172101</cx:pt>
          <cx:pt idx="4196">172166</cx:pt>
          <cx:pt idx="4197">172189</cx:pt>
          <cx:pt idx="4198">172289</cx:pt>
          <cx:pt idx="4199">172363</cx:pt>
          <cx:pt idx="4200">172376</cx:pt>
          <cx:pt idx="4201">172401</cx:pt>
          <cx:pt idx="4202">172471</cx:pt>
          <cx:pt idx="4203">172521</cx:pt>
          <cx:pt idx="4204">172593</cx:pt>
          <cx:pt idx="4205">172636</cx:pt>
          <cx:pt idx="4206">172773</cx:pt>
          <cx:pt idx="4207">172800</cx:pt>
          <cx:pt idx="4208">172825</cx:pt>
          <cx:pt idx="4209">172966</cx:pt>
          <cx:pt idx="4210">173014</cx:pt>
          <cx:pt idx="4211">173103</cx:pt>
          <cx:pt idx="4212">173165</cx:pt>
          <cx:pt idx="4213">173189</cx:pt>
          <cx:pt idx="4214">173229</cx:pt>
          <cx:pt idx="4215">173247</cx:pt>
          <cx:pt idx="4216">173333</cx:pt>
          <cx:pt idx="4217">173343</cx:pt>
          <cx:pt idx="4218">173347</cx:pt>
          <cx:pt idx="4219">173348</cx:pt>
          <cx:pt idx="4220">173575</cx:pt>
          <cx:pt idx="4221">173581</cx:pt>
          <cx:pt idx="4222">173630</cx:pt>
          <cx:pt idx="4223">173738</cx:pt>
          <cx:pt idx="4224">173797</cx:pt>
          <cx:pt idx="4225">173799</cx:pt>
          <cx:pt idx="4226">173807</cx:pt>
          <cx:pt idx="4227">173965</cx:pt>
          <cx:pt idx="4228">173991</cx:pt>
          <cx:pt idx="4229">173997</cx:pt>
          <cx:pt idx="4230">174031</cx:pt>
          <cx:pt idx="4231">174067</cx:pt>
          <cx:pt idx="4232">174087</cx:pt>
          <cx:pt idx="4233">174123</cx:pt>
          <cx:pt idx="4234">174133</cx:pt>
          <cx:pt idx="4235">174281</cx:pt>
          <cx:pt idx="4236">174300</cx:pt>
          <cx:pt idx="4237">174326</cx:pt>
          <cx:pt idx="4238">174338</cx:pt>
          <cx:pt idx="4239">174362</cx:pt>
          <cx:pt idx="4240">174484</cx:pt>
          <cx:pt idx="4241">174646</cx:pt>
          <cx:pt idx="4242">174646</cx:pt>
          <cx:pt idx="4243">174794</cx:pt>
          <cx:pt idx="4244">174816</cx:pt>
          <cx:pt idx="4245">174859</cx:pt>
          <cx:pt idx="4246">174893</cx:pt>
          <cx:pt idx="4247">174897</cx:pt>
          <cx:pt idx="4248">174932</cx:pt>
          <cx:pt idx="4249">175000</cx:pt>
          <cx:pt idx="4250">175083</cx:pt>
          <cx:pt idx="4251">175136</cx:pt>
          <cx:pt idx="4252">175166</cx:pt>
          <cx:pt idx="4253">175218</cx:pt>
          <cx:pt idx="4254">175241</cx:pt>
          <cx:pt idx="4255">175255</cx:pt>
          <cx:pt idx="4256">175283</cx:pt>
          <cx:pt idx="4257">175309</cx:pt>
          <cx:pt idx="4258">175346</cx:pt>
          <cx:pt idx="4259">175523</cx:pt>
          <cx:pt idx="4260">175523</cx:pt>
          <cx:pt idx="4261">175523</cx:pt>
          <cx:pt idx="4262">175523</cx:pt>
          <cx:pt idx="4263">175523</cx:pt>
          <cx:pt idx="4264">175558</cx:pt>
          <cx:pt idx="4265">175577</cx:pt>
          <cx:pt idx="4266">175620</cx:pt>
          <cx:pt idx="4267">175623</cx:pt>
          <cx:pt idx="4268">175634</cx:pt>
          <cx:pt idx="4269">175679</cx:pt>
          <cx:pt idx="4270">175679</cx:pt>
          <cx:pt idx="4271">175866</cx:pt>
          <cx:pt idx="4272">175867</cx:pt>
          <cx:pt idx="4273">175951</cx:pt>
          <cx:pt idx="4274">175987</cx:pt>
          <cx:pt idx="4275">176046</cx:pt>
          <cx:pt idx="4276">176046</cx:pt>
          <cx:pt idx="4277">176063</cx:pt>
          <cx:pt idx="4278">176317</cx:pt>
          <cx:pt idx="4279">176340</cx:pt>
          <cx:pt idx="4280">176345</cx:pt>
          <cx:pt idx="4281">176351</cx:pt>
          <cx:pt idx="4282">176431</cx:pt>
          <cx:pt idx="4283">176431</cx:pt>
          <cx:pt idx="4284">176483</cx:pt>
          <cx:pt idx="4285">176510</cx:pt>
          <cx:pt idx="4286">176516</cx:pt>
          <cx:pt idx="4287">176530</cx:pt>
          <cx:pt idx="4288">176569</cx:pt>
          <cx:pt idx="4289">176598</cx:pt>
          <cx:pt idx="4290">176598</cx:pt>
          <cx:pt idx="4291">176623</cx:pt>
          <cx:pt idx="4292">176633</cx:pt>
          <cx:pt idx="4293">176647</cx:pt>
          <cx:pt idx="4294">176666</cx:pt>
          <cx:pt idx="4295">176672</cx:pt>
          <cx:pt idx="4296">176729</cx:pt>
          <cx:pt idx="4297">176750</cx:pt>
          <cx:pt idx="4298">176795</cx:pt>
          <cx:pt idx="4299">176835</cx:pt>
          <cx:pt idx="4300">176835</cx:pt>
          <cx:pt idx="4301">176835</cx:pt>
          <cx:pt idx="4302">176951</cx:pt>
          <cx:pt idx="4303">176964</cx:pt>
          <cx:pt idx="4304">176969</cx:pt>
          <cx:pt idx="4305">177125</cx:pt>
          <cx:pt idx="4306">177158</cx:pt>
          <cx:pt idx="4307">177198</cx:pt>
          <cx:pt idx="4308">177198</cx:pt>
          <cx:pt idx="4309">177223</cx:pt>
          <cx:pt idx="4310">177263</cx:pt>
          <cx:pt idx="4311">177333</cx:pt>
          <cx:pt idx="4312">177350</cx:pt>
          <cx:pt idx="4313">177382</cx:pt>
          <cx:pt idx="4314">177570</cx:pt>
          <cx:pt idx="4315">177570</cx:pt>
          <cx:pt idx="4316">177661</cx:pt>
          <cx:pt idx="4317">177909</cx:pt>
          <cx:pt idx="4318">177926</cx:pt>
          <cx:pt idx="4319">177938</cx:pt>
          <cx:pt idx="4320">177964</cx:pt>
          <cx:pt idx="4321">177989</cx:pt>
          <cx:pt idx="4322">177999</cx:pt>
          <cx:pt idx="4323">178058</cx:pt>
          <cx:pt idx="4324">178058</cx:pt>
          <cx:pt idx="4325">178058</cx:pt>
          <cx:pt idx="4326">178058</cx:pt>
          <cx:pt idx="4327">178067</cx:pt>
          <cx:pt idx="4328">178086</cx:pt>
          <cx:pt idx="4329">178143</cx:pt>
          <cx:pt idx="4330">178143</cx:pt>
          <cx:pt idx="4331">178184</cx:pt>
          <cx:pt idx="4332">178212</cx:pt>
          <cx:pt idx="4333">178244</cx:pt>
          <cx:pt idx="4334">178534</cx:pt>
          <cx:pt idx="4335">178538</cx:pt>
          <cx:pt idx="4336">178548</cx:pt>
          <cx:pt idx="4337">178626</cx:pt>
          <cx:pt idx="4338">178683</cx:pt>
          <cx:pt idx="4339">178750</cx:pt>
          <cx:pt idx="4340">178857</cx:pt>
          <cx:pt idx="4341">178972</cx:pt>
          <cx:pt idx="4342">179010</cx:pt>
          <cx:pt idx="4343">179038</cx:pt>
          <cx:pt idx="4344">179254</cx:pt>
          <cx:pt idx="4345">179337</cx:pt>
          <cx:pt idx="4346">179359</cx:pt>
          <cx:pt idx="4347">179456</cx:pt>
          <cx:pt idx="4348">179460</cx:pt>
          <cx:pt idx="4349">179492</cx:pt>
          <cx:pt idx="4350">179501</cx:pt>
          <cx:pt idx="4351">179569</cx:pt>
          <cx:pt idx="4352">179569</cx:pt>
          <cx:pt idx="4353">179665</cx:pt>
          <cx:pt idx="4354">179811</cx:pt>
          <cx:pt idx="4355">179819</cx:pt>
          <cx:pt idx="4356">179864</cx:pt>
          <cx:pt idx="4357">179882</cx:pt>
          <cx:pt idx="4358">179952</cx:pt>
          <cx:pt idx="4359">179983</cx:pt>
          <cx:pt idx="4360">180000</cx:pt>
          <cx:pt idx="4361">180000</cx:pt>
          <cx:pt idx="4362">180024</cx:pt>
          <cx:pt idx="4363">180133</cx:pt>
          <cx:pt idx="4364">180137</cx:pt>
          <cx:pt idx="4365">180200</cx:pt>
          <cx:pt idx="4366">180279</cx:pt>
          <cx:pt idx="4367">180331</cx:pt>
          <cx:pt idx="4368">180332</cx:pt>
          <cx:pt idx="4369">180500</cx:pt>
          <cx:pt idx="4370">180593</cx:pt>
          <cx:pt idx="4371">180683</cx:pt>
          <cx:pt idx="4372">180789</cx:pt>
          <cx:pt idx="4373">180792</cx:pt>
          <cx:pt idx="4374">180866</cx:pt>
          <cx:pt idx="4375">180971</cx:pt>
          <cx:pt idx="4376">181150</cx:pt>
          <cx:pt idx="4377">181186</cx:pt>
          <cx:pt idx="4378">181186</cx:pt>
          <cx:pt idx="4379">181240</cx:pt>
          <cx:pt idx="4380">181240</cx:pt>
          <cx:pt idx="4381">181258</cx:pt>
          <cx:pt idx="4382">181384</cx:pt>
          <cx:pt idx="4383">181397</cx:pt>
          <cx:pt idx="4384">181397</cx:pt>
          <cx:pt idx="4385">181432</cx:pt>
          <cx:pt idx="4386">181484</cx:pt>
          <cx:pt idx="4387">181794</cx:pt>
          <cx:pt idx="4388">181794</cx:pt>
          <cx:pt idx="4389">181800</cx:pt>
          <cx:pt idx="4390">181800</cx:pt>
          <cx:pt idx="4391">181850</cx:pt>
          <cx:pt idx="4392">181905</cx:pt>
          <cx:pt idx="4393">181956</cx:pt>
          <cx:pt idx="4394">181956</cx:pt>
          <cx:pt idx="4395">182157</cx:pt>
          <cx:pt idx="4396">182227</cx:pt>
          <cx:pt idx="4397">182418</cx:pt>
          <cx:pt idx="4398">182461</cx:pt>
          <cx:pt idx="4399">182489</cx:pt>
          <cx:pt idx="4400">182620</cx:pt>
          <cx:pt idx="4401">182639</cx:pt>
          <cx:pt idx="4402">182741</cx:pt>
          <cx:pt idx="4403">182772</cx:pt>
          <cx:pt idx="4404">182798</cx:pt>
          <cx:pt idx="4405">182826</cx:pt>
          <cx:pt idx="4406">182868</cx:pt>
          <cx:pt idx="4407">182875</cx:pt>
          <cx:pt idx="4408">182927</cx:pt>
          <cx:pt idx="4409">183007</cx:pt>
          <cx:pt idx="4410">183055</cx:pt>
          <cx:pt idx="4411">183233</cx:pt>
          <cx:pt idx="4412">183321</cx:pt>
          <cx:pt idx="4413">183323</cx:pt>
          <cx:pt idx="4414">183335</cx:pt>
          <cx:pt idx="4415">183349</cx:pt>
          <cx:pt idx="4416">183358</cx:pt>
          <cx:pt idx="4417">183402</cx:pt>
          <cx:pt idx="4418">183411</cx:pt>
          <cx:pt idx="4419">183539</cx:pt>
          <cx:pt idx="4420">183682</cx:pt>
          <cx:pt idx="4421">183854</cx:pt>
          <cx:pt idx="4422">183870</cx:pt>
          <cx:pt idx="4423">183875</cx:pt>
          <cx:pt idx="4424">184038</cx:pt>
          <cx:pt idx="4425">184051</cx:pt>
          <cx:pt idx="4426">184174</cx:pt>
          <cx:pt idx="4427">184183</cx:pt>
          <cx:pt idx="4428">184203</cx:pt>
          <cx:pt idx="4429">184205</cx:pt>
          <cx:pt idx="4430">184345</cx:pt>
          <cx:pt idx="4431">184413</cx:pt>
          <cx:pt idx="4432">184419</cx:pt>
          <cx:pt idx="4433">184501</cx:pt>
          <cx:pt idx="4434">184594</cx:pt>
          <cx:pt idx="4435">184601</cx:pt>
          <cx:pt idx="4436">184690</cx:pt>
          <cx:pt idx="4437">184866</cx:pt>
          <cx:pt idx="4438">184953</cx:pt>
          <cx:pt idx="4439">184975</cx:pt>
          <cx:pt idx="4440">184990</cx:pt>
          <cx:pt idx="4441">185118</cx:pt>
          <cx:pt idx="4442">185133</cx:pt>
          <cx:pt idx="4443">185265</cx:pt>
          <cx:pt idx="4444">185304</cx:pt>
          <cx:pt idx="4445">185383</cx:pt>
          <cx:pt idx="4446">185547</cx:pt>
          <cx:pt idx="4447">185551</cx:pt>
          <cx:pt idx="4448">185587</cx:pt>
          <cx:pt idx="4449">185608</cx:pt>
          <cx:pt idx="4450">185750</cx:pt>
          <cx:pt idx="4451">185878</cx:pt>
          <cx:pt idx="4452">185898</cx:pt>
          <cx:pt idx="4453">186149</cx:pt>
          <cx:pt idx="4454">186287</cx:pt>
          <cx:pt idx="4455">186365</cx:pt>
          <cx:pt idx="4456">186393</cx:pt>
          <cx:pt idx="4457">186393</cx:pt>
          <cx:pt idx="4458">186422</cx:pt>
          <cx:pt idx="4459">186541</cx:pt>
          <cx:pt idx="4460">186554</cx:pt>
          <cx:pt idx="4461">186669</cx:pt>
          <cx:pt idx="4462">186683</cx:pt>
          <cx:pt idx="4463">186684</cx:pt>
          <cx:pt idx="4464">186749</cx:pt>
          <cx:pt idx="4465">186749</cx:pt>
          <cx:pt idx="4466">186769</cx:pt>
          <cx:pt idx="4467">186822</cx:pt>
          <cx:pt idx="4468">186827</cx:pt>
          <cx:pt idx="4469">186989</cx:pt>
          <cx:pt idx="4470">187005</cx:pt>
          <cx:pt idx="4471">187133</cx:pt>
          <cx:pt idx="4472">187164</cx:pt>
          <cx:pt idx="4473">187173</cx:pt>
          <cx:pt idx="4474">187198</cx:pt>
          <cx:pt idx="4475">187216</cx:pt>
          <cx:pt idx="4476">187224</cx:pt>
          <cx:pt idx="4477">187388</cx:pt>
          <cx:pt idx="4478">187483</cx:pt>
          <cx:pt idx="4479">187524</cx:pt>
          <cx:pt idx="4480">187599</cx:pt>
          <cx:pt idx="4481">187635</cx:pt>
          <cx:pt idx="4482">187722</cx:pt>
          <cx:pt idx="4483">187743</cx:pt>
          <cx:pt idx="4484">187829</cx:pt>
          <cx:pt idx="4485">187895</cx:pt>
          <cx:pt idx="4486">188135</cx:pt>
          <cx:pt idx="4487">188228</cx:pt>
          <cx:pt idx="4488">188330</cx:pt>
          <cx:pt idx="4489">188330</cx:pt>
          <cx:pt idx="4490">188333</cx:pt>
          <cx:pt idx="4491">188333</cx:pt>
          <cx:pt idx="4492">188348</cx:pt>
          <cx:pt idx="4493">188427</cx:pt>
          <cx:pt idx="4494">188446</cx:pt>
          <cx:pt idx="4495">188503</cx:pt>
          <cx:pt idx="4496">188503</cx:pt>
          <cx:pt idx="4497">188649</cx:pt>
          <cx:pt idx="4498">188734</cx:pt>
          <cx:pt idx="4499">188842</cx:pt>
          <cx:pt idx="4500">188845</cx:pt>
          <cx:pt idx="4501">188890</cx:pt>
          <cx:pt idx="4502">188890</cx:pt>
          <cx:pt idx="4503">189112</cx:pt>
          <cx:pt idx="4504">189330</cx:pt>
          <cx:pt idx="4505">189454</cx:pt>
          <cx:pt idx="4506">189454</cx:pt>
          <cx:pt idx="4507">189650</cx:pt>
          <cx:pt idx="4508">189650</cx:pt>
          <cx:pt idx="4509">189832</cx:pt>
          <cx:pt idx="4510">189876</cx:pt>
          <cx:pt idx="4511">189944</cx:pt>
          <cx:pt idx="4512">190003</cx:pt>
          <cx:pt idx="4513">190020</cx:pt>
          <cx:pt idx="4514">190112</cx:pt>
          <cx:pt idx="4515">190374</cx:pt>
          <cx:pt idx="4516">190392</cx:pt>
          <cx:pt idx="4517">190412</cx:pt>
          <cx:pt idx="4518">190443</cx:pt>
          <cx:pt idx="4519">190588</cx:pt>
          <cx:pt idx="4520">190611</cx:pt>
          <cx:pt idx="4521">190883</cx:pt>
          <cx:pt idx="4522">190930</cx:pt>
          <cx:pt idx="4523">191035</cx:pt>
          <cx:pt idx="4524">191035</cx:pt>
          <cx:pt idx="4525">191307</cx:pt>
          <cx:pt idx="4526">191365</cx:pt>
          <cx:pt idx="4527">191386</cx:pt>
          <cx:pt idx="4528">191526</cx:pt>
          <cx:pt idx="4529">191722</cx:pt>
          <cx:pt idx="4530">191786</cx:pt>
          <cx:pt idx="4531">191835</cx:pt>
          <cx:pt idx="4532">191835</cx:pt>
          <cx:pt idx="4533">191865</cx:pt>
          <cx:pt idx="4534">191887</cx:pt>
          <cx:pt idx="4535">191890</cx:pt>
          <cx:pt idx="4536">192009</cx:pt>
          <cx:pt idx="4537">192009</cx:pt>
          <cx:pt idx="4538">192035</cx:pt>
          <cx:pt idx="4539">192193</cx:pt>
          <cx:pt idx="4540">192216</cx:pt>
          <cx:pt idx="4541">192481</cx:pt>
          <cx:pt idx="4542">192481</cx:pt>
          <cx:pt idx="4543">192553</cx:pt>
          <cx:pt idx="4544">192660</cx:pt>
          <cx:pt idx="4545">192676</cx:pt>
          <cx:pt idx="4546">192682</cx:pt>
          <cx:pt idx="4547">192958</cx:pt>
          <cx:pt idx="4548">193177</cx:pt>
          <cx:pt idx="4549">193198</cx:pt>
          <cx:pt idx="4550">193208</cx:pt>
          <cx:pt idx="4551">193293</cx:pt>
          <cx:pt idx="4552">193326</cx:pt>
          <cx:pt idx="4553">193332</cx:pt>
          <cx:pt idx="4554">193376</cx:pt>
          <cx:pt idx="4555">193500</cx:pt>
          <cx:pt idx="4556">193510</cx:pt>
          <cx:pt idx="4557">193566</cx:pt>
          <cx:pt idx="4558">193620</cx:pt>
          <cx:pt idx="4559">193637</cx:pt>
          <cx:pt idx="4560">193727</cx:pt>
          <cx:pt idx="4561">193782</cx:pt>
          <cx:pt idx="4562">193919</cx:pt>
          <cx:pt idx="4563">194006</cx:pt>
          <cx:pt idx="4564">194041</cx:pt>
          <cx:pt idx="4565">194224</cx:pt>
          <cx:pt idx="4566">194269</cx:pt>
          <cx:pt idx="4567">194280</cx:pt>
          <cx:pt idx="4568">194326</cx:pt>
          <cx:pt idx="4569">194396</cx:pt>
          <cx:pt idx="4570">194573</cx:pt>
          <cx:pt idx="4571">194677</cx:pt>
          <cx:pt idx="4572">194738</cx:pt>
          <cx:pt idx="4573">194850</cx:pt>
          <cx:pt idx="4574">194958</cx:pt>
          <cx:pt idx="4575">194984</cx:pt>
          <cx:pt idx="4576">194994</cx:pt>
          <cx:pt idx="4577">195066</cx:pt>
          <cx:pt idx="4578">195066</cx:pt>
          <cx:pt idx="4579">195085</cx:pt>
          <cx:pt idx="4580">195138</cx:pt>
          <cx:pt idx="4581">195216</cx:pt>
          <cx:pt idx="4582">195216</cx:pt>
          <cx:pt idx="4583">195276</cx:pt>
          <cx:pt idx="4584">195316</cx:pt>
          <cx:pt idx="4585">195471</cx:pt>
          <cx:pt idx="4586">195539</cx:pt>
          <cx:pt idx="4587">195539</cx:pt>
          <cx:pt idx="4588">195710</cx:pt>
          <cx:pt idx="4589">195800</cx:pt>
          <cx:pt idx="4590">195868</cx:pt>
          <cx:pt idx="4591">195901</cx:pt>
          <cx:pt idx="4592">195916</cx:pt>
          <cx:pt idx="4593">195965</cx:pt>
          <cx:pt idx="4594">196008</cx:pt>
          <cx:pt idx="4595">196350</cx:pt>
          <cx:pt idx="4596">196350</cx:pt>
          <cx:pt idx="4597">196385</cx:pt>
          <cx:pt idx="4598">196668</cx:pt>
          <cx:pt idx="4599">196700</cx:pt>
          <cx:pt idx="4600">196712</cx:pt>
          <cx:pt idx="4601">196740</cx:pt>
          <cx:pt idx="4602">196868</cx:pt>
          <cx:pt idx="4603">196910</cx:pt>
          <cx:pt idx="4604">196933</cx:pt>
          <cx:pt idx="4605">197006</cx:pt>
          <cx:pt idx="4606">197116</cx:pt>
          <cx:pt idx="4607">197203</cx:pt>
          <cx:pt idx="4608">197215</cx:pt>
          <cx:pt idx="4609">197243</cx:pt>
          <cx:pt idx="4610">197305</cx:pt>
          <cx:pt idx="4611">197465</cx:pt>
          <cx:pt idx="4612">197500</cx:pt>
          <cx:pt idx="4613">197538</cx:pt>
          <cx:pt idx="4614">197775</cx:pt>
          <cx:pt idx="4615">197799</cx:pt>
          <cx:pt idx="4616">197866</cx:pt>
          <cx:pt idx="4617">198031</cx:pt>
          <cx:pt idx="4618">198062</cx:pt>
          <cx:pt idx="4619">198302</cx:pt>
          <cx:pt idx="4620">198390</cx:pt>
          <cx:pt idx="4621">198450</cx:pt>
          <cx:pt idx="4622">198571</cx:pt>
          <cx:pt idx="4623">198605</cx:pt>
          <cx:pt idx="4624">198813</cx:pt>
          <cx:pt idx="4625">198816</cx:pt>
          <cx:pt idx="4626">198874</cx:pt>
          <cx:pt idx="4627">198898</cx:pt>
          <cx:pt idx="4628">198909</cx:pt>
          <cx:pt idx="4629">198999</cx:pt>
          <cx:pt idx="4630">199147</cx:pt>
          <cx:pt idx="4631">199212</cx:pt>
          <cx:pt idx="4632">199257</cx:pt>
          <cx:pt idx="4633">199458</cx:pt>
          <cx:pt idx="4634">199492</cx:pt>
          <cx:pt idx="4635">199581</cx:pt>
          <cx:pt idx="4636">199583</cx:pt>
          <cx:pt idx="4637">199583</cx:pt>
          <cx:pt idx="4638">199619</cx:pt>
          <cx:pt idx="4639">199642</cx:pt>
          <cx:pt idx="4640">199666</cx:pt>
          <cx:pt idx="4641">199896</cx:pt>
          <cx:pt idx="4642">199991</cx:pt>
          <cx:pt idx="4643">200000</cx:pt>
          <cx:pt idx="4644">200000</cx:pt>
          <cx:pt idx="4645">200000</cx:pt>
          <cx:pt idx="4646">200000</cx:pt>
          <cx:pt idx="4647">200000</cx:pt>
          <cx:pt idx="4648">200000</cx:pt>
          <cx:pt idx="4649">200000</cx:pt>
          <cx:pt idx="4650">200000</cx:pt>
          <cx:pt idx="4651">200000</cx:pt>
          <cx:pt idx="4652">200000</cx:pt>
          <cx:pt idx="4653">200000</cx:pt>
          <cx:pt idx="4654">200000</cx:pt>
          <cx:pt idx="4655">200000</cx:pt>
          <cx:pt idx="4656">200002</cx:pt>
          <cx:pt idx="4657">200125</cx:pt>
          <cx:pt idx="4658">200166</cx:pt>
          <cx:pt idx="4659">200199</cx:pt>
          <cx:pt idx="4660">200250</cx:pt>
          <cx:pt idx="4661">200292</cx:pt>
          <cx:pt idx="4662">200360</cx:pt>
          <cx:pt idx="4663">200366</cx:pt>
          <cx:pt idx="4664">200399</cx:pt>
          <cx:pt idx="4665">200420</cx:pt>
          <cx:pt idx="4666">200435</cx:pt>
          <cx:pt idx="4667">200459</cx:pt>
          <cx:pt idx="4668">200540</cx:pt>
          <cx:pt idx="4669">200661</cx:pt>
          <cx:pt idx="4670">200708</cx:pt>
          <cx:pt idx="4671">200774</cx:pt>
          <cx:pt idx="4672">200983</cx:pt>
          <cx:pt idx="4673">201363</cx:pt>
          <cx:pt idx="4674">201384</cx:pt>
          <cx:pt idx="4675">201570</cx:pt>
          <cx:pt idx="4676">201624</cx:pt>
          <cx:pt idx="4677">201660</cx:pt>
          <cx:pt idx="4678">201738</cx:pt>
          <cx:pt idx="4679">202019</cx:pt>
          <cx:pt idx="4680">202120</cx:pt>
          <cx:pt idx="4681">202165</cx:pt>
          <cx:pt idx="4682">202269</cx:pt>
          <cx:pt idx="4683">202284</cx:pt>
          <cx:pt idx="4684">202284</cx:pt>
          <cx:pt idx="4685">202298</cx:pt>
          <cx:pt idx="4686">202308</cx:pt>
          <cx:pt idx="4687">202337</cx:pt>
          <cx:pt idx="4688">202350</cx:pt>
          <cx:pt idx="4689">202381</cx:pt>
          <cx:pt idx="4690">202381</cx:pt>
          <cx:pt idx="4691">202696</cx:pt>
          <cx:pt idx="4692">202750</cx:pt>
          <cx:pt idx="4693">202754</cx:pt>
          <cx:pt idx="4694">202847</cx:pt>
          <cx:pt idx="4695">203170</cx:pt>
          <cx:pt idx="4696">203286</cx:pt>
          <cx:pt idx="4697">203324</cx:pt>
          <cx:pt idx="4698">203331</cx:pt>
          <cx:pt idx="4699">203333</cx:pt>
          <cx:pt idx="4700">203417</cx:pt>
          <cx:pt idx="4701">203455</cx:pt>
          <cx:pt idx="4702">203455</cx:pt>
          <cx:pt idx="4703">203673</cx:pt>
          <cx:pt idx="4704">203743</cx:pt>
          <cx:pt idx="4705">203985</cx:pt>
          <cx:pt idx="4706">204051</cx:pt>
          <cx:pt idx="4707">204114</cx:pt>
          <cx:pt idx="4708">204114</cx:pt>
          <cx:pt idx="4709">204117</cx:pt>
          <cx:pt idx="4710">204166</cx:pt>
          <cx:pt idx="4711">204190</cx:pt>
          <cx:pt idx="4712">204190</cx:pt>
          <cx:pt idx="4713">204190</cx:pt>
          <cx:pt idx="4714">204416</cx:pt>
          <cx:pt idx="4715">204523</cx:pt>
          <cx:pt idx="4716">204536</cx:pt>
          <cx:pt idx="4717">204675</cx:pt>
          <cx:pt idx="4718">204712</cx:pt>
          <cx:pt idx="4719">204849</cx:pt>
          <cx:pt idx="4720">205077</cx:pt>
          <cx:pt idx="4721">205097</cx:pt>
          <cx:pt idx="4722">205190</cx:pt>
          <cx:pt idx="4723">205269</cx:pt>
          <cx:pt idx="4724">205269</cx:pt>
          <cx:pt idx="4725">205434</cx:pt>
          <cx:pt idx="4726">205504</cx:pt>
          <cx:pt idx="4727">205681</cx:pt>
          <cx:pt idx="4728">205696</cx:pt>
          <cx:pt idx="4729">205714</cx:pt>
          <cx:pt idx="4730">205789</cx:pt>
          <cx:pt idx="4731">205797</cx:pt>
          <cx:pt idx="4732">205838</cx:pt>
          <cx:pt idx="4733">205905</cx:pt>
          <cx:pt idx="4734">205976</cx:pt>
          <cx:pt idx="4735">206014</cx:pt>
          <cx:pt idx="4736">206116</cx:pt>
          <cx:pt idx="4737">206187</cx:pt>
          <cx:pt idx="4738">206188</cx:pt>
          <cx:pt idx="4739">206203</cx:pt>
          <cx:pt idx="4740">206211</cx:pt>
          <cx:pt idx="4741">206214</cx:pt>
          <cx:pt idx="4742">206473</cx:pt>
          <cx:pt idx="4743">206497</cx:pt>
          <cx:pt idx="4744">206572</cx:pt>
          <cx:pt idx="4745">206610</cx:pt>
          <cx:pt idx="4746">206633</cx:pt>
          <cx:pt idx="4747">206740</cx:pt>
          <cx:pt idx="4748">206878</cx:pt>
          <cx:pt idx="4749">206971</cx:pt>
          <cx:pt idx="4750">206983</cx:pt>
          <cx:pt idx="4751">207124</cx:pt>
          <cx:pt idx="4752">207167</cx:pt>
          <cx:pt idx="4753">207209</cx:pt>
          <cx:pt idx="4754">207435</cx:pt>
          <cx:pt idx="4755">207484</cx:pt>
          <cx:pt idx="4756">207487</cx:pt>
          <cx:pt idx="4757">207487</cx:pt>
          <cx:pt idx="4758">207516</cx:pt>
          <cx:pt idx="4759">207536</cx:pt>
          <cx:pt idx="4760">207564</cx:pt>
          <cx:pt idx="4761">207594</cx:pt>
          <cx:pt idx="4762">207597</cx:pt>
          <cx:pt idx="4763">207624</cx:pt>
          <cx:pt idx="4764">207688</cx:pt>
          <cx:pt idx="4765">207776</cx:pt>
          <cx:pt idx="4766">207776</cx:pt>
          <cx:pt idx="4767">207841</cx:pt>
          <cx:pt idx="4768">207944</cx:pt>
          <cx:pt idx="4769">208096</cx:pt>
          <cx:pt idx="4770">208131</cx:pt>
          <cx:pt idx="4771">208174</cx:pt>
          <cx:pt idx="4772">208179</cx:pt>
          <cx:pt idx="4773">208246</cx:pt>
          <cx:pt idx="4774">208373</cx:pt>
          <cx:pt idx="4775">208438</cx:pt>
          <cx:pt idx="4776">208461</cx:pt>
          <cx:pt idx="4777">208654</cx:pt>
          <cx:pt idx="4778">208654</cx:pt>
          <cx:pt idx="4779">208654</cx:pt>
          <cx:pt idx="4780">208760</cx:pt>
          <cx:pt idx="4781">208817</cx:pt>
          <cx:pt idx="4782">208824</cx:pt>
          <cx:pt idx="4783">208873</cx:pt>
          <cx:pt idx="4784">208980</cx:pt>
          <cx:pt idx="4785">209102</cx:pt>
          <cx:pt idx="4786">209103</cx:pt>
          <cx:pt idx="4787">209221</cx:pt>
          <cx:pt idx="4788">209298</cx:pt>
          <cx:pt idx="4789">209467</cx:pt>
          <cx:pt idx="4790">209467</cx:pt>
          <cx:pt idx="4791">209708</cx:pt>
          <cx:pt idx="4792">210036</cx:pt>
          <cx:pt idx="4793">210036</cx:pt>
          <cx:pt idx="4794">210066</cx:pt>
          <cx:pt idx="4795">210114</cx:pt>
          <cx:pt idx="4796">210611</cx:pt>
          <cx:pt idx="4797">210611</cx:pt>
          <cx:pt idx="4798">210721</cx:pt>
          <cx:pt idx="4799">210775</cx:pt>
          <cx:pt idx="4800">210865</cx:pt>
          <cx:pt idx="4801">210885</cx:pt>
          <cx:pt idx="4802">210969</cx:pt>
          <cx:pt idx="4803">210980</cx:pt>
          <cx:pt idx="4804">211014</cx:pt>
          <cx:pt idx="4805">211024</cx:pt>
          <cx:pt idx="4806">211034</cx:pt>
          <cx:pt idx="4807">211047</cx:pt>
          <cx:pt idx="4808">211143</cx:pt>
          <cx:pt idx="4809">211183</cx:pt>
          <cx:pt idx="4810">211223</cx:pt>
          <cx:pt idx="4811">211250</cx:pt>
          <cx:pt idx="4812">211319</cx:pt>
          <cx:pt idx="4813">211378</cx:pt>
          <cx:pt idx="4814">211378</cx:pt>
          <cx:pt idx="4815">211429</cx:pt>
          <cx:pt idx="4816">211511</cx:pt>
          <cx:pt idx="4817">211658</cx:pt>
          <cx:pt idx="4818">211658</cx:pt>
          <cx:pt idx="4819">211658</cx:pt>
          <cx:pt idx="4820">211766</cx:pt>
          <cx:pt idx="4821">211986</cx:pt>
          <cx:pt idx="4822">211986</cx:pt>
          <cx:pt idx="4823">211986</cx:pt>
          <cx:pt idx="4824">212036</cx:pt>
          <cx:pt idx="4825">212191</cx:pt>
          <cx:pt idx="4826">212191</cx:pt>
          <cx:pt idx="4827">212191</cx:pt>
          <cx:pt idx="4828">212191</cx:pt>
          <cx:pt idx="4829">212191</cx:pt>
          <cx:pt idx="4830">212191</cx:pt>
          <cx:pt idx="4831">212191</cx:pt>
          <cx:pt idx="4832">212191</cx:pt>
          <cx:pt idx="4833">212191</cx:pt>
          <cx:pt idx="4834">212191</cx:pt>
          <cx:pt idx="4835">212191</cx:pt>
          <cx:pt idx="4836">212191</cx:pt>
          <cx:pt idx="4837">212200</cx:pt>
          <cx:pt idx="4838">212234</cx:pt>
          <cx:pt idx="4839">212433</cx:pt>
          <cx:pt idx="4840">212561</cx:pt>
          <cx:pt idx="4841">212660</cx:pt>
          <cx:pt idx="4842">212857</cx:pt>
          <cx:pt idx="4843">212867</cx:pt>
          <cx:pt idx="4844">212902</cx:pt>
          <cx:pt idx="4845">212969</cx:pt>
          <cx:pt idx="4846">213234</cx:pt>
          <cx:pt idx="4847">213285</cx:pt>
          <cx:pt idx="4848">213322</cx:pt>
          <cx:pt idx="4849">213349</cx:pt>
          <cx:pt idx="4850">213422</cx:pt>
          <cx:pt idx="4851">213440</cx:pt>
          <cx:pt idx="4852">213464</cx:pt>
          <cx:pt idx="4853">213475</cx:pt>
          <cx:pt idx="4854">213878</cx:pt>
          <cx:pt idx="4855">213896</cx:pt>
          <cx:pt idx="4856">213999</cx:pt>
          <cx:pt idx="4857">214003</cx:pt>
          <cx:pt idx="4858">214033</cx:pt>
          <cx:pt idx="4859">214055</cx:pt>
          <cx:pt idx="4860">214293</cx:pt>
          <cx:pt idx="4861">214467</cx:pt>
          <cx:pt idx="4862">214635</cx:pt>
          <cx:pt idx="4863">214741</cx:pt>
          <cx:pt idx="4864">214741</cx:pt>
          <cx:pt idx="4865">215066</cx:pt>
          <cx:pt idx="4866">215382</cx:pt>
          <cx:pt idx="4867">215382</cx:pt>
          <cx:pt idx="4868">215445</cx:pt>
          <cx:pt idx="4869">215497</cx:pt>
          <cx:pt idx="4870">215515</cx:pt>
          <cx:pt idx="4871">215556</cx:pt>
          <cx:pt idx="4872">215558</cx:pt>
          <cx:pt idx="4873">215618</cx:pt>
          <cx:pt idx="4874">215647</cx:pt>
          <cx:pt idx="4875">215671</cx:pt>
          <cx:pt idx="4876">215700</cx:pt>
          <cx:pt idx="4877">215729</cx:pt>
          <cx:pt idx="4878">216000</cx:pt>
          <cx:pt idx="4879">216045</cx:pt>
          <cx:pt idx="4880">216050</cx:pt>
          <cx:pt idx="4881">216342</cx:pt>
          <cx:pt idx="4882">216381</cx:pt>
          <cx:pt idx="4883">216381</cx:pt>
          <cx:pt idx="4884">216393</cx:pt>
          <cx:pt idx="4885">216474</cx:pt>
          <cx:pt idx="4886">216967</cx:pt>
          <cx:pt idx="4887">217150</cx:pt>
          <cx:pt idx="4888">217304</cx:pt>
          <cx:pt idx="4889">217368</cx:pt>
          <cx:pt idx="4890">217428</cx:pt>
          <cx:pt idx="4891">217428</cx:pt>
          <cx:pt idx="4892">217539</cx:pt>
          <cx:pt idx="4893">217616</cx:pt>
          <cx:pt idx="4894">217639</cx:pt>
          <cx:pt idx="4895">217656</cx:pt>
          <cx:pt idx="4896">217671</cx:pt>
          <cx:pt idx="4897">217696</cx:pt>
          <cx:pt idx="4898">217780</cx:pt>
          <cx:pt idx="4899">217845</cx:pt>
          <cx:pt idx="4900">217845</cx:pt>
          <cx:pt idx="4901">217939</cx:pt>
          <cx:pt idx="4902">217939</cx:pt>
          <cx:pt idx="4903">217995</cx:pt>
          <cx:pt idx="4904">218016</cx:pt>
          <cx:pt idx="4905">218506</cx:pt>
          <cx:pt idx="4906">218546</cx:pt>
          <cx:pt idx="4907">218739</cx:pt>
          <cx:pt idx="4908">218888</cx:pt>
          <cx:pt idx="4909">218888</cx:pt>
          <cx:pt idx="4910">219000</cx:pt>
          <cx:pt idx="4911">219000</cx:pt>
          <cx:pt idx="4912">219116</cx:pt>
          <cx:pt idx="4913">219229</cx:pt>
          <cx:pt idx="4914">219366</cx:pt>
          <cx:pt idx="4915">219645</cx:pt>
          <cx:pt idx="4916">219645</cx:pt>
          <cx:pt idx="4917">219675</cx:pt>
          <cx:pt idx="4918">219714</cx:pt>
          <cx:pt idx="4919">219763</cx:pt>
          <cx:pt idx="4920">219770</cx:pt>
          <cx:pt idx="4921">219777</cx:pt>
          <cx:pt idx="4922">219911</cx:pt>
          <cx:pt idx="4923">219932</cx:pt>
          <cx:pt idx="4924">219977</cx:pt>
          <cx:pt idx="4925">220149</cx:pt>
          <cx:pt idx="4926">220263</cx:pt>
          <cx:pt idx="4927">220277</cx:pt>
          <cx:pt idx="4928">220475</cx:pt>
          <cx:pt idx="4929">220599</cx:pt>
          <cx:pt idx="4930">220668</cx:pt>
          <cx:pt idx="4931">220772</cx:pt>
          <cx:pt idx="4932">221270</cx:pt>
          <cx:pt idx="4933">221346</cx:pt>
          <cx:pt idx="4934">221384</cx:pt>
          <cx:pt idx="4935">221441</cx:pt>
          <cx:pt idx="4936">221463</cx:pt>
          <cx:pt idx="4937">221785</cx:pt>
          <cx:pt idx="4938">221792</cx:pt>
          <cx:pt idx="4939">221838</cx:pt>
          <cx:pt idx="4940">222021</cx:pt>
          <cx:pt idx="4941">222028</cx:pt>
          <cx:pt idx="4942">222204</cx:pt>
          <cx:pt idx="4943">222509</cx:pt>
          <cx:pt idx="4944">222509</cx:pt>
          <cx:pt idx="4945">222525</cx:pt>
          <cx:pt idx="4946">222663</cx:pt>
          <cx:pt idx="4947">222677</cx:pt>
          <cx:pt idx="4948">222718</cx:pt>
          <cx:pt idx="4949">222744</cx:pt>
          <cx:pt idx="4950">222910</cx:pt>
          <cx:pt idx="4951">222940</cx:pt>
          <cx:pt idx="4952">222996</cx:pt>
          <cx:pt idx="4953">223383</cx:pt>
          <cx:pt idx="4954">223547</cx:pt>
          <cx:pt idx="4955">223691</cx:pt>
          <cx:pt idx="4956">223767</cx:pt>
          <cx:pt idx="4957">223943</cx:pt>
          <cx:pt idx="4958">223971</cx:pt>
          <cx:pt idx="4959">223979</cx:pt>
          <cx:pt idx="4960">223981</cx:pt>
          <cx:pt idx="4961">224131</cx:pt>
          <cx:pt idx="4962">224154</cx:pt>
          <cx:pt idx="4963">224193</cx:pt>
          <cx:pt idx="4964">224201</cx:pt>
          <cx:pt idx="4965">224218</cx:pt>
          <cx:pt idx="4966">224392</cx:pt>
          <cx:pt idx="4967">224883</cx:pt>
          <cx:pt idx="4968">224994</cx:pt>
          <cx:pt idx="4969">225033</cx:pt>
          <cx:pt idx="4970">225100</cx:pt>
          <cx:pt idx="4971">225119</cx:pt>
          <cx:pt idx="4972">225249</cx:pt>
          <cx:pt idx="4973">225374</cx:pt>
          <cx:pt idx="4974">225585</cx:pt>
          <cx:pt idx="4975">225666</cx:pt>
          <cx:pt idx="4976">225720</cx:pt>
          <cx:pt idx="4977">225978</cx:pt>
          <cx:pt idx="4978">225992</cx:pt>
          <cx:pt idx="4979">225998</cx:pt>
          <cx:pt idx="4980">226135</cx:pt>
          <cx:pt idx="4981">226466</cx:pt>
          <cx:pt idx="4982">226528</cx:pt>
          <cx:pt idx="4983">226641</cx:pt>
          <cx:pt idx="4984">226662</cx:pt>
          <cx:pt idx="4985">226879</cx:pt>
          <cx:pt idx="4986">226911</cx:pt>
          <cx:pt idx="4987">226915</cx:pt>
          <cx:pt idx="4988">227102</cx:pt>
          <cx:pt idx="4989">227132</cx:pt>
          <cx:pt idx="4990">227365</cx:pt>
          <cx:pt idx="4991">227868</cx:pt>
          <cx:pt idx="4992">228033</cx:pt>
          <cx:pt idx="4993">228041</cx:pt>
          <cx:pt idx="4994">228200</cx:pt>
          <cx:pt idx="4995">228250</cx:pt>
          <cx:pt idx="4996">228378</cx:pt>
          <cx:pt idx="4997">228439</cx:pt>
          <cx:pt idx="4998">228491</cx:pt>
          <cx:pt idx="4999">228491</cx:pt>
          <cx:pt idx="5000">228681</cx:pt>
          <cx:pt idx="5001">228838</cx:pt>
          <cx:pt idx="5002">228926</cx:pt>
          <cx:pt idx="5003">228958</cx:pt>
          <cx:pt idx="5004">229243</cx:pt>
          <cx:pt idx="5005">229272</cx:pt>
          <cx:pt idx="5006">229431</cx:pt>
          <cx:pt idx="5007">229506</cx:pt>
          <cx:pt idx="5008">229851</cx:pt>
          <cx:pt idx="5009">230254</cx:pt>
          <cx:pt idx="5010">230385</cx:pt>
          <cx:pt idx="5011">230625</cx:pt>
          <cx:pt idx="5012">230666</cx:pt>
          <cx:pt idx="5013">230840</cx:pt>
          <cx:pt idx="5014">230840</cx:pt>
          <cx:pt idx="5015">230897</cx:pt>
          <cx:pt idx="5016">230908</cx:pt>
          <cx:pt idx="5017">230964</cx:pt>
          <cx:pt idx="5018">231066</cx:pt>
          <cx:pt idx="5019">231331</cx:pt>
          <cx:pt idx="5020">231331</cx:pt>
          <cx:pt idx="5021">231622</cx:pt>
          <cx:pt idx="5022">231794</cx:pt>
          <cx:pt idx="5023">231820</cx:pt>
          <cx:pt idx="5024">231944</cx:pt>
          <cx:pt idx="5025">232150</cx:pt>
          <cx:pt idx="5026">232289</cx:pt>
          <cx:pt idx="5027">232444</cx:pt>
          <cx:pt idx="5028">232483</cx:pt>
          <cx:pt idx="5029">232527</cx:pt>
          <cx:pt idx="5030">232527</cx:pt>
          <cx:pt idx="5031">232746</cx:pt>
          <cx:pt idx="5032">233133</cx:pt>
          <cx:pt idx="5033">233133</cx:pt>
          <cx:pt idx="5034">233188</cx:pt>
          <cx:pt idx="5035">233188</cx:pt>
          <cx:pt idx="5036">233338</cx:pt>
          <cx:pt idx="5037">233600</cx:pt>
          <cx:pt idx="5038">233605</cx:pt>
          <cx:pt idx="5039">233962</cx:pt>
          <cx:pt idx="5040">233962</cx:pt>
          <cx:pt idx="5041">234166</cx:pt>
          <cx:pt idx="5042">234456</cx:pt>
          <cx:pt idx="5043">234456</cx:pt>
          <cx:pt idx="5044">234514</cx:pt>
          <cx:pt idx="5045">234514</cx:pt>
          <cx:pt idx="5046">234526</cx:pt>
          <cx:pt idx="5047">234750</cx:pt>
          <cx:pt idx="5048">234756</cx:pt>
          <cx:pt idx="5049">234833</cx:pt>
          <cx:pt idx="5050">234958</cx:pt>
          <cx:pt idx="5051">235631</cx:pt>
          <cx:pt idx="5052">235718</cx:pt>
          <cx:pt idx="5053">235856</cx:pt>
          <cx:pt idx="5054">235934</cx:pt>
          <cx:pt idx="5055">236086</cx:pt>
          <cx:pt idx="5056">236242</cx:pt>
          <cx:pt idx="5057">236355</cx:pt>
          <cx:pt idx="5058">236387</cx:pt>
          <cx:pt idx="5059">236492</cx:pt>
          <cx:pt idx="5060">236492</cx:pt>
          <cx:pt idx="5061">236492</cx:pt>
          <cx:pt idx="5062">236492</cx:pt>
          <cx:pt idx="5063">236492</cx:pt>
          <cx:pt idx="5064">236492</cx:pt>
          <cx:pt idx="5065">236632</cx:pt>
          <cx:pt idx="5066">236659</cx:pt>
          <cx:pt idx="5067">236682</cx:pt>
          <cx:pt idx="5068">236820</cx:pt>
          <cx:pt idx="5069">236832</cx:pt>
          <cx:pt idx="5070">236832</cx:pt>
          <cx:pt idx="5071">237019</cx:pt>
          <cx:pt idx="5072">237128</cx:pt>
          <cx:pt idx="5073">237132</cx:pt>
          <cx:pt idx="5074">237186</cx:pt>
          <cx:pt idx="5075">237385</cx:pt>
          <cx:pt idx="5076">237413</cx:pt>
          <cx:pt idx="5077">237677</cx:pt>
          <cx:pt idx="5078">237689</cx:pt>
          <cx:pt idx="5079">237799</cx:pt>
          <cx:pt idx="5080">237799</cx:pt>
          <cx:pt idx="5081">237948</cx:pt>
          <cx:pt idx="5082">238333</cx:pt>
          <cx:pt idx="5083">238506</cx:pt>
          <cx:pt idx="5084">238513</cx:pt>
          <cx:pt idx="5085">238558</cx:pt>
          <cx:pt idx="5086">238566</cx:pt>
          <cx:pt idx="5087">238636</cx:pt>
          <cx:pt idx="5088">238663</cx:pt>
          <cx:pt idx="5089">238667</cx:pt>
          <cx:pt idx="5090">238782</cx:pt>
          <cx:pt idx="5091">238814</cx:pt>
          <cx:pt idx="5092">239127</cx:pt>
          <cx:pt idx="5093">239236</cx:pt>
          <cx:pt idx="5094">239244</cx:pt>
          <cx:pt idx="5095">239453</cx:pt>
          <cx:pt idx="5096">239453</cx:pt>
          <cx:pt idx="5097">239528</cx:pt>
          <cx:pt idx="5098">239596</cx:pt>
          <cx:pt idx="5099">239602</cx:pt>
          <cx:pt idx="5100">239602</cx:pt>
          <cx:pt idx="5101">239743</cx:pt>
          <cx:pt idx="5102">239817</cx:pt>
          <cx:pt idx="5103">239972</cx:pt>
          <cx:pt idx="5104">240216</cx:pt>
          <cx:pt idx="5105">240227</cx:pt>
          <cx:pt idx="5106">240263</cx:pt>
          <cx:pt idx="5107">240263</cx:pt>
          <cx:pt idx="5108">240384</cx:pt>
          <cx:pt idx="5109">240625</cx:pt>
          <cx:pt idx="5110">240643</cx:pt>
          <cx:pt idx="5111">240674</cx:pt>
          <cx:pt idx="5112">240794</cx:pt>
          <cx:pt idx="5113">240804</cx:pt>
          <cx:pt idx="5114">241040</cx:pt>
          <cx:pt idx="5115">241110</cx:pt>
          <cx:pt idx="5116">241345</cx:pt>
          <cx:pt idx="5117">241447</cx:pt>
          <cx:pt idx="5118">241718</cx:pt>
          <cx:pt idx="5119">241733</cx:pt>
          <cx:pt idx="5120">241895</cx:pt>
          <cx:pt idx="5121">242033</cx:pt>
          <cx:pt idx="5122">242263</cx:pt>
          <cx:pt idx="5123">242423</cx:pt>
          <cx:pt idx="5124">242513</cx:pt>
          <cx:pt idx="5125">242614</cx:pt>
          <cx:pt idx="5126">242692</cx:pt>
          <cx:pt idx="5127">242846</cx:pt>
          <cx:pt idx="5128">242846</cx:pt>
          <cx:pt idx="5129">242999</cx:pt>
          <cx:pt idx="5130">243034</cx:pt>
          <cx:pt idx="5131">243179</cx:pt>
          <cx:pt idx="5132">243516</cx:pt>
          <cx:pt idx="5133">243744</cx:pt>
          <cx:pt idx="5134">243852</cx:pt>
          <cx:pt idx="5135">243852</cx:pt>
          <cx:pt idx="5136">243866</cx:pt>
          <cx:pt idx="5137">243940</cx:pt>
          <cx:pt idx="5138">243940</cx:pt>
          <cx:pt idx="5139">244023</cx:pt>
          <cx:pt idx="5140">244078</cx:pt>
          <cx:pt idx="5141">244096</cx:pt>
          <cx:pt idx="5142">244245</cx:pt>
          <cx:pt idx="5143">244496</cx:pt>
          <cx:pt idx="5144">244532</cx:pt>
          <cx:pt idx="5145">244668</cx:pt>
          <cx:pt idx="5146">244791</cx:pt>
          <cx:pt idx="5147">245542</cx:pt>
          <cx:pt idx="5148">245616</cx:pt>
          <cx:pt idx="5149">245628</cx:pt>
          <cx:pt idx="5150">245817</cx:pt>
          <cx:pt idx="5151">245831</cx:pt>
          <cx:pt idx="5152">245847</cx:pt>
          <cx:pt idx="5153">246190</cx:pt>
          <cx:pt idx="5154">246190</cx:pt>
          <cx:pt idx="5155">246314</cx:pt>
          <cx:pt idx="5156">246365</cx:pt>
          <cx:pt idx="5157">246365</cx:pt>
          <cx:pt idx="5158">246416</cx:pt>
          <cx:pt idx="5159">246457</cx:pt>
          <cx:pt idx="5160">246503</cx:pt>
          <cx:pt idx="5161">246666</cx:pt>
          <cx:pt idx="5162">246792</cx:pt>
          <cx:pt idx="5163">246813</cx:pt>
          <cx:pt idx="5164">247687</cx:pt>
          <cx:pt idx="5165">247831</cx:pt>
          <cx:pt idx="5166">248137</cx:pt>
          <cx:pt idx="5167">248137</cx:pt>
          <cx:pt idx="5168">248245</cx:pt>
          <cx:pt idx="5169">248281</cx:pt>
          <cx:pt idx="5170">248407</cx:pt>
          <cx:pt idx="5171">248616</cx:pt>
          <cx:pt idx="5172">248616</cx:pt>
          <cx:pt idx="5173">248616</cx:pt>
          <cx:pt idx="5174">249420</cx:pt>
          <cx:pt idx="5175">249614</cx:pt>
          <cx:pt idx="5176">249860</cx:pt>
          <cx:pt idx="5177">250000</cx:pt>
          <cx:pt idx="5178">250003</cx:pt>
          <cx:pt idx="5179">250066</cx:pt>
          <cx:pt idx="5180">250198</cx:pt>
          <cx:pt idx="5181">250566</cx:pt>
          <cx:pt idx="5182">250655</cx:pt>
          <cx:pt idx="5183">250788</cx:pt>
          <cx:pt idx="5184">250900</cx:pt>
          <cx:pt idx="5185">251048</cx:pt>
          <cx:pt idx="5186">251493</cx:pt>
          <cx:pt idx="5187">251493</cx:pt>
          <cx:pt idx="5188">251511</cx:pt>
          <cx:pt idx="5189">251852</cx:pt>
          <cx:pt idx="5190">252357</cx:pt>
          <cx:pt idx="5191">252428</cx:pt>
          <cx:pt idx="5192">252500</cx:pt>
          <cx:pt idx="5193">252507</cx:pt>
          <cx:pt idx="5194">252733</cx:pt>
          <cx:pt idx="5195">252788</cx:pt>
          <cx:pt idx="5196">252788</cx:pt>
          <cx:pt idx="5197">252913</cx:pt>
          <cx:pt idx="5198">253580</cx:pt>
          <cx:pt idx="5199">253602</cx:pt>
          <cx:pt idx="5200">253887</cx:pt>
          <cx:pt idx="5201">253946</cx:pt>
          <cx:pt idx="5202">253949</cx:pt>
          <cx:pt idx="5203">254003</cx:pt>
          <cx:pt idx="5204">254341</cx:pt>
          <cx:pt idx="5205">254341</cx:pt>
          <cx:pt idx="5206">254344</cx:pt>
          <cx:pt idx="5207">254599</cx:pt>
          <cx:pt idx="5208">254718</cx:pt>
          <cx:pt idx="5209">255555</cx:pt>
          <cx:pt idx="5210">255641</cx:pt>
          <cx:pt idx="5211">256170</cx:pt>
          <cx:pt idx="5212">256170</cx:pt>
          <cx:pt idx="5213">256430</cx:pt>
          <cx:pt idx="5214">256439</cx:pt>
          <cx:pt idx="5215">256500</cx:pt>
          <cx:pt idx="5216">256563</cx:pt>
          <cx:pt idx="5217">256723</cx:pt>
          <cx:pt idx="5218">256857</cx:pt>
          <cx:pt idx="5219">257003</cx:pt>
          <cx:pt idx="5220">257057</cx:pt>
          <cx:pt idx="5221">257170</cx:pt>
          <cx:pt idx="5222">257235</cx:pt>
          <cx:pt idx="5223">257235</cx:pt>
          <cx:pt idx="5224">257334</cx:pt>
          <cx:pt idx="5225">257625</cx:pt>
          <cx:pt idx="5226">258080</cx:pt>
          <cx:pt idx="5227">258284</cx:pt>
          <cx:pt idx="5228">258940</cx:pt>
          <cx:pt idx="5229">259660</cx:pt>
          <cx:pt idx="5230">259799</cx:pt>
          <cx:pt idx="5231">259833</cx:pt>
          <cx:pt idx="5232">259999</cx:pt>
          <cx:pt idx="5233">259999</cx:pt>
          <cx:pt idx="5234">260007</cx:pt>
          <cx:pt idx="5235">260012</cx:pt>
          <cx:pt idx="5236">260161</cx:pt>
          <cx:pt idx="5237">261124</cx:pt>
          <cx:pt idx="5238">261124</cx:pt>
          <cx:pt idx="5239">261124</cx:pt>
          <cx:pt idx="5240">261163</cx:pt>
          <cx:pt idx="5241">261163</cx:pt>
          <cx:pt idx="5242">261309</cx:pt>
          <cx:pt idx="5243">261685</cx:pt>
          <cx:pt idx="5244">261685</cx:pt>
          <cx:pt idx="5245">261703</cx:pt>
          <cx:pt idx="5246">262134</cx:pt>
          <cx:pt idx="5247">262298</cx:pt>
          <cx:pt idx="5248">262298</cx:pt>
          <cx:pt idx="5249">262516</cx:pt>
          <cx:pt idx="5250">262688</cx:pt>
          <cx:pt idx="5251">262921</cx:pt>
          <cx:pt idx="5252">262972</cx:pt>
          <cx:pt idx="5253">263048</cx:pt>
          <cx:pt idx="5254">263184</cx:pt>
          <cx:pt idx="5255">263184</cx:pt>
          <cx:pt idx="5256">263253</cx:pt>
          <cx:pt idx="5257">263311</cx:pt>
          <cx:pt idx="5258">263529</cx:pt>
          <cx:pt idx="5259">263529</cx:pt>
          <cx:pt idx="5260">263757</cx:pt>
          <cx:pt idx="5261">264139</cx:pt>
          <cx:pt idx="5262">264680</cx:pt>
          <cx:pt idx="5263">265398</cx:pt>
          <cx:pt idx="5264">265511</cx:pt>
          <cx:pt idx="5265">265511</cx:pt>
          <cx:pt idx="5266">265539</cx:pt>
          <cx:pt idx="5267">266017</cx:pt>
          <cx:pt idx="5268">266017</cx:pt>
          <cx:pt idx="5269">266616</cx:pt>
          <cx:pt idx="5270">266616</cx:pt>
          <cx:pt idx="5271">266664</cx:pt>
          <cx:pt idx="5272">267350</cx:pt>
          <cx:pt idx="5273">267481</cx:pt>
          <cx:pt idx="5274">267516</cx:pt>
          <cx:pt idx="5275">267872</cx:pt>
          <cx:pt idx="5276">267923</cx:pt>
          <cx:pt idx="5277">267935</cx:pt>
          <cx:pt idx="5278">268357</cx:pt>
          <cx:pt idx="5279">268405</cx:pt>
          <cx:pt idx="5280">268405</cx:pt>
          <cx:pt idx="5281">269378</cx:pt>
          <cx:pt idx="5282">269378</cx:pt>
          <cx:pt idx="5283">270000</cx:pt>
          <cx:pt idx="5284">270279</cx:pt>
          <cx:pt idx="5285">270570</cx:pt>
          <cx:pt idx="5286">270698</cx:pt>
          <cx:pt idx="5287">271074</cx:pt>
          <cx:pt idx="5288">271152</cx:pt>
          <cx:pt idx="5289">271152</cx:pt>
          <cx:pt idx="5290">271228</cx:pt>
          <cx:pt idx="5291">271337</cx:pt>
          <cx:pt idx="5292">271383</cx:pt>
          <cx:pt idx="5293">271438</cx:pt>
          <cx:pt idx="5294">271438</cx:pt>
          <cx:pt idx="5295">271460</cx:pt>
          <cx:pt idx="5296">271657</cx:pt>
          <cx:pt idx="5297">272085</cx:pt>
          <cx:pt idx="5298">272245</cx:pt>
          <cx:pt idx="5299">272356</cx:pt>
          <cx:pt idx="5300">272356</cx:pt>
          <cx:pt idx="5301">272590</cx:pt>
          <cx:pt idx="5302">272709</cx:pt>
          <cx:pt idx="5303">273050</cx:pt>
          <cx:pt idx="5304">273187</cx:pt>
          <cx:pt idx="5305">273441</cx:pt>
          <cx:pt idx="5306">273559</cx:pt>
          <cx:pt idx="5307">273737</cx:pt>
          <cx:pt idx="5308">273796</cx:pt>
          <cx:pt idx="5309">274020</cx:pt>
          <cx:pt idx="5310">274020</cx:pt>
          <cx:pt idx="5311">274049</cx:pt>
          <cx:pt idx="5312">274126</cx:pt>
          <cx:pt idx="5313">274126</cx:pt>
          <cx:pt idx="5314">274220</cx:pt>
          <cx:pt idx="5315">274797</cx:pt>
          <cx:pt idx="5316">275183</cx:pt>
          <cx:pt idx="5317">275183</cx:pt>
          <cx:pt idx="5318">275367</cx:pt>
          <cx:pt idx="5319">275431</cx:pt>
          <cx:pt idx="5320">275941</cx:pt>
          <cx:pt idx="5321">276538</cx:pt>
          <cx:pt idx="5322">276946</cx:pt>
          <cx:pt idx="5323">277095</cx:pt>
          <cx:pt idx="5324">277095</cx:pt>
          <cx:pt idx="5325">277535</cx:pt>
          <cx:pt idx="5326">277582</cx:pt>
          <cx:pt idx="5327">277653</cx:pt>
          <cx:pt idx="5328">278059</cx:pt>
          <cx:pt idx="5329">278234</cx:pt>
          <cx:pt idx="5330">278234</cx:pt>
          <cx:pt idx="5331">278269</cx:pt>
          <cx:pt idx="5332">278483</cx:pt>
          <cx:pt idx="5333">278585</cx:pt>
          <cx:pt idx="5334">279440</cx:pt>
          <cx:pt idx="5335">279695</cx:pt>
          <cx:pt idx="5336">279723</cx:pt>
          <cx:pt idx="5337">279983</cx:pt>
          <cx:pt idx="5338">280011</cx:pt>
          <cx:pt idx="5339">280054</cx:pt>
          <cx:pt idx="5340">280266</cx:pt>
          <cx:pt idx="5341">280266</cx:pt>
          <cx:pt idx="5342">280583</cx:pt>
          <cx:pt idx="5343">281008</cx:pt>
          <cx:pt idx="5344">281608</cx:pt>
          <cx:pt idx="5345">281710</cx:pt>
          <cx:pt idx="5346">282305</cx:pt>
          <cx:pt idx="5347">282305</cx:pt>
          <cx:pt idx="5348">282305</cx:pt>
          <cx:pt idx="5349">282305</cx:pt>
          <cx:pt idx="5350">282305</cx:pt>
          <cx:pt idx="5351">282305</cx:pt>
          <cx:pt idx="5352">282555</cx:pt>
          <cx:pt idx="5353">282586</cx:pt>
          <cx:pt idx="5354">282760</cx:pt>
          <cx:pt idx="5355">282778</cx:pt>
          <cx:pt idx="5356">282795</cx:pt>
          <cx:pt idx="5357">282865</cx:pt>
          <cx:pt idx="5358">282991</cx:pt>
          <cx:pt idx="5359">283384</cx:pt>
          <cx:pt idx="5360">284085</cx:pt>
          <cx:pt idx="5361">284332</cx:pt>
          <cx:pt idx="5362">284370</cx:pt>
          <cx:pt idx="5363">285037</cx:pt>
          <cx:pt idx="5364">285373</cx:pt>
          <cx:pt idx="5365">285492</cx:pt>
          <cx:pt idx="5366">285757</cx:pt>
          <cx:pt idx="5367">285778</cx:pt>
          <cx:pt idx="5368">285967</cx:pt>
          <cx:pt idx="5369">286096</cx:pt>
          <cx:pt idx="5370">286275</cx:pt>
          <cx:pt idx="5371">286389</cx:pt>
          <cx:pt idx="5372">286635</cx:pt>
          <cx:pt idx="5373">286635</cx:pt>
          <cx:pt idx="5374">286635</cx:pt>
          <cx:pt idx="5375">287066</cx:pt>
          <cx:pt idx="5376">287760</cx:pt>
          <cx:pt idx="5377">287935</cx:pt>
          <cx:pt idx="5378">288141</cx:pt>
          <cx:pt idx="5379">288141</cx:pt>
          <cx:pt idx="5380">288141</cx:pt>
          <cx:pt idx="5381">288211</cx:pt>
          <cx:pt idx="5382">288623</cx:pt>
          <cx:pt idx="5383">288623</cx:pt>
          <cx:pt idx="5384">288623</cx:pt>
          <cx:pt idx="5385">288653</cx:pt>
          <cx:pt idx="5386">288693</cx:pt>
          <cx:pt idx="5387">288957</cx:pt>
          <cx:pt idx="5388">288957</cx:pt>
          <cx:pt idx="5389">289113</cx:pt>
          <cx:pt idx="5390">289123</cx:pt>
          <cx:pt idx="5391">289785</cx:pt>
          <cx:pt idx="5392">289816</cx:pt>
          <cx:pt idx="5393">289816</cx:pt>
          <cx:pt idx="5394">290000</cx:pt>
          <cx:pt idx="5395">290672</cx:pt>
          <cx:pt idx="5396">290965</cx:pt>
          <cx:pt idx="5397">291383</cx:pt>
          <cx:pt idx="5398">291516</cx:pt>
          <cx:pt idx="5399">291768</cx:pt>
          <cx:pt idx="5400">291782</cx:pt>
          <cx:pt idx="5401">291865</cx:pt>
          <cx:pt idx="5402">292000</cx:pt>
          <cx:pt idx="5403">292262</cx:pt>
          <cx:pt idx="5404">292534</cx:pt>
          <cx:pt idx="5405">292809</cx:pt>
          <cx:pt idx="5406">293902</cx:pt>
          <cx:pt idx="5407">293902</cx:pt>
          <cx:pt idx="5408">294603</cx:pt>
          <cx:pt idx="5409">295193</cx:pt>
          <cx:pt idx="5410">296894</cx:pt>
          <cx:pt idx="5411">297754</cx:pt>
          <cx:pt idx="5412">297760</cx:pt>
          <cx:pt idx="5413">298031</cx:pt>
          <cx:pt idx="5414">298113</cx:pt>
          <cx:pt idx="5415">298548</cx:pt>
          <cx:pt idx="5416">298740</cx:pt>
          <cx:pt idx="5417">299173</cx:pt>
          <cx:pt idx="5418">299173</cx:pt>
          <cx:pt idx="5419">299173</cx:pt>
          <cx:pt idx="5420">299173</cx:pt>
          <cx:pt idx="5421">299173</cx:pt>
          <cx:pt idx="5422">299173</cx:pt>
          <cx:pt idx="5423">299478</cx:pt>
          <cx:pt idx="5424">299625</cx:pt>
          <cx:pt idx="5425">299783</cx:pt>
          <cx:pt idx="5426">299984</cx:pt>
          <cx:pt idx="5427">299984</cx:pt>
          <cx:pt idx="5428">299996</cx:pt>
          <cx:pt idx="5429">300006</cx:pt>
          <cx:pt idx="5430">300006</cx:pt>
          <cx:pt idx="5431">300093</cx:pt>
          <cx:pt idx="5432">300093</cx:pt>
          <cx:pt idx="5433">300132</cx:pt>
          <cx:pt idx="5434">300132</cx:pt>
          <cx:pt idx="5435">300234</cx:pt>
          <cx:pt idx="5436">300325</cx:pt>
          <cx:pt idx="5437">300462</cx:pt>
          <cx:pt idx="5438">300594</cx:pt>
          <cx:pt idx="5439">300876</cx:pt>
          <cx:pt idx="5440">300876</cx:pt>
          <cx:pt idx="5441">301303</cx:pt>
          <cx:pt idx="5442">302229</cx:pt>
          <cx:pt idx="5443">302535</cx:pt>
          <cx:pt idx="5444">302582</cx:pt>
          <cx:pt idx="5445">302688</cx:pt>
          <cx:pt idx="5446">302859</cx:pt>
          <cx:pt idx="5447">302859</cx:pt>
          <cx:pt idx="5448">303166</cx:pt>
          <cx:pt idx="5449">303202</cx:pt>
          <cx:pt idx="5450">303318</cx:pt>
          <cx:pt idx="5451">304339</cx:pt>
          <cx:pt idx="5452">304505</cx:pt>
          <cx:pt idx="5453">304599</cx:pt>
          <cx:pt idx="5454">304684</cx:pt>
          <cx:pt idx="5455">304869</cx:pt>
          <cx:pt idx="5456">304958</cx:pt>
          <cx:pt idx="5457">305400</cx:pt>
          <cx:pt idx="5458">305400</cx:pt>
          <cx:pt idx="5459">305702</cx:pt>
          <cx:pt idx="5460">305948</cx:pt>
          <cx:pt idx="5461">306399</cx:pt>
          <cx:pt idx="5462">306732</cx:pt>
          <cx:pt idx="5463">306930</cx:pt>
          <cx:pt idx="5464">306963</cx:pt>
          <cx:pt idx="5465">306963</cx:pt>
          <cx:pt idx="5466">307053</cx:pt>
          <cx:pt idx="5467">307227</cx:pt>
          <cx:pt idx="5468">307514</cx:pt>
          <cx:pt idx="5469">307647</cx:pt>
          <cx:pt idx="5470">307674</cx:pt>
          <cx:pt idx="5471">308017</cx:pt>
          <cx:pt idx="5472">308154</cx:pt>
          <cx:pt idx="5473">308203</cx:pt>
          <cx:pt idx="5474">308357</cx:pt>
          <cx:pt idx="5475">308357</cx:pt>
          <cx:pt idx="5476">308718</cx:pt>
          <cx:pt idx="5477">309041</cx:pt>
          <cx:pt idx="5478">309041</cx:pt>
          <cx:pt idx="5479">309235</cx:pt>
          <cx:pt idx="5480">309913</cx:pt>
          <cx:pt idx="5481">310090</cx:pt>
          <cx:pt idx="5482">310293</cx:pt>
          <cx:pt idx="5483">310324</cx:pt>
          <cx:pt idx="5484">310407</cx:pt>
          <cx:pt idx="5485">310446</cx:pt>
          <cx:pt idx="5486">310873</cx:pt>
          <cx:pt idx="5487">311110</cx:pt>
          <cx:pt idx="5488">311110</cx:pt>
          <cx:pt idx="5489">311278</cx:pt>
          <cx:pt idx="5490">311682</cx:pt>
          <cx:pt idx="5491">312329</cx:pt>
          <cx:pt idx="5492">312329</cx:pt>
          <cx:pt idx="5493">312839</cx:pt>
          <cx:pt idx="5494">312839</cx:pt>
          <cx:pt idx="5495">313028</cx:pt>
          <cx:pt idx="5496">313034</cx:pt>
          <cx:pt idx="5497">313142</cx:pt>
          <cx:pt idx="5498">313142</cx:pt>
          <cx:pt idx="5499">313563</cx:pt>
          <cx:pt idx="5500">313886</cx:pt>
          <cx:pt idx="5501">313903</cx:pt>
          <cx:pt idx="5502">313955</cx:pt>
          <cx:pt idx="5503">314322</cx:pt>
          <cx:pt idx="5504">314555</cx:pt>
          <cx:pt idx="5505">314555</cx:pt>
          <cx:pt idx="5506">314628</cx:pt>
          <cx:pt idx="5507">314671</cx:pt>
          <cx:pt idx="5508">314864</cx:pt>
          <cx:pt idx="5509">314864</cx:pt>
          <cx:pt idx="5510">315157</cx:pt>
          <cx:pt idx="5511">315157</cx:pt>
          <cx:pt idx="5512">315230</cx:pt>
          <cx:pt idx="5513">315338</cx:pt>
          <cx:pt idx="5514">315674</cx:pt>
          <cx:pt idx="5515">315833</cx:pt>
          <cx:pt idx="5516">315833</cx:pt>
          <cx:pt idx="5517">315859</cx:pt>
          <cx:pt idx="5518">315956</cx:pt>
          <cx:pt idx="5519">316855</cx:pt>
          <cx:pt idx="5520">317004</cx:pt>
          <cx:pt idx="5521">317236</cx:pt>
          <cx:pt idx="5522">317286</cx:pt>
          <cx:pt idx="5523">317286</cx:pt>
          <cx:pt idx="5524">317487</cx:pt>
          <cx:pt idx="5525">317991</cx:pt>
          <cx:pt idx="5526">318227</cx:pt>
          <cx:pt idx="5527">318413</cx:pt>
          <cx:pt idx="5528">318481</cx:pt>
          <cx:pt idx="5529">318790</cx:pt>
          <cx:pt idx="5530">319420</cx:pt>
          <cx:pt idx="5531">319420</cx:pt>
          <cx:pt idx="5532">319485</cx:pt>
          <cx:pt idx="5533">319706</cx:pt>
          <cx:pt idx="5534">319956</cx:pt>
          <cx:pt idx="5535">320209</cx:pt>
          <cx:pt idx="5536">320232</cx:pt>
          <cx:pt idx="5537">320664</cx:pt>
          <cx:pt idx="5538">320844</cx:pt>
          <cx:pt idx="5539">320925</cx:pt>
          <cx:pt idx="5540">321420</cx:pt>
          <cx:pt idx="5541">321527</cx:pt>
          <cx:pt idx="5542">321560</cx:pt>
          <cx:pt idx="5543">321946</cx:pt>
          <cx:pt idx="5544">322091</cx:pt>
          <cx:pt idx="5545">322126</cx:pt>
          <cx:pt idx="5546">322609</cx:pt>
          <cx:pt idx="5547">322722</cx:pt>
          <cx:pt idx="5548">322863</cx:pt>
          <cx:pt idx="5549">324597</cx:pt>
          <cx:pt idx="5550">324767</cx:pt>
          <cx:pt idx="5551">326407</cx:pt>
          <cx:pt idx="5552">326491</cx:pt>
          <cx:pt idx="5553">326491</cx:pt>
          <cx:pt idx="5554">326809</cx:pt>
          <cx:pt idx="5555">328035</cx:pt>
          <cx:pt idx="5556">328666</cx:pt>
          <cx:pt idx="5557">328666</cx:pt>
          <cx:pt idx="5558">328801</cx:pt>
          <cx:pt idx="5559">329084</cx:pt>
          <cx:pt idx="5560">329474</cx:pt>
          <cx:pt idx="5561">329695</cx:pt>
          <cx:pt idx="5562">329815</cx:pt>
          <cx:pt idx="5563">329815</cx:pt>
          <cx:pt idx="5564">330002</cx:pt>
          <cx:pt idx="5565">330277</cx:pt>
          <cx:pt idx="5566">330406</cx:pt>
          <cx:pt idx="5567">330406</cx:pt>
          <cx:pt idx="5568">330587</cx:pt>
          <cx:pt idx="5569">330587</cx:pt>
          <cx:pt idx="5570">331525</cx:pt>
          <cx:pt idx="5571">332046</cx:pt>
          <cx:pt idx="5572">332954</cx:pt>
          <cx:pt idx="5573">333117</cx:pt>
          <cx:pt idx="5574">333155</cx:pt>
          <cx:pt idx="5575">333472</cx:pt>
          <cx:pt idx="5576">333472</cx:pt>
          <cx:pt idx="5577">335013</cx:pt>
          <cx:pt idx="5578">335074</cx:pt>
          <cx:pt idx="5579">335166</cx:pt>
          <cx:pt idx="5580">335166</cx:pt>
          <cx:pt idx="5581">335184</cx:pt>
          <cx:pt idx="5582">335427</cx:pt>
          <cx:pt idx="5583">335680</cx:pt>
          <cx:pt idx="5584">335981</cx:pt>
          <cx:pt idx="5585">336437</cx:pt>
          <cx:pt idx="5586">336437</cx:pt>
          <cx:pt idx="5587">337187</cx:pt>
          <cx:pt idx="5588">337187</cx:pt>
          <cx:pt idx="5589">337858</cx:pt>
          <cx:pt idx="5590">337868</cx:pt>
          <cx:pt idx="5591">338178</cx:pt>
          <cx:pt idx="5592">338993</cx:pt>
          <cx:pt idx="5593">339789</cx:pt>
          <cx:pt idx="5594">339816</cx:pt>
          <cx:pt idx="5595">340030</cx:pt>
          <cx:pt idx="5596">340030</cx:pt>
          <cx:pt idx="5597">340049</cx:pt>
          <cx:pt idx="5598">340125</cx:pt>
          <cx:pt idx="5599">340125</cx:pt>
          <cx:pt idx="5600">340466</cx:pt>
          <cx:pt idx="5601">340607</cx:pt>
          <cx:pt idx="5602">340638</cx:pt>
          <cx:pt idx="5603">341550</cx:pt>
          <cx:pt idx="5604">341550</cx:pt>
          <cx:pt idx="5605">342149</cx:pt>
          <cx:pt idx="5606">342149</cx:pt>
          <cx:pt idx="5607">342161</cx:pt>
          <cx:pt idx="5608">342161</cx:pt>
          <cx:pt idx="5609">343033</cx:pt>
          <cx:pt idx="5610">343287</cx:pt>
          <cx:pt idx="5611">343287</cx:pt>
          <cx:pt idx="5612">343550</cx:pt>
          <cx:pt idx="5613">343673</cx:pt>
          <cx:pt idx="5614">343903</cx:pt>
          <cx:pt idx="5615">344300</cx:pt>
          <cx:pt idx="5616">344464</cx:pt>
          <cx:pt idx="5617">344464</cx:pt>
          <cx:pt idx="5618">344782</cx:pt>
          <cx:pt idx="5619">345300</cx:pt>
          <cx:pt idx="5620">345843</cx:pt>
          <cx:pt idx="5621">347616</cx:pt>
          <cx:pt idx="5622">347805</cx:pt>
          <cx:pt idx="5623">347805</cx:pt>
          <cx:pt idx="5624">347938</cx:pt>
          <cx:pt idx="5625">347963</cx:pt>
          <cx:pt idx="5626">348288</cx:pt>
          <cx:pt idx="5627">348307</cx:pt>
          <cx:pt idx="5628">348307</cx:pt>
          <cx:pt idx="5629">348898</cx:pt>
          <cx:pt idx="5630">349132</cx:pt>
          <cx:pt idx="5631">349132</cx:pt>
          <cx:pt idx="5632">349314</cx:pt>
          <cx:pt idx="5633">349663</cx:pt>
          <cx:pt idx="5634">350272</cx:pt>
          <cx:pt idx="5635">350877</cx:pt>
          <cx:pt idx="5636">351116</cx:pt>
          <cx:pt idx="5637">351116</cx:pt>
          <cx:pt idx="5638">352722</cx:pt>
          <cx:pt idx="5639">352722</cx:pt>
          <cx:pt idx="5640">353113</cx:pt>
          <cx:pt idx="5641">353767</cx:pt>
          <cx:pt idx="5642">353767</cx:pt>
          <cx:pt idx="5643">354141</cx:pt>
          <cx:pt idx="5644">354141</cx:pt>
          <cx:pt idx="5645">354141</cx:pt>
          <cx:pt idx="5646">354277</cx:pt>
          <cx:pt idx="5647">354760</cx:pt>
          <cx:pt idx="5648">354760</cx:pt>
          <cx:pt idx="5649">355112</cx:pt>
          <cx:pt idx="5650">355112</cx:pt>
          <cx:pt idx="5651">355620</cx:pt>
          <cx:pt idx="5652">355620</cx:pt>
          <cx:pt idx="5653">355775</cx:pt>
          <cx:pt idx="5654">356058</cx:pt>
          <cx:pt idx="5655">356181</cx:pt>
          <cx:pt idx="5656">356181</cx:pt>
          <cx:pt idx="5657">356716</cx:pt>
          <cx:pt idx="5658">356716</cx:pt>
          <cx:pt idx="5659">357277</cx:pt>
          <cx:pt idx="5660">357277</cx:pt>
          <cx:pt idx="5661">357478</cx:pt>
          <cx:pt idx="5662">358429</cx:pt>
          <cx:pt idx="5663">359534</cx:pt>
          <cx:pt idx="5664">360179</cx:pt>
          <cx:pt idx="5665">360828</cx:pt>
          <cx:pt idx="5666">360828</cx:pt>
          <cx:pt idx="5667">361129</cx:pt>
          <cx:pt idx="5668">361129</cx:pt>
          <cx:pt idx="5669">361239</cx:pt>
          <cx:pt idx="5670">363599</cx:pt>
          <cx:pt idx="5671">363960</cx:pt>
          <cx:pt idx="5672">363960</cx:pt>
          <cx:pt idx="5673">364337</cx:pt>
          <cx:pt idx="5674">364346</cx:pt>
          <cx:pt idx="5675">365866</cx:pt>
          <cx:pt idx="5676">366367</cx:pt>
          <cx:pt idx="5677">366367</cx:pt>
          <cx:pt idx="5678">367062</cx:pt>
          <cx:pt idx="5679">367585</cx:pt>
          <cx:pt idx="5680">368464</cx:pt>
          <cx:pt idx="5681">368761</cx:pt>
          <cx:pt idx="5682">368816</cx:pt>
          <cx:pt idx="5683">369157</cx:pt>
          <cx:pt idx="5684">370745</cx:pt>
          <cx:pt idx="5685">370745</cx:pt>
          <cx:pt idx="5686">372603</cx:pt>
          <cx:pt idx="5687">373434</cx:pt>
          <cx:pt idx="5688">373927</cx:pt>
          <cx:pt idx="5689">376215</cx:pt>
          <cx:pt idx="5690">376790</cx:pt>
          <cx:pt idx="5691">376894</cx:pt>
          <cx:pt idx="5692">378894</cx:pt>
          <cx:pt idx="5693">378894</cx:pt>
          <cx:pt idx="5694">379036</cx:pt>
          <cx:pt idx="5695">379306</cx:pt>
          <cx:pt idx="5696">379306</cx:pt>
          <cx:pt idx="5697">379660</cx:pt>
          <cx:pt idx="5698">380192</cx:pt>
          <cx:pt idx="5699">380586</cx:pt>
          <cx:pt idx="5700">381006</cx:pt>
          <cx:pt idx="5701">381123</cx:pt>
          <cx:pt idx="5702">381123</cx:pt>
          <cx:pt idx="5703">382970</cx:pt>
          <cx:pt idx="5704">383242</cx:pt>
          <cx:pt idx="5705">384097</cx:pt>
          <cx:pt idx="5706">384282</cx:pt>
          <cx:pt idx="5707">384282</cx:pt>
          <cx:pt idx="5708">384677</cx:pt>
          <cx:pt idx="5709">385329</cx:pt>
          <cx:pt idx="5710">386189</cx:pt>
          <cx:pt idx="5711">387742</cx:pt>
          <cx:pt idx="5712">388064</cx:pt>
          <cx:pt idx="5713">388064</cx:pt>
          <cx:pt idx="5714">388234</cx:pt>
          <cx:pt idx="5715">389442</cx:pt>
          <cx:pt idx="5716">389442</cx:pt>
          <cx:pt idx="5717">389451</cx:pt>
          <cx:pt idx="5718">389693</cx:pt>
          <cx:pt idx="5719">389693</cx:pt>
          <cx:pt idx="5720">390688</cx:pt>
          <cx:pt idx="5721">391396</cx:pt>
          <cx:pt idx="5722">391396</cx:pt>
          <cx:pt idx="5723">391991</cx:pt>
          <cx:pt idx="5724">392497</cx:pt>
          <cx:pt idx="5725">393421</cx:pt>
          <cx:pt idx="5726">393683</cx:pt>
          <cx:pt idx="5727">394971</cx:pt>
          <cx:pt idx="5728">396695</cx:pt>
          <cx:pt idx="5729">396695</cx:pt>
          <cx:pt idx="5730">397148</cx:pt>
          <cx:pt idx="5731">397587</cx:pt>
          <cx:pt idx="5732">397587</cx:pt>
          <cx:pt idx="5733">398969</cx:pt>
          <cx:pt idx="5734">398969</cx:pt>
          <cx:pt idx="5735">399038</cx:pt>
          <cx:pt idx="5736">399945</cx:pt>
          <cx:pt idx="5737">399978</cx:pt>
          <cx:pt idx="5738">399978</cx:pt>
          <cx:pt idx="5739">400458</cx:pt>
          <cx:pt idx="5740">400706</cx:pt>
          <cx:pt idx="5741">401298</cx:pt>
          <cx:pt idx="5742">401298</cx:pt>
          <cx:pt idx="5743">401737</cx:pt>
          <cx:pt idx="5744">402121</cx:pt>
          <cx:pt idx="5745">402758</cx:pt>
          <cx:pt idx="5746">403168</cx:pt>
          <cx:pt idx="5747">403262</cx:pt>
          <cx:pt idx="5748">403668</cx:pt>
          <cx:pt idx="5749">403711</cx:pt>
          <cx:pt idx="5750">403711</cx:pt>
          <cx:pt idx="5751">404199</cx:pt>
          <cx:pt idx="5752">404670</cx:pt>
          <cx:pt idx="5753">405465</cx:pt>
          <cx:pt idx="5754">405465</cx:pt>
          <cx:pt idx="5755">408596</cx:pt>
          <cx:pt idx="5756">408892</cx:pt>
          <cx:pt idx="5757">409541</cx:pt>
          <cx:pt idx="5758">410200</cx:pt>
          <cx:pt idx="5759">410200</cx:pt>
          <cx:pt idx="5760">410200</cx:pt>
          <cx:pt idx="5761">411245</cx:pt>
          <cx:pt idx="5762">412163</cx:pt>
          <cx:pt idx="5763">412166</cx:pt>
          <cx:pt idx="5764">413601</cx:pt>
          <cx:pt idx="5765">413700</cx:pt>
          <cx:pt idx="5766">414027</cx:pt>
          <cx:pt idx="5767">414546</cx:pt>
          <cx:pt idx="5768">414788</cx:pt>
          <cx:pt idx="5769">414886</cx:pt>
          <cx:pt idx="5770">416720</cx:pt>
          <cx:pt idx="5771">416720</cx:pt>
          <cx:pt idx="5772">417516</cx:pt>
          <cx:pt idx="5773">417671</cx:pt>
          <cx:pt idx="5774">417671</cx:pt>
          <cx:pt idx="5775">418433</cx:pt>
          <cx:pt idx="5776">418922</cx:pt>
          <cx:pt idx="5777">419428</cx:pt>
          <cx:pt idx="5778">420166</cx:pt>
          <cx:pt idx="5779">420469</cx:pt>
          <cx:pt idx="5780">420469</cx:pt>
          <cx:pt idx="5781">420603</cx:pt>
          <cx:pt idx="5782">420603</cx:pt>
          <cx:pt idx="5783">421010</cx:pt>
          <cx:pt idx="5784">421010</cx:pt>
          <cx:pt idx="5785">421528</cx:pt>
          <cx:pt idx="5786">422146</cx:pt>
          <cx:pt idx="5787">424697</cx:pt>
          <cx:pt idx="5788">424697</cx:pt>
          <cx:pt idx="5789">425309</cx:pt>
          <cx:pt idx="5790">426740</cx:pt>
          <cx:pt idx="5791">431807</cx:pt>
          <cx:pt idx="5792">432874</cx:pt>
          <cx:pt idx="5793">433056</cx:pt>
          <cx:pt idx="5794">433410</cx:pt>
          <cx:pt idx="5795">433783</cx:pt>
          <cx:pt idx="5796">433783</cx:pt>
          <cx:pt idx="5797">434010</cx:pt>
          <cx:pt idx="5798">438506</cx:pt>
          <cx:pt idx="5799">439207</cx:pt>
          <cx:pt idx="5800">439207</cx:pt>
          <cx:pt idx="5801">439941</cx:pt>
          <cx:pt idx="5802">440213</cx:pt>
          <cx:pt idx="5803">443622</cx:pt>
          <cx:pt idx="5804">443622</cx:pt>
          <cx:pt idx="5805">444383</cx:pt>
          <cx:pt idx="5806">444383</cx:pt>
          <cx:pt idx="5807">445347</cx:pt>
          <cx:pt idx="5808">445347</cx:pt>
          <cx:pt idx="5809">445407</cx:pt>
          <cx:pt idx="5810">446250</cx:pt>
          <cx:pt idx="5811">447792</cx:pt>
          <cx:pt idx="5812">447881</cx:pt>
          <cx:pt idx="5813">447881</cx:pt>
          <cx:pt idx="5814">448098</cx:pt>
          <cx:pt idx="5815">452999</cx:pt>
          <cx:pt idx="5816">452999</cx:pt>
          <cx:pt idx="5817">452999</cx:pt>
          <cx:pt idx="5818">452999</cx:pt>
          <cx:pt idx="5819">453217</cx:pt>
          <cx:pt idx="5820">453217</cx:pt>
          <cx:pt idx="5821">454062</cx:pt>
          <cx:pt idx="5822">454062</cx:pt>
          <cx:pt idx="5823">457352</cx:pt>
          <cx:pt idx="5824">459333</cx:pt>
          <cx:pt idx="5825">459333</cx:pt>
          <cx:pt idx="5826">460302</cx:pt>
          <cx:pt idx="5827">461857</cx:pt>
          <cx:pt idx="5828">461857</cx:pt>
          <cx:pt idx="5829">462122</cx:pt>
          <cx:pt idx="5830">462122</cx:pt>
          <cx:pt idx="5831">466955</cx:pt>
          <cx:pt idx="5832">466955</cx:pt>
          <cx:pt idx="5833">469076</cx:pt>
          <cx:pt idx="5834">469076</cx:pt>
          <cx:pt idx="5835">470160</cx:pt>
          <cx:pt idx="5836">470917</cx:pt>
          <cx:pt idx="5837">470917</cx:pt>
          <cx:pt idx="5838">471863</cx:pt>
          <cx:pt idx="5839">473119</cx:pt>
          <cx:pt idx="5840">474515</cx:pt>
          <cx:pt idx="5841">474515</cx:pt>
          <cx:pt idx="5842">475645</cx:pt>
          <cx:pt idx="5843">475645</cx:pt>
          <cx:pt idx="5844">477069</cx:pt>
          <cx:pt idx="5845">478962</cx:pt>
          <cx:pt idx="5846">481339</cx:pt>
          <cx:pt idx="5847">481339</cx:pt>
          <cx:pt idx="5848">482743</cx:pt>
          <cx:pt idx="5849">482743</cx:pt>
          <cx:pt idx="5850">485142</cx:pt>
          <cx:pt idx="5851">485142</cx:pt>
          <cx:pt idx="5852">487641</cx:pt>
          <cx:pt idx="5853">489445</cx:pt>
          <cx:pt idx="5854">491207</cx:pt>
          <cx:pt idx="5855">492409</cx:pt>
          <cx:pt idx="5856">493546</cx:pt>
          <cx:pt idx="5857">496840</cx:pt>
          <cx:pt idx="5858">499245</cx:pt>
          <cx:pt idx="5859">503973</cx:pt>
          <cx:pt idx="5860">503973</cx:pt>
          <cx:pt idx="5861">506465</cx:pt>
          <cx:pt idx="5862">506465</cx:pt>
          <cx:pt idx="5863">507188</cx:pt>
          <cx:pt idx="5864">511484</cx:pt>
          <cx:pt idx="5865">512664</cx:pt>
          <cx:pt idx="5866">512664</cx:pt>
          <cx:pt idx="5867">517302</cx:pt>
          <cx:pt idx="5868">518416</cx:pt>
          <cx:pt idx="5869">522257</cx:pt>
          <cx:pt idx="5870">527999</cx:pt>
          <cx:pt idx="5871">527999</cx:pt>
          <cx:pt idx="5872">529062</cx:pt>
          <cx:pt idx="5873">529103</cx:pt>
          <cx:pt idx="5874">529538</cx:pt>
          <cx:pt idx="5875">529538</cx:pt>
          <cx:pt idx="5876">532626</cx:pt>
          <cx:pt idx="5877">532626</cx:pt>
          <cx:pt idx="5878">535088</cx:pt>
          <cx:pt idx="5879">539066</cx:pt>
          <cx:pt idx="5880">540781</cx:pt>
          <cx:pt idx="5881">542436</cx:pt>
          <cx:pt idx="5882">544979</cx:pt>
          <cx:pt idx="5883">545891</cx:pt>
          <cx:pt idx="5884">560778</cx:pt>
          <cx:pt idx="5885">569147</cx:pt>
          <cx:pt idx="5886">569147</cx:pt>
          <cx:pt idx="5887">570732</cx:pt>
          <cx:pt idx="5888">570732</cx:pt>
          <cx:pt idx="5889">573653</cx:pt>
          <cx:pt idx="5890">573653</cx:pt>
          <cx:pt idx="5891">574953</cx:pt>
          <cx:pt idx="5892">580758</cx:pt>
          <cx:pt idx="5893">581943</cx:pt>
          <cx:pt idx="5894">581943</cx:pt>
          <cx:pt idx="5895">581943</cx:pt>
          <cx:pt idx="5896">583185</cx:pt>
          <cx:pt idx="5897">583185</cx:pt>
          <cx:pt idx="5898">584217</cx:pt>
          <cx:pt idx="5899">590257</cx:pt>
          <cx:pt idx="5900">590257</cx:pt>
          <cx:pt idx="5901">596210</cx:pt>
          <cx:pt idx="5902">605871</cx:pt>
          <cx:pt idx="5903">608652</cx:pt>
          <cx:pt idx="5904">610828</cx:pt>
          <cx:pt idx="5905">610828</cx:pt>
          <cx:pt idx="5906">610828</cx:pt>
          <cx:pt idx="5907">610828</cx:pt>
          <cx:pt idx="5908">617244</cx:pt>
          <cx:pt idx="5909">618682</cx:pt>
          <cx:pt idx="5910">618682</cx:pt>
          <cx:pt idx="5911">619276</cx:pt>
          <cx:pt idx="5912">619276</cx:pt>
          <cx:pt idx="5913">619283</cx:pt>
          <cx:pt idx="5914">619283</cx:pt>
          <cx:pt idx="5915">636427</cx:pt>
          <cx:pt idx="5916">636427</cx:pt>
          <cx:pt idx="5917">639101</cx:pt>
          <cx:pt idx="5918">639499</cx:pt>
          <cx:pt idx="5919">639499</cx:pt>
          <cx:pt idx="5920">643741</cx:pt>
          <cx:pt idx="5921">647783</cx:pt>
          <cx:pt idx="5922">649929</cx:pt>
          <cx:pt idx="5923">655735</cx:pt>
          <cx:pt idx="5924">656098</cx:pt>
          <cx:pt idx="5925">656098</cx:pt>
          <cx:pt idx="5926">656098</cx:pt>
          <cx:pt idx="5927">656098</cx:pt>
          <cx:pt idx="5928">657874</cx:pt>
          <cx:pt idx="5929">678494</cx:pt>
          <cx:pt idx="5930">678494</cx:pt>
          <cx:pt idx="5931">680397</cx:pt>
          <cx:pt idx="5932">680669</cx:pt>
          <cx:pt idx="5933">680669</cx:pt>
          <cx:pt idx="5934">694926</cx:pt>
          <cx:pt idx="5935">699096</cx:pt>
          <cx:pt idx="5936">699096</cx:pt>
          <cx:pt idx="5937">706581</cx:pt>
          <cx:pt idx="5938">719623</cx:pt>
          <cx:pt idx="5939">732666</cx:pt>
          <cx:pt idx="5940">732666</cx:pt>
          <cx:pt idx="5941">764213</cx:pt>
          <cx:pt idx="5942">766337</cx:pt>
          <cx:pt idx="5943">769449</cx:pt>
          <cx:pt idx="5944">769449</cx:pt>
          <cx:pt idx="5945">776282</cx:pt>
          <cx:pt idx="5946">804005</cx:pt>
          <cx:pt idx="5947">865497</cx:pt>
          <cx:pt idx="5948">887879</cx:pt>
          <cx:pt idx="5949">887879</cx:pt>
          <cx:pt idx="5950">941716</cx:pt>
          <cx:pt idx="5951">941716</cx:pt>
          <cx:pt idx="5952">1096214</cx:pt>
          <cx:pt idx="5953">1234169</cx:pt>
          <cx:pt idx="5954">1234169</cx:pt>
          <cx:pt idx="5955">1617278</cx:pt>
          <cx:pt idx="5956">1617278</cx:pt>
        </cx:lvl>
      </cx:numDim>
    </cx:data>
  </cx:chartData>
  <cx:chart>
    <cx:plotArea>
      <cx:plotAreaRegion>
        <cx:series layoutId="clusteredColumn" uniqueId="{ABF5ADF3-D2CA-416E-80B9-DD1CBDFFFCEC}">
          <cx:tx>
            <cx:txData>
              <cx:f>'[Input_Test RCM_2803.xlsx]Sheet1'!$B$1</cx:f>
              <cx:v>giá trị đơn hàng</cx:v>
            </cx:txData>
          </cx:tx>
          <cx:spPr>
            <a:solidFill>
              <a:srgbClr val="4472C4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B76B0-299A-4918-B832-AE863373634A}" type="datetimeFigureOut">
              <a:rPr lang="vi-VN" smtClean="0"/>
              <a:t>01/07/2026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0F8E9-8EE5-45E3-9BAD-F6C081DBE77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763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CFBC0C-7204-419B-BE3B-418B891E0F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474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CFBC0C-7204-419B-BE3B-418B891E0F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950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CFBC0C-7204-419B-BE3B-418B891E0F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68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CFBC0C-7204-419B-BE3B-418B891E0F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70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CFBC0C-7204-419B-BE3B-418B891E0F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590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CFBC0C-7204-419B-BE3B-418B891E0F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951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CFBC0C-7204-419B-BE3B-418B891E0F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514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6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250"/>
            </a:lvl1pPr>
            <a:lvl2pPr marL="428625" indent="0" algn="ctr">
              <a:buNone/>
              <a:defRPr sz="1875"/>
            </a:lvl2pPr>
            <a:lvl3pPr marL="857250" indent="0" algn="ctr">
              <a:buNone/>
              <a:defRPr sz="1688"/>
            </a:lvl3pPr>
            <a:lvl4pPr marL="1285875" indent="0" algn="ctr">
              <a:buNone/>
              <a:defRPr sz="1500"/>
            </a:lvl4pPr>
            <a:lvl5pPr marL="1714500" indent="0" algn="ctr">
              <a:buNone/>
              <a:defRPr sz="1500"/>
            </a:lvl5pPr>
            <a:lvl6pPr marL="2143125" indent="0" algn="ctr">
              <a:buNone/>
              <a:defRPr sz="1500"/>
            </a:lvl6pPr>
            <a:lvl7pPr marL="2571750" indent="0" algn="ctr">
              <a:buNone/>
              <a:defRPr sz="1500"/>
            </a:lvl7pPr>
            <a:lvl8pPr marL="3000375" indent="0" algn="ctr">
              <a:buNone/>
              <a:defRPr sz="1500"/>
            </a:lvl8pPr>
            <a:lvl9pPr marL="34290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8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6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1pPr>
            <a:lvl2pPr marL="428625" indent="0">
              <a:buNone/>
              <a:defRPr sz="1875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8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3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8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6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000"/>
            </a:lvl1pPr>
            <a:lvl2pPr>
              <a:defRPr sz="2625"/>
            </a:lvl2pPr>
            <a:lvl3pPr>
              <a:defRPr sz="2250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000"/>
            </a:lvl1pPr>
            <a:lvl2pPr marL="428625" indent="0">
              <a:buNone/>
              <a:defRPr sz="2625"/>
            </a:lvl2pPr>
            <a:lvl3pPr marL="857250" indent="0">
              <a:buNone/>
              <a:defRPr sz="2250"/>
            </a:lvl3pPr>
            <a:lvl4pPr marL="1285875" indent="0">
              <a:buNone/>
              <a:defRPr sz="1875"/>
            </a:lvl4pPr>
            <a:lvl5pPr marL="1714500" indent="0">
              <a:buNone/>
              <a:defRPr sz="1875"/>
            </a:lvl5pPr>
            <a:lvl6pPr marL="2143125" indent="0">
              <a:buNone/>
              <a:defRPr sz="1875"/>
            </a:lvl6pPr>
            <a:lvl7pPr marL="2571750" indent="0">
              <a:buNone/>
              <a:defRPr sz="1875"/>
            </a:lvl7pPr>
            <a:lvl8pPr marL="3000375" indent="0">
              <a:buNone/>
              <a:defRPr sz="1875"/>
            </a:lvl8pPr>
            <a:lvl9pPr marL="3429000" indent="0">
              <a:buNone/>
              <a:defRPr sz="187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68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08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BB879-B10B-43E6-8434-145FC9FCB6B0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E336F-890C-489C-82E3-31E8E634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0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57250" rtl="0" eaLnBrk="1" latinLnBrk="0" hangingPunct="1">
        <a:lnSpc>
          <a:spcPct val="90000"/>
        </a:lnSpc>
        <a:spcBef>
          <a:spcPct val="0"/>
        </a:spcBef>
        <a:buNone/>
        <a:defRPr sz="4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85725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1pPr>
      <a:lvl2pPr marL="6429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0715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3pPr>
      <a:lvl4pPr marL="15001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3574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7860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2146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6433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14/relationships/chartEx" Target="../charts/chartEx1.xml"/><Relationship Id="rId7" Type="http://schemas.microsoft.com/office/2014/relationships/chartEx" Target="../charts/chartEx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microsoft.com/office/2014/relationships/chartEx" Target="../charts/chartEx3.xml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0" Type="http://schemas.openxmlformats.org/officeDocument/2006/relationships/chart" Target="../charts/chart5.xml"/><Relationship Id="rId9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4/relationships/chartEx" Target="../charts/chartEx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4/relationships/chartEx" Target="../charts/chartEx5.xml"/><Relationship Id="rId7" Type="http://schemas.microsoft.com/office/2014/relationships/chartEx" Target="../charts/chartEx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F8D59C6-55C5-379F-0C95-B82FBCE8173E}"/>
              </a:ext>
            </a:extLst>
          </p:cNvPr>
          <p:cNvGrpSpPr/>
          <p:nvPr/>
        </p:nvGrpSpPr>
        <p:grpSpPr>
          <a:xfrm>
            <a:off x="677525" y="847374"/>
            <a:ext cx="2599200" cy="648000"/>
            <a:chOff x="667156" y="3556014"/>
            <a:chExt cx="5255850" cy="239901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AC397E2-E4DC-AE16-5F24-70C930D61BA7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FF54A7-CFA7-3991-5DEF-95282FF06AEA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24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shop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DE3890-72D7-F820-A13A-69094BFE66CF}"/>
              </a:ext>
            </a:extLst>
          </p:cNvPr>
          <p:cNvGrpSpPr/>
          <p:nvPr/>
        </p:nvGrpSpPr>
        <p:grpSpPr>
          <a:xfrm>
            <a:off x="3421314" y="844450"/>
            <a:ext cx="2599200" cy="631872"/>
            <a:chOff x="762607" y="6136043"/>
            <a:chExt cx="5172880" cy="212096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E95EF82-5BE8-2D14-7B64-995CE22AEC3B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2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C489DB-03D0-8EFE-B5D3-A6761A3E32CB}"/>
                </a:ext>
              </a:extLst>
            </p:cNvPr>
            <p:cNvSpPr txBox="1"/>
            <p:nvPr/>
          </p:nvSpPr>
          <p:spPr>
            <a:xfrm>
              <a:off x="762607" y="6177823"/>
              <a:ext cx="5172880" cy="817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148B3B-0B68-8804-380E-020C1E7ACD15}"/>
              </a:ext>
            </a:extLst>
          </p:cNvPr>
          <p:cNvGrpSpPr/>
          <p:nvPr/>
        </p:nvGrpSpPr>
        <p:grpSpPr>
          <a:xfrm>
            <a:off x="6165103" y="847374"/>
            <a:ext cx="2599200" cy="648000"/>
            <a:chOff x="667156" y="3556014"/>
            <a:chExt cx="5255850" cy="239901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6276022-AB9C-3096-8F74-2701C5243E4B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DA7336-C4A6-4899-EB3B-7D62D9887D13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24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non - COD order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DF4F6D-62D6-4764-A046-3BDBBED39954}"/>
              </a:ext>
            </a:extLst>
          </p:cNvPr>
          <p:cNvGrpSpPr/>
          <p:nvPr/>
        </p:nvGrpSpPr>
        <p:grpSpPr>
          <a:xfrm>
            <a:off x="8908891" y="847374"/>
            <a:ext cx="2599200" cy="648000"/>
            <a:chOff x="762607" y="6081908"/>
            <a:chExt cx="5172880" cy="217510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5B63A40-237F-8A38-8364-AB18E0EDBFF6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772E86-F0D9-573D-1077-0C3C76869C68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1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COD order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B1BE3CE-0371-A4E9-1408-F3C94A1558B9}"/>
              </a:ext>
            </a:extLst>
          </p:cNvPr>
          <p:cNvGrpSpPr/>
          <p:nvPr/>
        </p:nvGrpSpPr>
        <p:grpSpPr>
          <a:xfrm>
            <a:off x="703872" y="1650891"/>
            <a:ext cx="2599200" cy="648000"/>
            <a:chOff x="667156" y="3556014"/>
            <a:chExt cx="5255850" cy="239901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8DFEFDB-B2E9-6FD4-D85F-58917C13631F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8FAA0E-212E-BFE1-DD7B-92260D028FF1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24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COD order out of </a:t>
              </a:r>
              <a:r>
                <a:rPr lang="en-US" sz="110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3500k</a:t>
              </a:r>
              <a:endParaRPr lang="en-US" sz="1100">
                <a:solidFill>
                  <a:srgbClr val="5E5BAB">
                    <a:lumMod val="75000"/>
                  </a:srgb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6B8E30A-E192-0938-4A38-7E0D4DC4A984}"/>
              </a:ext>
            </a:extLst>
          </p:cNvPr>
          <p:cNvGrpSpPr/>
          <p:nvPr/>
        </p:nvGrpSpPr>
        <p:grpSpPr>
          <a:xfrm>
            <a:off x="3427698" y="1650891"/>
            <a:ext cx="2599200" cy="648000"/>
            <a:chOff x="762607" y="6081908"/>
            <a:chExt cx="5172880" cy="21751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684256-FE68-37EF-AA28-D51B6ED94E65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010436-A633-A5D2-EF19-407875B96F30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1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order out of 3500k/shop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FCB48E-4DF8-1EE2-B90A-F52F638C600D}"/>
              </a:ext>
            </a:extLst>
          </p:cNvPr>
          <p:cNvGrpSpPr/>
          <p:nvPr/>
        </p:nvGrpSpPr>
        <p:grpSpPr>
          <a:xfrm>
            <a:off x="6171486" y="1650891"/>
            <a:ext cx="2599200" cy="648000"/>
            <a:chOff x="667156" y="3556014"/>
            <a:chExt cx="5255850" cy="2399016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14CAA81-7D94-8B2B-B143-119C112ED5B1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7F8863-0B03-818D-B04D-F51CF68B0FB1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order COD order/shop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4FE9469-8E26-4BEA-2D2F-3F221097E213}"/>
              </a:ext>
            </a:extLst>
          </p:cNvPr>
          <p:cNvGrpSpPr/>
          <p:nvPr/>
        </p:nvGrpSpPr>
        <p:grpSpPr>
          <a:xfrm>
            <a:off x="8915275" y="1650891"/>
            <a:ext cx="2599200" cy="648000"/>
            <a:chOff x="762607" y="6081908"/>
            <a:chExt cx="5172880" cy="2175101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EB23762-6EA1-00B4-6287-466B5BE04C10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52AC16E-3900-9F24-1BCB-A7E8C279A553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1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amount/shop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30023280-9DDD-2E91-A295-BF96B5F8A275}"/>
              </a:ext>
            </a:extLst>
          </p:cNvPr>
          <p:cNvSpPr txBox="1"/>
          <p:nvPr/>
        </p:nvSpPr>
        <p:spPr>
          <a:xfrm>
            <a:off x="423751" y="442648"/>
            <a:ext cx="1033574" cy="3231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020193-B737-A2D9-5ADE-FB9F255AFCF8}"/>
              </a:ext>
            </a:extLst>
          </p:cNvPr>
          <p:cNvGrpSpPr/>
          <p:nvPr/>
        </p:nvGrpSpPr>
        <p:grpSpPr>
          <a:xfrm>
            <a:off x="690620" y="2424882"/>
            <a:ext cx="2599200" cy="648000"/>
            <a:chOff x="667156" y="3556014"/>
            <a:chExt cx="5255850" cy="239901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A035BCB-9043-1C4F-78BD-082C8A0879B0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E5B0B3-678D-31EB-6B94-213C20B4FEB7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amount/shop/day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AAC3D4-0B8A-8926-E080-473D4501934C}"/>
              </a:ext>
            </a:extLst>
          </p:cNvPr>
          <p:cNvGrpSpPr/>
          <p:nvPr/>
        </p:nvGrpSpPr>
        <p:grpSpPr>
          <a:xfrm>
            <a:off x="3463183" y="2424882"/>
            <a:ext cx="8081454" cy="1962000"/>
            <a:chOff x="3463183" y="2675586"/>
            <a:chExt cx="8031486" cy="2476327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28A9DFD-596B-8AC5-AD9F-7B5AFCF044DA}"/>
                </a:ext>
              </a:extLst>
            </p:cNvPr>
            <p:cNvGrpSpPr/>
            <p:nvPr/>
          </p:nvGrpSpPr>
          <p:grpSpPr>
            <a:xfrm>
              <a:off x="3463183" y="2675586"/>
              <a:ext cx="8031486" cy="2476327"/>
              <a:chOff x="5828287" y="4377068"/>
              <a:chExt cx="5884798" cy="2365955"/>
            </a:xfrm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29EEDE2F-8FC1-F0F5-3399-DE6812C0E365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717AA9B-747A-12FE-5D1C-BB806FBC9DBF}"/>
                  </a:ext>
                </a:extLst>
              </p:cNvPr>
              <p:cNvSpPr txBox="1"/>
              <p:nvPr/>
            </p:nvSpPr>
            <p:spPr>
              <a:xfrm>
                <a:off x="6057903" y="4441698"/>
                <a:ext cx="4028423" cy="3154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số lượng đơn COD trung bình của một shop trong 30 ngày gần nhất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8" name="Chart 7">
                  <a:extLst>
                    <a:ext uri="{FF2B5EF4-FFF2-40B4-BE49-F238E27FC236}">
                      <a16:creationId xmlns:a16="http://schemas.microsoft.com/office/drawing/2014/main" id="{B04C7D6A-B92B-3869-91D6-AFA6F5B95C5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002292520"/>
                    </p:ext>
                  </p:extLst>
                </p:nvPr>
              </p:nvGraphicFramePr>
              <p:xfrm>
                <a:off x="3776560" y="3061114"/>
                <a:ext cx="7504668" cy="204505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3"/>
                </a:graphicData>
              </a:graphic>
            </p:graphicFrame>
          </mc:Choice>
          <mc:Fallback xmlns="">
            <p:pic>
              <p:nvPicPr>
                <p:cNvPr id="8" name="Chart 7">
                  <a:extLst>
                    <a:ext uri="{FF2B5EF4-FFF2-40B4-BE49-F238E27FC236}">
                      <a16:creationId xmlns:a16="http://schemas.microsoft.com/office/drawing/2014/main" id="{B04C7D6A-B92B-3869-91D6-AFA6F5B95C5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78510" y="2730337"/>
                  <a:ext cx="7551358" cy="16203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5C84B0-22DD-08A5-FB66-5C8394DC15A0}"/>
              </a:ext>
            </a:extLst>
          </p:cNvPr>
          <p:cNvGrpSpPr/>
          <p:nvPr/>
        </p:nvGrpSpPr>
        <p:grpSpPr>
          <a:xfrm>
            <a:off x="3513151" y="4550712"/>
            <a:ext cx="8031486" cy="1962977"/>
            <a:chOff x="3463183" y="2675586"/>
            <a:chExt cx="8031486" cy="247632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7FB5F45-963A-362C-17EA-3381A3767E93}"/>
                </a:ext>
              </a:extLst>
            </p:cNvPr>
            <p:cNvGrpSpPr/>
            <p:nvPr/>
          </p:nvGrpSpPr>
          <p:grpSpPr>
            <a:xfrm>
              <a:off x="3463183" y="2675586"/>
              <a:ext cx="8031486" cy="2476327"/>
              <a:chOff x="5828287" y="4377068"/>
              <a:chExt cx="5884798" cy="2365955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058645C-FAC0-AAC1-69D3-6EAE51CCB3FB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EC9E25E-2DDC-EC49-8ECA-FA5E52F3CF73}"/>
                  </a:ext>
                </a:extLst>
              </p:cNvPr>
              <p:cNvSpPr txBox="1"/>
              <p:nvPr/>
            </p:nvSpPr>
            <p:spPr>
              <a:xfrm>
                <a:off x="6057903" y="4441698"/>
                <a:ext cx="4028423" cy="3153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giá trị đơn hàng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COD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trung bình của một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shop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trong 30 ngày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hần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nhất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593050137"/>
                    </p:ext>
                  </p:extLst>
                </p:nvPr>
              </p:nvGraphicFramePr>
              <p:xfrm>
                <a:off x="3776560" y="3061114"/>
                <a:ext cx="7504668" cy="204505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7"/>
                </a:graphicData>
              </a:graphic>
            </p:graphicFrame>
          </mc:Choice>
          <mc:Fallback xmlns="">
            <p:pic>
              <p:nvPic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26528" y="4856319"/>
                  <a:ext cx="7504668" cy="162110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84EADB5-36C7-B0DB-5D79-AFFE9C6A30AC}"/>
              </a:ext>
            </a:extLst>
          </p:cNvPr>
          <p:cNvSpPr/>
          <p:nvPr/>
        </p:nvSpPr>
        <p:spPr>
          <a:xfrm>
            <a:off x="11658930" y="6300398"/>
            <a:ext cx="438381" cy="442625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C1770B-45B0-DE5A-8E9E-9772E539975D}"/>
              </a:ext>
            </a:extLst>
          </p:cNvPr>
          <p:cNvGrpSpPr/>
          <p:nvPr/>
        </p:nvGrpSpPr>
        <p:grpSpPr>
          <a:xfrm>
            <a:off x="623873" y="3185310"/>
            <a:ext cx="2720679" cy="3328379"/>
            <a:chOff x="661845" y="2890248"/>
            <a:chExt cx="2786622" cy="181306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2DD3A2A-195A-B215-B19F-F433492B33AB}"/>
                </a:ext>
              </a:extLst>
            </p:cNvPr>
            <p:cNvSpPr/>
            <p:nvPr/>
          </p:nvSpPr>
          <p:spPr>
            <a:xfrm>
              <a:off x="661845" y="2890248"/>
              <a:ext cx="2679109" cy="1813060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9372"/>
              <a:endParaRPr lang="en-US" sz="4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B89B9B-EDB6-00D2-5E1D-01E3816E3136}"/>
                </a:ext>
              </a:extLst>
            </p:cNvPr>
            <p:cNvSpPr txBox="1"/>
            <p:nvPr/>
          </p:nvSpPr>
          <p:spPr>
            <a:xfrm>
              <a:off x="705203" y="2959606"/>
              <a:ext cx="2743264" cy="138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9372"/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Tuổi</a:t>
              </a:r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shop</a:t>
              </a:r>
              <a:endParaRPr lang="vi-VN" sz="105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aphicFrame>
          <p:nvGraphicFramePr>
            <p:cNvPr id="44" name="Chart 43">
              <a:extLst>
                <a:ext uri="{FF2B5EF4-FFF2-40B4-BE49-F238E27FC236}">
                  <a16:creationId xmlns:a16="http://schemas.microsoft.com/office/drawing/2014/main" id="{3E5670EF-5431-B64F-98FB-F77B8494F8F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55732846"/>
                </p:ext>
              </p:extLst>
            </p:nvPr>
          </p:nvGraphicFramePr>
          <p:xfrm>
            <a:off x="761628" y="3022993"/>
            <a:ext cx="2468240" cy="15683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E84D1EE-473D-CE03-254B-72DE7F7CD5F0}"/>
              </a:ext>
            </a:extLst>
          </p:cNvPr>
          <p:cNvGrpSpPr/>
          <p:nvPr/>
        </p:nvGrpSpPr>
        <p:grpSpPr>
          <a:xfrm>
            <a:off x="2456187" y="-10778"/>
            <a:ext cx="9735813" cy="382489"/>
            <a:chOff x="2456187" y="109294"/>
            <a:chExt cx="9543857" cy="3824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281471-F851-0710-14A0-92B4A6CA258A}"/>
                </a:ext>
              </a:extLst>
            </p:cNvPr>
            <p:cNvSpPr/>
            <p:nvPr/>
          </p:nvSpPr>
          <p:spPr>
            <a:xfrm>
              <a:off x="2456187" y="114977"/>
              <a:ext cx="9543857" cy="376806"/>
            </a:xfrm>
            <a:prstGeom prst="rect">
              <a:avLst/>
            </a:prstGeom>
            <a:solidFill>
              <a:srgbClr val="2A5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endParaRPr lang="en-US" sz="676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0B713DE-351F-2D91-A232-E92B33039ADF}"/>
                </a:ext>
              </a:extLst>
            </p:cNvPr>
            <p:cNvSpPr/>
            <p:nvPr/>
          </p:nvSpPr>
          <p:spPr>
            <a:xfrm>
              <a:off x="6588034" y="151332"/>
              <a:ext cx="902479" cy="311041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Field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979F8F8-3497-02FD-B4C3-5271D61039C3}"/>
                </a:ext>
              </a:extLst>
            </p:cNvPr>
            <p:cNvSpPr txBox="1"/>
            <p:nvPr/>
          </p:nvSpPr>
          <p:spPr>
            <a:xfrm>
              <a:off x="2561360" y="133449"/>
              <a:ext cx="31621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7296"/>
              <a:r>
                <a:rPr lang="en-US" sz="1500" b="1" dirty="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QUẢN LÝ KHÁCH HÀNG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66947E8-ADE5-51BE-25CB-3C41AD56044E}"/>
                </a:ext>
              </a:extLst>
            </p:cNvPr>
            <p:cNvSpPr/>
            <p:nvPr/>
          </p:nvSpPr>
          <p:spPr>
            <a:xfrm>
              <a:off x="5566031" y="144705"/>
              <a:ext cx="902479" cy="311041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range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2B7DF65-B7C6-66DC-C33E-737956784E6C}"/>
                </a:ext>
              </a:extLst>
            </p:cNvPr>
            <p:cNvCxnSpPr/>
            <p:nvPr/>
          </p:nvCxnSpPr>
          <p:spPr>
            <a:xfrm>
              <a:off x="7620000" y="390069"/>
              <a:ext cx="1203680" cy="0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74AD48C-9B33-DD12-EB11-5FA427C2E535}"/>
                </a:ext>
              </a:extLst>
            </p:cNvPr>
            <p:cNvSpPr/>
            <p:nvPr/>
          </p:nvSpPr>
          <p:spPr>
            <a:xfrm>
              <a:off x="7770600" y="109294"/>
              <a:ext cx="902479" cy="31104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 err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Khoảng</a:t>
              </a:r>
              <a:endParaRPr lang="en-US"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03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BAAC3D4-0B8A-8926-E080-473D4501934C}"/>
              </a:ext>
            </a:extLst>
          </p:cNvPr>
          <p:cNvGrpSpPr/>
          <p:nvPr/>
        </p:nvGrpSpPr>
        <p:grpSpPr>
          <a:xfrm>
            <a:off x="5426013" y="380709"/>
            <a:ext cx="6365862" cy="2830995"/>
            <a:chOff x="3463183" y="2675586"/>
            <a:chExt cx="8193330" cy="2476327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28A9DFD-596B-8AC5-AD9F-7B5AFCF044DA}"/>
                </a:ext>
              </a:extLst>
            </p:cNvPr>
            <p:cNvGrpSpPr/>
            <p:nvPr/>
          </p:nvGrpSpPr>
          <p:grpSpPr>
            <a:xfrm>
              <a:off x="3463183" y="2675586"/>
              <a:ext cx="8193330" cy="2476327"/>
              <a:chOff x="5828287" y="4377068"/>
              <a:chExt cx="6003384" cy="2365955"/>
            </a:xfrm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29EEDE2F-8FC1-F0F5-3399-DE6812C0E365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717AA9B-747A-12FE-5D1C-BB806FBC9DBF}"/>
                  </a:ext>
                </a:extLst>
              </p:cNvPr>
              <p:cNvSpPr txBox="1"/>
              <p:nvPr/>
            </p:nvSpPr>
            <p:spPr>
              <a:xfrm>
                <a:off x="6057903" y="4441698"/>
                <a:ext cx="5773768" cy="31260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giá trị trung bình đơn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COD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bị hoàn của một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shop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trong 30 ngày 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n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hần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nhất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8" name="Chart 7">
                  <a:extLst>
                    <a:ext uri="{FF2B5EF4-FFF2-40B4-BE49-F238E27FC236}">
                      <a16:creationId xmlns:a16="http://schemas.microsoft.com/office/drawing/2014/main" id="{B04C7D6A-B92B-3869-91D6-AFA6F5B95C5B}"/>
                    </a:ext>
                  </a:extLst>
                </p:cNvPr>
                <p:cNvGraphicFramePr/>
                <p:nvPr/>
              </p:nvGraphicFramePr>
              <p:xfrm>
                <a:off x="3776560" y="3061114"/>
                <a:ext cx="7504668" cy="204505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3"/>
                </a:graphicData>
              </a:graphic>
            </p:graphicFrame>
          </mc:Choice>
          <mc:Fallback xmlns="">
            <p:pic>
              <p:nvPicPr>
                <p:cNvPr id="8" name="Chart 7">
                  <a:extLst>
                    <a:ext uri="{FF2B5EF4-FFF2-40B4-BE49-F238E27FC236}">
                      <a16:creationId xmlns:a16="http://schemas.microsoft.com/office/drawing/2014/main" id="{B04C7D6A-B92B-3869-91D6-AFA6F5B95C5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69493" y="821454"/>
                  <a:ext cx="5830801" cy="233795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0663010-25FE-04FD-1A51-768EC381FD26}"/>
              </a:ext>
            </a:extLst>
          </p:cNvPr>
          <p:cNvGrpSpPr/>
          <p:nvPr/>
        </p:nvGrpSpPr>
        <p:grpSpPr>
          <a:xfrm>
            <a:off x="226915" y="507971"/>
            <a:ext cx="2643336" cy="2799068"/>
            <a:chOff x="580762" y="2890248"/>
            <a:chExt cx="2760192" cy="181306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B6E6A29-04D9-FF20-B9DF-2812993BC596}"/>
                </a:ext>
              </a:extLst>
            </p:cNvPr>
            <p:cNvSpPr/>
            <p:nvPr/>
          </p:nvSpPr>
          <p:spPr>
            <a:xfrm>
              <a:off x="661845" y="2890248"/>
              <a:ext cx="2679109" cy="1813060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9372"/>
              <a:endParaRPr lang="en-US" sz="4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0742F8D-AD6B-D7A0-12D0-00213EE25BB9}"/>
                </a:ext>
              </a:extLst>
            </p:cNvPr>
            <p:cNvSpPr txBox="1"/>
            <p:nvPr/>
          </p:nvSpPr>
          <p:spPr>
            <a:xfrm>
              <a:off x="580762" y="2936715"/>
              <a:ext cx="2743264" cy="286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9372"/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Tỷ</a:t>
              </a:r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lệ</a:t>
              </a:r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giao</a:t>
              </a:r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hàng</a:t>
              </a:r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thành</a:t>
              </a:r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công</a:t>
              </a:r>
              <a:endParaRPr lang="en-US" sz="1050">
                <a:solidFill>
                  <a:srgbClr val="5E5BAB">
                    <a:lumMod val="75000"/>
                  </a:srgb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 defTabSz="129372"/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trung</a:t>
              </a:r>
              <a:r>
                <a:rPr lang="en-US" sz="105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bình</a:t>
              </a:r>
              <a:endParaRPr lang="vi-VN" sz="105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aphicFrame>
          <p:nvGraphicFramePr>
            <p:cNvPr id="50" name="Chart 49">
              <a:extLst>
                <a:ext uri="{FF2B5EF4-FFF2-40B4-BE49-F238E27FC236}">
                  <a16:creationId xmlns:a16="http://schemas.microsoft.com/office/drawing/2014/main" id="{5036B9F9-5EE0-6605-230B-9E743C5F2F0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17094847"/>
                </p:ext>
              </p:extLst>
            </p:nvPr>
          </p:nvGraphicFramePr>
          <p:xfrm>
            <a:off x="761629" y="3215076"/>
            <a:ext cx="2335170" cy="14264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A85EF9E-7A81-309D-3932-053186109CEE}"/>
              </a:ext>
            </a:extLst>
          </p:cNvPr>
          <p:cNvGrpSpPr/>
          <p:nvPr/>
        </p:nvGrpSpPr>
        <p:grpSpPr>
          <a:xfrm>
            <a:off x="2965812" y="517931"/>
            <a:ext cx="2627124" cy="2789108"/>
            <a:chOff x="300143" y="3082454"/>
            <a:chExt cx="2932254" cy="19800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8D5416E-94CB-FFD9-A870-F4892018CD15}"/>
                </a:ext>
              </a:extLst>
            </p:cNvPr>
            <p:cNvGrpSpPr/>
            <p:nvPr/>
          </p:nvGrpSpPr>
          <p:grpSpPr>
            <a:xfrm>
              <a:off x="300143" y="3082454"/>
              <a:ext cx="2932254" cy="1980000"/>
              <a:chOff x="657914" y="2890248"/>
              <a:chExt cx="2743264" cy="1813060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322ACB08-A739-B5D7-4D12-8ECF63464227}"/>
                  </a:ext>
                </a:extLst>
              </p:cNvPr>
              <p:cNvSpPr/>
              <p:nvPr/>
            </p:nvSpPr>
            <p:spPr>
              <a:xfrm>
                <a:off x="661845" y="2890248"/>
                <a:ext cx="2679109" cy="1813060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9372"/>
                <a:endParaRPr lang="en-US" sz="4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6F4AF46-F08A-30D9-02E5-2C6086C51676}"/>
                  </a:ext>
                </a:extLst>
              </p:cNvPr>
              <p:cNvSpPr txBox="1"/>
              <p:nvPr/>
            </p:nvSpPr>
            <p:spPr>
              <a:xfrm>
                <a:off x="657914" y="2919801"/>
                <a:ext cx="2743264" cy="174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29372"/>
                <a:endParaRPr lang="vi-VN" sz="105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aphicFrame>
            <p:nvGraphicFramePr>
              <p:cNvPr id="45" name="Chart 44">
                <a:extLst>
                  <a:ext uri="{FF2B5EF4-FFF2-40B4-BE49-F238E27FC236}">
                    <a16:creationId xmlns:a16="http://schemas.microsoft.com/office/drawing/2014/main" id="{B18A35DF-E967-9109-61CA-00B9D61442F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77127551"/>
                  </p:ext>
                </p:extLst>
              </p:nvPr>
            </p:nvGraphicFramePr>
            <p:xfrm>
              <a:off x="761629" y="3215076"/>
              <a:ext cx="2362612" cy="137625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7689271-AC17-35C7-26A3-7635C18501FC}"/>
                </a:ext>
              </a:extLst>
            </p:cNvPr>
            <p:cNvSpPr txBox="1"/>
            <p:nvPr/>
          </p:nvSpPr>
          <p:spPr>
            <a:xfrm>
              <a:off x="377606" y="3154310"/>
              <a:ext cx="2712793" cy="3134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err="1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Phân</a:t>
              </a:r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bổ</a:t>
              </a:r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tần</a:t>
              </a:r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suất</a:t>
              </a:r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gửi</a:t>
              </a:r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050" err="1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hàng</a:t>
              </a:r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COD </a:t>
              </a:r>
              <a:r>
                <a:rPr lang="en-US" sz="1050" err="1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của</a:t>
              </a:r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</a:p>
            <a:p>
              <a:pPr algn="ctr"/>
              <a:r>
                <a:rPr lang="en-US" sz="105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shop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CDF8EFE-EA45-9350-544C-345A417C59A7}"/>
              </a:ext>
            </a:extLst>
          </p:cNvPr>
          <p:cNvGrpSpPr/>
          <p:nvPr/>
        </p:nvGrpSpPr>
        <p:grpSpPr>
          <a:xfrm>
            <a:off x="235189" y="3429000"/>
            <a:ext cx="5300073" cy="3009553"/>
            <a:chOff x="3296648" y="3142193"/>
            <a:chExt cx="8081454" cy="19800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2AFDF35-0AAF-D009-B6F0-38F3A111BCAA}"/>
                </a:ext>
              </a:extLst>
            </p:cNvPr>
            <p:cNvGrpSpPr/>
            <p:nvPr/>
          </p:nvGrpSpPr>
          <p:grpSpPr>
            <a:xfrm>
              <a:off x="3296648" y="3142193"/>
              <a:ext cx="8081454" cy="1980000"/>
              <a:chOff x="5796926" y="4459814"/>
              <a:chExt cx="5884798" cy="2365955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5188B4BD-E8D9-69A9-8E14-BD25273A6CC7}"/>
                  </a:ext>
                </a:extLst>
              </p:cNvPr>
              <p:cNvSpPr/>
              <p:nvPr/>
            </p:nvSpPr>
            <p:spPr>
              <a:xfrm>
                <a:off x="5796926" y="4459814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2F15BC1-C280-1BBB-5732-D460D401B2B4}"/>
                  </a:ext>
                </a:extLst>
              </p:cNvPr>
              <p:cNvSpPr txBox="1"/>
              <p:nvPr/>
            </p:nvSpPr>
            <p:spPr>
              <a:xfrm>
                <a:off x="6057903" y="4487271"/>
                <a:ext cx="5546599" cy="3226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shop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theo tỷ lệ đơn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COD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p:graphicFrame>
          <p:nvGraphicFramePr>
            <p:cNvPr id="59" name="Chart 58">
              <a:extLst>
                <a:ext uri="{FF2B5EF4-FFF2-40B4-BE49-F238E27FC236}">
                  <a16:creationId xmlns:a16="http://schemas.microsoft.com/office/drawing/2014/main" id="{89A9DDC4-A85B-9468-0E89-E4A07F4C9E8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3733206"/>
                </p:ext>
              </p:extLst>
            </p:nvPr>
          </p:nvGraphicFramePr>
          <p:xfrm>
            <a:off x="3471325" y="3349695"/>
            <a:ext cx="7800730" cy="16796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FD3B36B-581C-F2B8-3FEB-31434BE4BE96}"/>
              </a:ext>
            </a:extLst>
          </p:cNvPr>
          <p:cNvGrpSpPr/>
          <p:nvPr/>
        </p:nvGrpSpPr>
        <p:grpSpPr>
          <a:xfrm>
            <a:off x="5634182" y="3429000"/>
            <a:ext cx="6322629" cy="3051176"/>
            <a:chOff x="3339715" y="3072945"/>
            <a:chExt cx="8081454" cy="204393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16D29A6-CB34-C223-3121-9D0352E71ADE}"/>
                </a:ext>
              </a:extLst>
            </p:cNvPr>
            <p:cNvGrpSpPr/>
            <p:nvPr/>
          </p:nvGrpSpPr>
          <p:grpSpPr>
            <a:xfrm>
              <a:off x="3339715" y="3072945"/>
              <a:ext cx="8081454" cy="1980000"/>
              <a:chOff x="5828287" y="4377068"/>
              <a:chExt cx="5884798" cy="2365955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F688645-EC14-3B29-7940-82E78B5536DD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4FA52F-FB9A-6EBA-DA5F-CA841A82EAF8}"/>
                  </a:ext>
                </a:extLst>
              </p:cNvPr>
              <p:cNvSpPr txBox="1"/>
              <p:nvPr/>
            </p:nvSpPr>
            <p:spPr>
              <a:xfrm>
                <a:off x="6057903" y="4441697"/>
                <a:ext cx="5546599" cy="3226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Phân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bổ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shop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theo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tổng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giá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trị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đơn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COD</a:t>
                </a:r>
              </a:p>
            </p:txBody>
          </p:sp>
        </p:grpSp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A88FF11A-B659-45B9-432A-3BDFB112EB6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9804932"/>
                </p:ext>
              </p:extLst>
            </p:nvPr>
          </p:nvGraphicFramePr>
          <p:xfrm>
            <a:off x="3471325" y="3437187"/>
            <a:ext cx="7800730" cy="16796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A0B7E5-F8EA-C3D0-CE48-C5FDF17C2AA0}"/>
              </a:ext>
            </a:extLst>
          </p:cNvPr>
          <p:cNvGrpSpPr/>
          <p:nvPr/>
        </p:nvGrpSpPr>
        <p:grpSpPr>
          <a:xfrm>
            <a:off x="2354590" y="-1539"/>
            <a:ext cx="9846649" cy="382489"/>
            <a:chOff x="2456187" y="109294"/>
            <a:chExt cx="9543857" cy="3824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072A82-5422-0C13-934E-0CA8153D46BE}"/>
                </a:ext>
              </a:extLst>
            </p:cNvPr>
            <p:cNvSpPr/>
            <p:nvPr/>
          </p:nvSpPr>
          <p:spPr>
            <a:xfrm>
              <a:off x="2456187" y="114977"/>
              <a:ext cx="9543857" cy="376806"/>
            </a:xfrm>
            <a:prstGeom prst="rect">
              <a:avLst/>
            </a:prstGeom>
            <a:solidFill>
              <a:srgbClr val="2A5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endParaRPr lang="en-US" sz="676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75CC50-4161-462F-F873-FFAAFEADA407}"/>
                </a:ext>
              </a:extLst>
            </p:cNvPr>
            <p:cNvSpPr/>
            <p:nvPr/>
          </p:nvSpPr>
          <p:spPr>
            <a:xfrm>
              <a:off x="6588034" y="151332"/>
              <a:ext cx="902479" cy="311041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Field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3D5CFF-686C-6DF9-AF41-D79688ABE8B6}"/>
                </a:ext>
              </a:extLst>
            </p:cNvPr>
            <p:cNvSpPr txBox="1"/>
            <p:nvPr/>
          </p:nvSpPr>
          <p:spPr>
            <a:xfrm>
              <a:off x="2561360" y="133449"/>
              <a:ext cx="31621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7296"/>
              <a:r>
                <a:rPr lang="en-US" sz="1500" b="1" err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QUẢN</a:t>
              </a:r>
              <a:r>
                <a:rPr lang="en-US" sz="1500" b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LÝ </a:t>
              </a:r>
              <a:r>
                <a:rPr lang="en-US" sz="1500" b="1" err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KHÁCH</a:t>
              </a:r>
              <a:r>
                <a:rPr lang="en-US" sz="1500" b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500" b="1" err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HÀNG</a:t>
              </a:r>
              <a:endPara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8BE54B0-47AD-C76F-5D02-9D525E6D3A61}"/>
                </a:ext>
              </a:extLst>
            </p:cNvPr>
            <p:cNvSpPr/>
            <p:nvPr/>
          </p:nvSpPr>
          <p:spPr>
            <a:xfrm>
              <a:off x="5566031" y="144705"/>
              <a:ext cx="902479" cy="311041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range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BF8CF07-A0F5-95AB-96D4-E633AC57F7BA}"/>
                </a:ext>
              </a:extLst>
            </p:cNvPr>
            <p:cNvCxnSpPr/>
            <p:nvPr/>
          </p:nvCxnSpPr>
          <p:spPr>
            <a:xfrm>
              <a:off x="7620000" y="390069"/>
              <a:ext cx="1203680" cy="0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97F3D6B-6515-C2A1-5DFF-5F9D0D51BB96}"/>
                </a:ext>
              </a:extLst>
            </p:cNvPr>
            <p:cNvSpPr/>
            <p:nvPr/>
          </p:nvSpPr>
          <p:spPr>
            <a:xfrm>
              <a:off x="7770600" y="109294"/>
              <a:ext cx="902479" cy="31104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 err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Khoảng</a:t>
              </a:r>
              <a:endParaRPr lang="en-US"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Arrow: Left 51">
            <a:extLst>
              <a:ext uri="{FF2B5EF4-FFF2-40B4-BE49-F238E27FC236}">
                <a16:creationId xmlns:a16="http://schemas.microsoft.com/office/drawing/2014/main" id="{47745C36-6BCD-BF1A-3867-06D751C12D3E}"/>
              </a:ext>
            </a:extLst>
          </p:cNvPr>
          <p:cNvSpPr/>
          <p:nvPr/>
        </p:nvSpPr>
        <p:spPr>
          <a:xfrm>
            <a:off x="94690" y="6483861"/>
            <a:ext cx="376470" cy="296049"/>
          </a:xfrm>
          <a:prstGeom prst="lef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84EADB5-36C7-B0DB-5D79-AFFE9C6A30AC}"/>
              </a:ext>
            </a:extLst>
          </p:cNvPr>
          <p:cNvSpPr/>
          <p:nvPr/>
        </p:nvSpPr>
        <p:spPr>
          <a:xfrm>
            <a:off x="11692709" y="6480176"/>
            <a:ext cx="388848" cy="334894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4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5AE205A7-48B6-BFBD-E209-9F00CED3F65E}"/>
              </a:ext>
            </a:extLst>
          </p:cNvPr>
          <p:cNvGrpSpPr/>
          <p:nvPr/>
        </p:nvGrpSpPr>
        <p:grpSpPr>
          <a:xfrm>
            <a:off x="893539" y="732130"/>
            <a:ext cx="5304526" cy="5700368"/>
            <a:chOff x="471160" y="831863"/>
            <a:chExt cx="5304526" cy="5700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1F745F-B6E7-990F-8892-2D199D65FD72}"/>
                </a:ext>
              </a:extLst>
            </p:cNvPr>
            <p:cNvGrpSpPr/>
            <p:nvPr/>
          </p:nvGrpSpPr>
          <p:grpSpPr>
            <a:xfrm>
              <a:off x="471160" y="3650956"/>
              <a:ext cx="5304526" cy="2881275"/>
              <a:chOff x="3339715" y="3072945"/>
              <a:chExt cx="8081454" cy="2043935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B6B62C1-556B-E777-9D0B-6267B7D64E51}"/>
                  </a:ext>
                </a:extLst>
              </p:cNvPr>
              <p:cNvGrpSpPr/>
              <p:nvPr/>
            </p:nvGrpSpPr>
            <p:grpSpPr>
              <a:xfrm>
                <a:off x="3339715" y="3072945"/>
                <a:ext cx="8081454" cy="1980000"/>
                <a:chOff x="5828287" y="4377068"/>
                <a:chExt cx="5884798" cy="2365955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F41FD7A7-7AC2-74A4-8B0A-A167DCC97322}"/>
                    </a:ext>
                  </a:extLst>
                </p:cNvPr>
                <p:cNvSpPr/>
                <p:nvPr/>
              </p:nvSpPr>
              <p:spPr>
                <a:xfrm>
                  <a:off x="5828287" y="4377068"/>
                  <a:ext cx="5884798" cy="2365955"/>
                </a:xfrm>
                <a:prstGeom prst="round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700">
                    <a:solidFill>
                      <a:prstClr val="white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D8BA896-AA1B-FFF5-CA2F-62BA8BDB5C5E}"/>
                    </a:ext>
                  </a:extLst>
                </p:cNvPr>
                <p:cNvSpPr txBox="1"/>
                <p:nvPr/>
              </p:nvSpPr>
              <p:spPr>
                <a:xfrm>
                  <a:off x="6057903" y="4472090"/>
                  <a:ext cx="5546599" cy="3226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>
                    <a:defRPr/>
                  </a:pPr>
                  <a:r>
                    <a:rPr lang="vi-VN" sz="1100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Phân bổ </a:t>
                  </a:r>
                  <a:r>
                    <a:rPr lang="vi-VN" sz="1100" err="1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shop</a:t>
                  </a:r>
                  <a:r>
                    <a:rPr lang="vi-VN" sz="1100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 theo số lượng đơn </a:t>
                  </a:r>
                  <a:r>
                    <a:rPr lang="vi-VN" sz="1100" err="1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COD</a:t>
                  </a:r>
                  <a:r>
                    <a:rPr lang="vi-VN" sz="1100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 hoàn</a:t>
                  </a:r>
                  <a:endParaRPr lang="en-US" sz="1100">
                    <a:solidFill>
                      <a:srgbClr val="5E5BAB"/>
                    </a:solidFill>
                    <a:latin typeface="Segoe UI"/>
                    <a:cs typeface="Segoe UI"/>
                  </a:endParaRPr>
                </a:p>
              </p:txBody>
            </p:sp>
          </p:grpSp>
          <p:graphicFrame>
            <p:nvGraphicFramePr>
              <p:cNvPr id="17" name="Chart 16">
                <a:extLst>
                  <a:ext uri="{FF2B5EF4-FFF2-40B4-BE49-F238E27FC236}">
                    <a16:creationId xmlns:a16="http://schemas.microsoft.com/office/drawing/2014/main" id="{8C0EB76F-F410-DD7E-F39B-B2EADF204EE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48221179"/>
                  </p:ext>
                </p:extLst>
              </p:nvPr>
            </p:nvGraphicFramePr>
            <p:xfrm>
              <a:off x="3471325" y="3311875"/>
              <a:ext cx="7800730" cy="180500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E83FAF0-DA1F-AEC1-97D4-760C2BD9E620}"/>
                </a:ext>
              </a:extLst>
            </p:cNvPr>
            <p:cNvGrpSpPr/>
            <p:nvPr/>
          </p:nvGrpSpPr>
          <p:grpSpPr>
            <a:xfrm>
              <a:off x="471160" y="831863"/>
              <a:ext cx="5304526" cy="2819095"/>
              <a:chOff x="3339715" y="3072945"/>
              <a:chExt cx="8081454" cy="203408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BC18751-6813-F251-1F0F-2D2997D9B17C}"/>
                  </a:ext>
                </a:extLst>
              </p:cNvPr>
              <p:cNvGrpSpPr/>
              <p:nvPr/>
            </p:nvGrpSpPr>
            <p:grpSpPr>
              <a:xfrm>
                <a:off x="3339715" y="3072945"/>
                <a:ext cx="8081454" cy="1980000"/>
                <a:chOff x="5828287" y="4377068"/>
                <a:chExt cx="5884798" cy="2365955"/>
              </a:xfrm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1B1499B1-C7F5-B22A-80ED-9FFC3AC8595A}"/>
                    </a:ext>
                  </a:extLst>
                </p:cNvPr>
                <p:cNvSpPr/>
                <p:nvPr/>
              </p:nvSpPr>
              <p:spPr>
                <a:xfrm>
                  <a:off x="5828287" y="4377068"/>
                  <a:ext cx="5884798" cy="2365955"/>
                </a:xfrm>
                <a:prstGeom prst="roundRect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700">
                    <a:solidFill>
                      <a:prstClr val="white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21AE373-351E-E960-01F5-4B7657EF35C8}"/>
                    </a:ext>
                  </a:extLst>
                </p:cNvPr>
                <p:cNvSpPr txBox="1"/>
                <p:nvPr/>
              </p:nvSpPr>
              <p:spPr>
                <a:xfrm>
                  <a:off x="6057903" y="4441697"/>
                  <a:ext cx="5546599" cy="3226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>
                    <a:defRPr/>
                  </a:pPr>
                  <a:r>
                    <a:rPr lang="vi-VN" sz="1100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Phân bổ số lượng </a:t>
                  </a:r>
                  <a:r>
                    <a:rPr lang="vi-VN" sz="1100" err="1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shop</a:t>
                  </a:r>
                  <a:r>
                    <a:rPr lang="vi-VN" sz="1100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 theo số lượng đơn hàng </a:t>
                  </a:r>
                  <a:r>
                    <a:rPr lang="vi-VN" sz="1100" err="1">
                      <a:solidFill>
                        <a:srgbClr val="5E5BAB"/>
                      </a:solidFill>
                      <a:latin typeface="Segoe UI"/>
                      <a:cs typeface="Segoe UI"/>
                    </a:rPr>
                    <a:t>COD</a:t>
                  </a:r>
                  <a:endParaRPr lang="en-US" sz="1100">
                    <a:solidFill>
                      <a:srgbClr val="5E5BAB"/>
                    </a:solidFill>
                    <a:latin typeface="Segoe UI"/>
                    <a:cs typeface="Segoe UI"/>
                  </a:endParaRPr>
                </a:p>
              </p:txBody>
            </p:sp>
          </p:grpSp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8B66BD7C-6358-BECB-27F5-A6C2E5B4843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22537841"/>
                  </p:ext>
                </p:extLst>
              </p:nvPr>
            </p:nvGraphicFramePr>
            <p:xfrm>
              <a:off x="3563182" y="3247619"/>
              <a:ext cx="7800731" cy="185941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A0B7E5-F8EA-C3D0-CE48-C5FDF17C2AA0}"/>
              </a:ext>
            </a:extLst>
          </p:cNvPr>
          <p:cNvGrpSpPr/>
          <p:nvPr/>
        </p:nvGrpSpPr>
        <p:grpSpPr>
          <a:xfrm>
            <a:off x="2354590" y="-1539"/>
            <a:ext cx="9846649" cy="382489"/>
            <a:chOff x="2456187" y="109294"/>
            <a:chExt cx="9543857" cy="3824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072A82-5422-0C13-934E-0CA8153D46BE}"/>
                </a:ext>
              </a:extLst>
            </p:cNvPr>
            <p:cNvSpPr/>
            <p:nvPr/>
          </p:nvSpPr>
          <p:spPr>
            <a:xfrm>
              <a:off x="2456187" y="114977"/>
              <a:ext cx="9543857" cy="376806"/>
            </a:xfrm>
            <a:prstGeom prst="rect">
              <a:avLst/>
            </a:prstGeom>
            <a:solidFill>
              <a:srgbClr val="2A51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endParaRPr lang="en-US" sz="676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75CC50-4161-462F-F873-FFAAFEADA407}"/>
                </a:ext>
              </a:extLst>
            </p:cNvPr>
            <p:cNvSpPr/>
            <p:nvPr/>
          </p:nvSpPr>
          <p:spPr>
            <a:xfrm>
              <a:off x="6588034" y="151332"/>
              <a:ext cx="902479" cy="311041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Field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3D5CFF-686C-6DF9-AF41-D79688ABE8B6}"/>
                </a:ext>
              </a:extLst>
            </p:cNvPr>
            <p:cNvSpPr txBox="1"/>
            <p:nvPr/>
          </p:nvSpPr>
          <p:spPr>
            <a:xfrm>
              <a:off x="2561360" y="133449"/>
              <a:ext cx="31621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7296"/>
              <a:r>
                <a:rPr lang="en-US" sz="1500" b="1" err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QUẢN</a:t>
              </a:r>
              <a:r>
                <a:rPr lang="en-US" sz="1500" b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LÝ </a:t>
              </a:r>
              <a:r>
                <a:rPr lang="en-US" sz="1500" b="1" err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KHÁCH</a:t>
              </a:r>
              <a:r>
                <a:rPr lang="en-US" sz="1500" b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500" b="1" err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HÀNG</a:t>
              </a:r>
              <a:endPara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8BE54B0-47AD-C76F-5D02-9D525E6D3A61}"/>
                </a:ext>
              </a:extLst>
            </p:cNvPr>
            <p:cNvSpPr/>
            <p:nvPr/>
          </p:nvSpPr>
          <p:spPr>
            <a:xfrm>
              <a:off x="5566031" y="144705"/>
              <a:ext cx="902479" cy="311041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range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BF8CF07-A0F5-95AB-96D4-E633AC57F7BA}"/>
                </a:ext>
              </a:extLst>
            </p:cNvPr>
            <p:cNvCxnSpPr/>
            <p:nvPr/>
          </p:nvCxnSpPr>
          <p:spPr>
            <a:xfrm>
              <a:off x="7620000" y="390069"/>
              <a:ext cx="1203680" cy="0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97F3D6B-6515-C2A1-5DFF-5F9D0D51BB96}"/>
                </a:ext>
              </a:extLst>
            </p:cNvPr>
            <p:cNvSpPr/>
            <p:nvPr/>
          </p:nvSpPr>
          <p:spPr>
            <a:xfrm>
              <a:off x="7770600" y="109294"/>
              <a:ext cx="902479" cy="31104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296"/>
              <a:r>
                <a:rPr lang="en-US" sz="1100" err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Khoảng</a:t>
              </a:r>
              <a:endParaRPr lang="en-US"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Arrow: Left 51">
            <a:extLst>
              <a:ext uri="{FF2B5EF4-FFF2-40B4-BE49-F238E27FC236}">
                <a16:creationId xmlns:a16="http://schemas.microsoft.com/office/drawing/2014/main" id="{47745C36-6BCD-BF1A-3867-06D751C12D3E}"/>
              </a:ext>
            </a:extLst>
          </p:cNvPr>
          <p:cNvSpPr/>
          <p:nvPr/>
        </p:nvSpPr>
        <p:spPr>
          <a:xfrm>
            <a:off x="94690" y="6483861"/>
            <a:ext cx="376470" cy="296049"/>
          </a:xfrm>
          <a:prstGeom prst="lef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84EADB5-36C7-B0DB-5D79-AFFE9C6A30AC}"/>
              </a:ext>
            </a:extLst>
          </p:cNvPr>
          <p:cNvSpPr/>
          <p:nvPr/>
        </p:nvSpPr>
        <p:spPr>
          <a:xfrm>
            <a:off x="11692709" y="6480176"/>
            <a:ext cx="388848" cy="334894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0FFB621-03BD-6FCF-784A-AE5AF764AE55}"/>
              </a:ext>
            </a:extLst>
          </p:cNvPr>
          <p:cNvGrpSpPr/>
          <p:nvPr/>
        </p:nvGrpSpPr>
        <p:grpSpPr>
          <a:xfrm>
            <a:off x="6329927" y="725815"/>
            <a:ext cx="5304526" cy="2832745"/>
            <a:chOff x="3339715" y="3072945"/>
            <a:chExt cx="8081454" cy="204393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F82633D-8C7A-D863-B7DB-7A5C260CE3F6}"/>
                </a:ext>
              </a:extLst>
            </p:cNvPr>
            <p:cNvGrpSpPr/>
            <p:nvPr/>
          </p:nvGrpSpPr>
          <p:grpSpPr>
            <a:xfrm>
              <a:off x="3339715" y="3072945"/>
              <a:ext cx="8081454" cy="1980000"/>
              <a:chOff x="5828287" y="4377068"/>
              <a:chExt cx="5884798" cy="2365955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4157007A-CF9D-D976-2BC1-3A956918F795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8EA754E-D0B6-1E8D-7402-62171B54594A}"/>
                  </a:ext>
                </a:extLst>
              </p:cNvPr>
              <p:cNvSpPr txBox="1"/>
              <p:nvPr/>
            </p:nvSpPr>
            <p:spPr>
              <a:xfrm>
                <a:off x="6057903" y="4441697"/>
                <a:ext cx="5546599" cy="225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shop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theo giá trị đơn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COD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trung bình ngày 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p:graphicFrame>
          <p:nvGraphicFramePr>
            <p:cNvPr id="69" name="Chart 68">
              <a:extLst>
                <a:ext uri="{FF2B5EF4-FFF2-40B4-BE49-F238E27FC236}">
                  <a16:creationId xmlns:a16="http://schemas.microsoft.com/office/drawing/2014/main" id="{C58EC6F0-DEB5-D9D2-662E-13D3B5B8932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19330800"/>
                </p:ext>
              </p:extLst>
            </p:nvPr>
          </p:nvGraphicFramePr>
          <p:xfrm>
            <a:off x="3471326" y="3257468"/>
            <a:ext cx="7800731" cy="1859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1077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73D5CFF-686C-6DF9-AF41-D79688ABE8B6}"/>
              </a:ext>
            </a:extLst>
          </p:cNvPr>
          <p:cNvSpPr txBox="1"/>
          <p:nvPr/>
        </p:nvSpPr>
        <p:spPr>
          <a:xfrm>
            <a:off x="3030310" y="151810"/>
            <a:ext cx="3162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QUẢN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LÝ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endParaRPr lang="en-US" sz="1500" b="1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84EADB5-36C7-B0DB-5D79-AFFE9C6A30AC}"/>
              </a:ext>
            </a:extLst>
          </p:cNvPr>
          <p:cNvSpPr/>
          <p:nvPr/>
        </p:nvSpPr>
        <p:spPr>
          <a:xfrm>
            <a:off x="11658930" y="6300398"/>
            <a:ext cx="438381" cy="442625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1CE1B6-80A5-B46C-E76C-47C6D88A06EA}"/>
              </a:ext>
            </a:extLst>
          </p:cNvPr>
          <p:cNvSpPr/>
          <p:nvPr/>
        </p:nvSpPr>
        <p:spPr>
          <a:xfrm>
            <a:off x="2648143" y="3491"/>
            <a:ext cx="9543857" cy="376806"/>
          </a:xfrm>
          <a:prstGeom prst="rect">
            <a:avLst/>
          </a:prstGeom>
          <a:solidFill>
            <a:srgbClr val="2A51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endParaRPr lang="en-US" sz="676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DE12AA-1507-3799-AD6F-8E71D1AAA9B2}"/>
              </a:ext>
            </a:extLst>
          </p:cNvPr>
          <p:cNvSpPr/>
          <p:nvPr/>
        </p:nvSpPr>
        <p:spPr>
          <a:xfrm>
            <a:off x="8100790" y="37940"/>
            <a:ext cx="902479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Field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7A37E0-B760-461D-8D10-C709158784E4}"/>
              </a:ext>
            </a:extLst>
          </p:cNvPr>
          <p:cNvSpPr txBox="1"/>
          <p:nvPr/>
        </p:nvSpPr>
        <p:spPr>
          <a:xfrm>
            <a:off x="2753315" y="31199"/>
            <a:ext cx="3776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QUẢN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LÝ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ĐỒNG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BỘ</a:t>
            </a:r>
            <a:endParaRPr lang="en-US" sz="1500" b="1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1A822C-65C2-5EC7-A571-78A36D176C6B}"/>
              </a:ext>
            </a:extLst>
          </p:cNvPr>
          <p:cNvSpPr/>
          <p:nvPr/>
        </p:nvSpPr>
        <p:spPr>
          <a:xfrm>
            <a:off x="7078787" y="31313"/>
            <a:ext cx="902479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range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F33B7C3-4028-3B4D-FA20-A0D7F2B5D755}"/>
              </a:ext>
            </a:extLst>
          </p:cNvPr>
          <p:cNvCxnSpPr/>
          <p:nvPr/>
        </p:nvCxnSpPr>
        <p:spPr>
          <a:xfrm>
            <a:off x="9132756" y="276677"/>
            <a:ext cx="120368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5EFC3A4-7889-5255-6A2E-CB3940EBC3FD}"/>
              </a:ext>
            </a:extLst>
          </p:cNvPr>
          <p:cNvSpPr/>
          <p:nvPr/>
        </p:nvSpPr>
        <p:spPr>
          <a:xfrm>
            <a:off x="9283356" y="-4098"/>
            <a:ext cx="902479" cy="3110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Khoảng</a:t>
            </a:r>
            <a:endParaRPr lang="en-US" sz="11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D59C6-55C5-379F-0C95-B82FBCE8173E}"/>
              </a:ext>
            </a:extLst>
          </p:cNvPr>
          <p:cNvGrpSpPr/>
          <p:nvPr/>
        </p:nvGrpSpPr>
        <p:grpSpPr>
          <a:xfrm>
            <a:off x="758870" y="656407"/>
            <a:ext cx="2599200" cy="648000"/>
            <a:chOff x="667156" y="3556014"/>
            <a:chExt cx="5255850" cy="239901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AC397E2-E4DC-AE16-5F24-70C930D61BA7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FF54A7-CFA7-3991-5DEF-95282FF06AEA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24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shop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DE3890-72D7-F820-A13A-69094BFE66CF}"/>
              </a:ext>
            </a:extLst>
          </p:cNvPr>
          <p:cNvGrpSpPr/>
          <p:nvPr/>
        </p:nvGrpSpPr>
        <p:grpSpPr>
          <a:xfrm>
            <a:off x="3502659" y="653483"/>
            <a:ext cx="2599200" cy="631872"/>
            <a:chOff x="762607" y="6136043"/>
            <a:chExt cx="5172880" cy="212096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E95EF82-5BE8-2D14-7B64-995CE22AEC3B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2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C489DB-03D0-8EFE-B5D3-A6761A3E32CB}"/>
                </a:ext>
              </a:extLst>
            </p:cNvPr>
            <p:cNvSpPr txBox="1"/>
            <p:nvPr/>
          </p:nvSpPr>
          <p:spPr>
            <a:xfrm>
              <a:off x="762607" y="6177823"/>
              <a:ext cx="5172880" cy="817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148B3B-0B68-8804-380E-020C1E7ACD15}"/>
              </a:ext>
            </a:extLst>
          </p:cNvPr>
          <p:cNvGrpSpPr/>
          <p:nvPr/>
        </p:nvGrpSpPr>
        <p:grpSpPr>
          <a:xfrm>
            <a:off x="6246448" y="656407"/>
            <a:ext cx="2599200" cy="648000"/>
            <a:chOff x="667156" y="3556014"/>
            <a:chExt cx="5255850" cy="239901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6276022-AB9C-3096-8F74-2701C5243E4B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DA7336-C4A6-4899-EB3B-7D62D9887D13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24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non - COD order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DF4F6D-62D6-4764-A046-3BDBBED39954}"/>
              </a:ext>
            </a:extLst>
          </p:cNvPr>
          <p:cNvGrpSpPr/>
          <p:nvPr/>
        </p:nvGrpSpPr>
        <p:grpSpPr>
          <a:xfrm>
            <a:off x="8990236" y="656407"/>
            <a:ext cx="2599200" cy="648000"/>
            <a:chOff x="762607" y="6081908"/>
            <a:chExt cx="5172880" cy="217510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5B63A40-237F-8A38-8364-AB18E0EDBFF6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772E86-F0D9-573D-1077-0C3C76869C68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1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COD order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B1BE3CE-0371-A4E9-1408-F3C94A1558B9}"/>
              </a:ext>
            </a:extLst>
          </p:cNvPr>
          <p:cNvGrpSpPr/>
          <p:nvPr/>
        </p:nvGrpSpPr>
        <p:grpSpPr>
          <a:xfrm>
            <a:off x="765255" y="1459924"/>
            <a:ext cx="2599200" cy="648000"/>
            <a:chOff x="667156" y="3556014"/>
            <a:chExt cx="5255850" cy="239901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8DFEFDB-B2E9-6FD4-D85F-58917C13631F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8FAA0E-212E-BFE1-DD7B-92260D028FF1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order per shop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6B8E30A-E192-0938-4A38-7E0D4DC4A984}"/>
              </a:ext>
            </a:extLst>
          </p:cNvPr>
          <p:cNvGrpSpPr/>
          <p:nvPr/>
        </p:nvGrpSpPr>
        <p:grpSpPr>
          <a:xfrm>
            <a:off x="3509043" y="1459924"/>
            <a:ext cx="2599200" cy="648000"/>
            <a:chOff x="762607" y="6081908"/>
            <a:chExt cx="5172880" cy="21751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684256-FE68-37EF-AA28-D51B6ED94E65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010436-A633-A5D2-EF19-407875B96F30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1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order out of </a:t>
              </a:r>
              <a:r>
                <a:rPr lang="en-US" sz="110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3500k</a:t>
              </a: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/shop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FCB48E-4DF8-1EE2-B90A-F52F638C600D}"/>
              </a:ext>
            </a:extLst>
          </p:cNvPr>
          <p:cNvGrpSpPr/>
          <p:nvPr/>
        </p:nvGrpSpPr>
        <p:grpSpPr>
          <a:xfrm>
            <a:off x="6252831" y="1459924"/>
            <a:ext cx="2599200" cy="648000"/>
            <a:chOff x="667156" y="3556014"/>
            <a:chExt cx="5255850" cy="2399016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14CAA81-7D94-8B2B-B143-119C112ED5B1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7F8863-0B03-818D-B04D-F51CF68B0FB1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24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order amount/shop/day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4FE9469-8E26-4BEA-2D2F-3F221097E213}"/>
              </a:ext>
            </a:extLst>
          </p:cNvPr>
          <p:cNvGrpSpPr/>
          <p:nvPr/>
        </p:nvGrpSpPr>
        <p:grpSpPr>
          <a:xfrm>
            <a:off x="8996620" y="1459924"/>
            <a:ext cx="2599200" cy="648000"/>
            <a:chOff x="762607" y="6081908"/>
            <a:chExt cx="5172880" cy="2175101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EB23762-6EA1-00B4-6287-466B5BE04C10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52AC16E-3900-9F24-1BCB-A7E8C279A553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1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amount/shop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020193-B737-A2D9-5ADE-FB9F255AFCF8}"/>
              </a:ext>
            </a:extLst>
          </p:cNvPr>
          <p:cNvGrpSpPr/>
          <p:nvPr/>
        </p:nvGrpSpPr>
        <p:grpSpPr>
          <a:xfrm>
            <a:off x="771965" y="2233915"/>
            <a:ext cx="2599200" cy="648000"/>
            <a:chOff x="667156" y="3556014"/>
            <a:chExt cx="5255850" cy="239901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A035BCB-9043-1C4F-78BD-082C8A0879B0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E5B0B3-678D-31EB-6B94-213C20B4FEB7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amount/shop/day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5C84B0-22DD-08A5-FB66-5C8394DC15A0}"/>
              </a:ext>
            </a:extLst>
          </p:cNvPr>
          <p:cNvGrpSpPr/>
          <p:nvPr/>
        </p:nvGrpSpPr>
        <p:grpSpPr>
          <a:xfrm>
            <a:off x="811623" y="3052574"/>
            <a:ext cx="10847307" cy="3247824"/>
            <a:chOff x="3463183" y="2675586"/>
            <a:chExt cx="8031486" cy="247632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7FB5F45-963A-362C-17EA-3381A3767E93}"/>
                </a:ext>
              </a:extLst>
            </p:cNvPr>
            <p:cNvGrpSpPr/>
            <p:nvPr/>
          </p:nvGrpSpPr>
          <p:grpSpPr>
            <a:xfrm>
              <a:off x="3463183" y="2675586"/>
              <a:ext cx="8031486" cy="2476327"/>
              <a:chOff x="5828287" y="4377068"/>
              <a:chExt cx="5884798" cy="2365955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058645C-FAC0-AAC1-69D3-6EAE51CCB3FB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EC9E25E-2DDC-EC49-8ECA-FA5E52F3CF73}"/>
                  </a:ext>
                </a:extLst>
              </p:cNvPr>
              <p:cNvSpPr txBox="1"/>
              <p:nvPr/>
            </p:nvSpPr>
            <p:spPr>
              <a:xfrm>
                <a:off x="6057901" y="4441698"/>
                <a:ext cx="5610829" cy="19057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Limit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distribusion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644626103"/>
                    </p:ext>
                  </p:extLst>
                </p:nvPr>
              </p:nvGraphicFramePr>
              <p:xfrm>
                <a:off x="3776560" y="3061114"/>
                <a:ext cx="7504668" cy="204505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3"/>
                </a:graphicData>
              </a:graphic>
            </p:graphicFrame>
          </mc:Choice>
          <mc:Fallback xmlns="">
            <p:pic>
              <p:nvPic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34869" y="3558213"/>
                  <a:ext cx="10135788" cy="268219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6BF456-71A9-1DBB-75CE-89B6630C246E}"/>
              </a:ext>
            </a:extLst>
          </p:cNvPr>
          <p:cNvGrpSpPr/>
          <p:nvPr/>
        </p:nvGrpSpPr>
        <p:grpSpPr>
          <a:xfrm>
            <a:off x="3502659" y="2233915"/>
            <a:ext cx="2599200" cy="648000"/>
            <a:chOff x="667156" y="3556014"/>
            <a:chExt cx="5255850" cy="2399016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067785E-9BFE-AE6D-67C7-656A1F67D14E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84A5BEA-B675-6493-54ED-6D9A8585D0D0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limit by shop/month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061E8FE-8DF4-BAAA-A187-EE1712EE9F5B}"/>
              </a:ext>
            </a:extLst>
          </p:cNvPr>
          <p:cNvGrpSpPr/>
          <p:nvPr/>
        </p:nvGrpSpPr>
        <p:grpSpPr>
          <a:xfrm>
            <a:off x="6240803" y="2235643"/>
            <a:ext cx="2599200" cy="648000"/>
            <a:chOff x="667156" y="3556014"/>
            <a:chExt cx="5255850" cy="2399016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592A81AC-E7A1-312A-44C5-2723B7ADD7BC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2A97152-DADA-1BE0-D67B-4B7FE492438F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Max limit by shop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72EB14F-A533-4BAC-523E-97EEC7858471}"/>
              </a:ext>
            </a:extLst>
          </p:cNvPr>
          <p:cNvGrpSpPr/>
          <p:nvPr/>
        </p:nvGrpSpPr>
        <p:grpSpPr>
          <a:xfrm>
            <a:off x="8996620" y="2245049"/>
            <a:ext cx="2599200" cy="648000"/>
            <a:chOff x="667156" y="3556014"/>
            <a:chExt cx="5255850" cy="239901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1B8C54C-B4CE-CFE0-B49B-20DBAB84D5DF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ECCBA18-362A-C24C-4830-06B0C7F96853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Min limit by shop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723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73D5CFF-686C-6DF9-AF41-D79688ABE8B6}"/>
              </a:ext>
            </a:extLst>
          </p:cNvPr>
          <p:cNvSpPr txBox="1"/>
          <p:nvPr/>
        </p:nvSpPr>
        <p:spPr>
          <a:xfrm>
            <a:off x="3030310" y="151810"/>
            <a:ext cx="3162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QUẢN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LÝ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endParaRPr lang="en-US" sz="1500" b="1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84EADB5-36C7-B0DB-5D79-AFFE9C6A30AC}"/>
              </a:ext>
            </a:extLst>
          </p:cNvPr>
          <p:cNvSpPr/>
          <p:nvPr/>
        </p:nvSpPr>
        <p:spPr>
          <a:xfrm>
            <a:off x="11658930" y="6300398"/>
            <a:ext cx="438381" cy="442625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1CE1B6-80A5-B46C-E76C-47C6D88A06EA}"/>
              </a:ext>
            </a:extLst>
          </p:cNvPr>
          <p:cNvSpPr/>
          <p:nvPr/>
        </p:nvSpPr>
        <p:spPr>
          <a:xfrm>
            <a:off x="2648143" y="3491"/>
            <a:ext cx="9543857" cy="376806"/>
          </a:xfrm>
          <a:prstGeom prst="rect">
            <a:avLst/>
          </a:prstGeom>
          <a:solidFill>
            <a:srgbClr val="2A51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endParaRPr lang="en-US" sz="676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DE12AA-1507-3799-AD6F-8E71D1AAA9B2}"/>
              </a:ext>
            </a:extLst>
          </p:cNvPr>
          <p:cNvSpPr/>
          <p:nvPr/>
        </p:nvSpPr>
        <p:spPr>
          <a:xfrm>
            <a:off x="8100790" y="37940"/>
            <a:ext cx="902479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Field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7A37E0-B760-461D-8D10-C709158784E4}"/>
              </a:ext>
            </a:extLst>
          </p:cNvPr>
          <p:cNvSpPr txBox="1"/>
          <p:nvPr/>
        </p:nvSpPr>
        <p:spPr>
          <a:xfrm>
            <a:off x="2753315" y="31199"/>
            <a:ext cx="3776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QUẢN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LÝ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ĐỒNG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BỘ</a:t>
            </a:r>
            <a:endParaRPr lang="en-US" sz="1500" b="1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1A822C-65C2-5EC7-A571-78A36D176C6B}"/>
              </a:ext>
            </a:extLst>
          </p:cNvPr>
          <p:cNvSpPr/>
          <p:nvPr/>
        </p:nvSpPr>
        <p:spPr>
          <a:xfrm>
            <a:off x="7078787" y="31313"/>
            <a:ext cx="902479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range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F33B7C3-4028-3B4D-FA20-A0D7F2B5D755}"/>
              </a:ext>
            </a:extLst>
          </p:cNvPr>
          <p:cNvCxnSpPr/>
          <p:nvPr/>
        </p:nvCxnSpPr>
        <p:spPr>
          <a:xfrm>
            <a:off x="9132756" y="276677"/>
            <a:ext cx="120368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5EFC3A4-7889-5255-6A2E-CB3940EBC3FD}"/>
              </a:ext>
            </a:extLst>
          </p:cNvPr>
          <p:cNvSpPr/>
          <p:nvPr/>
        </p:nvSpPr>
        <p:spPr>
          <a:xfrm>
            <a:off x="9283356" y="-4098"/>
            <a:ext cx="902479" cy="3110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Khoảng</a:t>
            </a:r>
            <a:endParaRPr lang="en-US" sz="11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AAC3D4-0B8A-8926-E080-473D4501934C}"/>
              </a:ext>
            </a:extLst>
          </p:cNvPr>
          <p:cNvGrpSpPr/>
          <p:nvPr/>
        </p:nvGrpSpPr>
        <p:grpSpPr>
          <a:xfrm>
            <a:off x="606972" y="721576"/>
            <a:ext cx="10818410" cy="2700000"/>
            <a:chOff x="3463183" y="2675586"/>
            <a:chExt cx="8031486" cy="2476327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28A9DFD-596B-8AC5-AD9F-7B5AFCF044DA}"/>
                </a:ext>
              </a:extLst>
            </p:cNvPr>
            <p:cNvGrpSpPr/>
            <p:nvPr/>
          </p:nvGrpSpPr>
          <p:grpSpPr>
            <a:xfrm>
              <a:off x="3463183" y="2675586"/>
              <a:ext cx="8031486" cy="2476327"/>
              <a:chOff x="5828287" y="4377068"/>
              <a:chExt cx="5884798" cy="2365955"/>
            </a:xfrm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29EEDE2F-8FC1-F0F5-3399-DE6812C0E365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717AA9B-747A-12FE-5D1C-BB806FBC9DBF}"/>
                  </a:ext>
                </a:extLst>
              </p:cNvPr>
              <p:cNvSpPr txBox="1"/>
              <p:nvPr/>
            </p:nvSpPr>
            <p:spPr>
              <a:xfrm>
                <a:off x="6057903" y="4441698"/>
                <a:ext cx="4028423" cy="3154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số lượng đơn COD trung bình của một shop trong 30 ngày gần nhất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8" name="Chart 7">
                  <a:extLst>
                    <a:ext uri="{FF2B5EF4-FFF2-40B4-BE49-F238E27FC236}">
                      <a16:creationId xmlns:a16="http://schemas.microsoft.com/office/drawing/2014/main" id="{B04C7D6A-B92B-3869-91D6-AFA6F5B95C5B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118529705"/>
                    </p:ext>
                  </p:extLst>
                </p:nvPr>
              </p:nvGraphicFramePr>
              <p:xfrm>
                <a:off x="3776560" y="3061114"/>
                <a:ext cx="7504668" cy="204505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3"/>
                </a:graphicData>
              </a:graphic>
            </p:graphicFrame>
          </mc:Choice>
          <mc:Fallback xmlns="">
            <p:pic>
              <p:nvPicPr>
                <p:cNvPr id="8" name="Chart 7">
                  <a:extLst>
                    <a:ext uri="{FF2B5EF4-FFF2-40B4-BE49-F238E27FC236}">
                      <a16:creationId xmlns:a16="http://schemas.microsoft.com/office/drawing/2014/main" id="{B04C7D6A-B92B-3869-91D6-AFA6F5B95C5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9091" y="1141927"/>
                  <a:ext cx="10108786" cy="222977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5C84B0-22DD-08A5-FB66-5C8394DC15A0}"/>
              </a:ext>
            </a:extLst>
          </p:cNvPr>
          <p:cNvGrpSpPr/>
          <p:nvPr/>
        </p:nvGrpSpPr>
        <p:grpSpPr>
          <a:xfrm>
            <a:off x="606972" y="3569047"/>
            <a:ext cx="10818410" cy="2700000"/>
            <a:chOff x="3463183" y="2675586"/>
            <a:chExt cx="8031486" cy="247632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7FB5F45-963A-362C-17EA-3381A3767E93}"/>
                </a:ext>
              </a:extLst>
            </p:cNvPr>
            <p:cNvGrpSpPr/>
            <p:nvPr/>
          </p:nvGrpSpPr>
          <p:grpSpPr>
            <a:xfrm>
              <a:off x="3463183" y="2675586"/>
              <a:ext cx="8031486" cy="2476327"/>
              <a:chOff x="5828287" y="4377068"/>
              <a:chExt cx="5884798" cy="2365955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058645C-FAC0-AAC1-69D3-6EAE51CCB3FB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EC9E25E-2DDC-EC49-8ECA-FA5E52F3CF73}"/>
                  </a:ext>
                </a:extLst>
              </p:cNvPr>
              <p:cNvSpPr txBox="1"/>
              <p:nvPr/>
            </p:nvSpPr>
            <p:spPr>
              <a:xfrm>
                <a:off x="6057901" y="4441698"/>
                <a:ext cx="5610829" cy="18537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giá trị đơn hàng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COD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trung bình của một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shop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trong 30 ngày 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g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ần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nhất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555340622"/>
                    </p:ext>
                  </p:extLst>
                </p:nvPr>
              </p:nvGraphicFramePr>
              <p:xfrm>
                <a:off x="3776560" y="3061114"/>
                <a:ext cx="7504668" cy="204505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7"/>
                </a:graphicData>
              </a:graphic>
            </p:graphicFrame>
          </mc:Choice>
          <mc:Fallback xmlns="">
            <p:pic>
              <p:nvPic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9091" y="3989398"/>
                  <a:ext cx="10108786" cy="222977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Arrow: Left 1">
            <a:extLst>
              <a:ext uri="{FF2B5EF4-FFF2-40B4-BE49-F238E27FC236}">
                <a16:creationId xmlns:a16="http://schemas.microsoft.com/office/drawing/2014/main" id="{83B522F9-DD0B-BFC0-F88B-5F933EFC87B8}"/>
              </a:ext>
            </a:extLst>
          </p:cNvPr>
          <p:cNvSpPr/>
          <p:nvPr/>
        </p:nvSpPr>
        <p:spPr>
          <a:xfrm>
            <a:off x="94690" y="6483861"/>
            <a:ext cx="376470" cy="296049"/>
          </a:xfrm>
          <a:prstGeom prst="lef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73D5CFF-686C-6DF9-AF41-D79688ABE8B6}"/>
              </a:ext>
            </a:extLst>
          </p:cNvPr>
          <p:cNvSpPr txBox="1"/>
          <p:nvPr/>
        </p:nvSpPr>
        <p:spPr>
          <a:xfrm>
            <a:off x="3030310" y="151810"/>
            <a:ext cx="31621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QUẢN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LÝ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endParaRPr lang="en-US" sz="1500" b="1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84EADB5-36C7-B0DB-5D79-AFFE9C6A30AC}"/>
              </a:ext>
            </a:extLst>
          </p:cNvPr>
          <p:cNvSpPr/>
          <p:nvPr/>
        </p:nvSpPr>
        <p:spPr>
          <a:xfrm>
            <a:off x="11658930" y="6300398"/>
            <a:ext cx="438381" cy="442625"/>
          </a:xfrm>
          <a:prstGeom prst="righ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1CE1B6-80A5-B46C-E76C-47C6D88A06EA}"/>
              </a:ext>
            </a:extLst>
          </p:cNvPr>
          <p:cNvSpPr/>
          <p:nvPr/>
        </p:nvSpPr>
        <p:spPr>
          <a:xfrm>
            <a:off x="2648143" y="3491"/>
            <a:ext cx="9543857" cy="376806"/>
          </a:xfrm>
          <a:prstGeom prst="rect">
            <a:avLst/>
          </a:prstGeom>
          <a:solidFill>
            <a:srgbClr val="2A51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endParaRPr lang="en-US" sz="676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DE12AA-1507-3799-AD6F-8E71D1AAA9B2}"/>
              </a:ext>
            </a:extLst>
          </p:cNvPr>
          <p:cNvSpPr/>
          <p:nvPr/>
        </p:nvSpPr>
        <p:spPr>
          <a:xfrm>
            <a:off x="8100790" y="37940"/>
            <a:ext cx="902479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Field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7A37E0-B760-461D-8D10-C709158784E4}"/>
              </a:ext>
            </a:extLst>
          </p:cNvPr>
          <p:cNvSpPr txBox="1"/>
          <p:nvPr/>
        </p:nvSpPr>
        <p:spPr>
          <a:xfrm>
            <a:off x="2753315" y="31199"/>
            <a:ext cx="3776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QUẢN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LÝ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ĐÃ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ĐĂNG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KÝ</a:t>
            </a:r>
            <a:endParaRPr lang="en-US" sz="1500" b="1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1A822C-65C2-5EC7-A571-78A36D176C6B}"/>
              </a:ext>
            </a:extLst>
          </p:cNvPr>
          <p:cNvSpPr/>
          <p:nvPr/>
        </p:nvSpPr>
        <p:spPr>
          <a:xfrm>
            <a:off x="7078787" y="31313"/>
            <a:ext cx="902479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range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F33B7C3-4028-3B4D-FA20-A0D7F2B5D755}"/>
              </a:ext>
            </a:extLst>
          </p:cNvPr>
          <p:cNvCxnSpPr/>
          <p:nvPr/>
        </p:nvCxnSpPr>
        <p:spPr>
          <a:xfrm>
            <a:off x="9132756" y="276677"/>
            <a:ext cx="120368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5EFC3A4-7889-5255-6A2E-CB3940EBC3FD}"/>
              </a:ext>
            </a:extLst>
          </p:cNvPr>
          <p:cNvSpPr/>
          <p:nvPr/>
        </p:nvSpPr>
        <p:spPr>
          <a:xfrm>
            <a:off x="9283356" y="-4098"/>
            <a:ext cx="902479" cy="3110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Khoảng</a:t>
            </a:r>
            <a:endParaRPr lang="en-US" sz="11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D59C6-55C5-379F-0C95-B82FBCE8173E}"/>
              </a:ext>
            </a:extLst>
          </p:cNvPr>
          <p:cNvGrpSpPr/>
          <p:nvPr/>
        </p:nvGrpSpPr>
        <p:grpSpPr>
          <a:xfrm>
            <a:off x="758870" y="656407"/>
            <a:ext cx="2599200" cy="648000"/>
            <a:chOff x="667156" y="3556014"/>
            <a:chExt cx="5255850" cy="239901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AC397E2-E4DC-AE16-5F24-70C930D61BA7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FF54A7-CFA7-3991-5DEF-95282FF06AEA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customer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DE3890-72D7-F820-A13A-69094BFE66CF}"/>
              </a:ext>
            </a:extLst>
          </p:cNvPr>
          <p:cNvGrpSpPr/>
          <p:nvPr/>
        </p:nvGrpSpPr>
        <p:grpSpPr>
          <a:xfrm>
            <a:off x="3502659" y="653483"/>
            <a:ext cx="2599200" cy="631872"/>
            <a:chOff x="762607" y="6136043"/>
            <a:chExt cx="5172880" cy="212096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E95EF82-5BE8-2D14-7B64-995CE22AEC3B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2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C489DB-03D0-8EFE-B5D3-A6761A3E32CB}"/>
                </a:ext>
              </a:extLst>
            </p:cNvPr>
            <p:cNvSpPr txBox="1"/>
            <p:nvPr/>
          </p:nvSpPr>
          <p:spPr>
            <a:xfrm>
              <a:off x="762607" y="6177823"/>
              <a:ext cx="5172880" cy="817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order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148B3B-0B68-8804-380E-020C1E7ACD15}"/>
              </a:ext>
            </a:extLst>
          </p:cNvPr>
          <p:cNvGrpSpPr/>
          <p:nvPr/>
        </p:nvGrpSpPr>
        <p:grpSpPr>
          <a:xfrm>
            <a:off x="6246448" y="656407"/>
            <a:ext cx="2599200" cy="648000"/>
            <a:chOff x="667156" y="3556014"/>
            <a:chExt cx="5255850" cy="239901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6276022-AB9C-3096-8F74-2701C5243E4B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DA7336-C4A6-4899-EB3B-7D62D9887D13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COD order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DF4F6D-62D6-4764-A046-3BDBBED39954}"/>
              </a:ext>
            </a:extLst>
          </p:cNvPr>
          <p:cNvGrpSpPr/>
          <p:nvPr/>
        </p:nvGrpSpPr>
        <p:grpSpPr>
          <a:xfrm>
            <a:off x="8990236" y="656407"/>
            <a:ext cx="2599200" cy="648000"/>
            <a:chOff x="762607" y="6081908"/>
            <a:chExt cx="5172880" cy="217510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5B63A40-237F-8A38-8364-AB18E0EDBFF6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772E86-F0D9-573D-1077-0C3C76869C68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7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advanced COD order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B1BE3CE-0371-A4E9-1408-F3C94A1558B9}"/>
              </a:ext>
            </a:extLst>
          </p:cNvPr>
          <p:cNvGrpSpPr/>
          <p:nvPr/>
        </p:nvGrpSpPr>
        <p:grpSpPr>
          <a:xfrm>
            <a:off x="765255" y="1459924"/>
            <a:ext cx="2599200" cy="648000"/>
            <a:chOff x="667156" y="3556014"/>
            <a:chExt cx="5255850" cy="239901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8DFEFDB-B2E9-6FD4-D85F-58917C13631F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8FAA0E-212E-BFE1-DD7B-92260D028FF1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COD order per shop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6B8E30A-E192-0938-4A38-7E0D4DC4A984}"/>
              </a:ext>
            </a:extLst>
          </p:cNvPr>
          <p:cNvGrpSpPr/>
          <p:nvPr/>
        </p:nvGrpSpPr>
        <p:grpSpPr>
          <a:xfrm>
            <a:off x="3509043" y="1459924"/>
            <a:ext cx="2599200" cy="648000"/>
            <a:chOff x="762607" y="6081908"/>
            <a:chExt cx="5172880" cy="21751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684256-FE68-37EF-AA28-D51B6ED94E65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010436-A633-A5D2-EF19-407875B96F30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7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</a:t>
              </a:r>
              <a:r>
                <a:rPr lang="en-US" sz="1100" err="1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advancted</a:t>
              </a: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COD order per shop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FCB48E-4DF8-1EE2-B90A-F52F638C600D}"/>
              </a:ext>
            </a:extLst>
          </p:cNvPr>
          <p:cNvGrpSpPr/>
          <p:nvPr/>
        </p:nvGrpSpPr>
        <p:grpSpPr>
          <a:xfrm>
            <a:off x="6252831" y="1459924"/>
            <a:ext cx="2599200" cy="648000"/>
            <a:chOff x="667156" y="3556014"/>
            <a:chExt cx="5255850" cy="2399016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14CAA81-7D94-8B2B-B143-119C112ED5B1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7F8863-0B03-818D-B04D-F51CF68B0FB1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unsuccess advanced COD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4FE9469-8E26-4BEA-2D2F-3F221097E213}"/>
              </a:ext>
            </a:extLst>
          </p:cNvPr>
          <p:cNvGrpSpPr/>
          <p:nvPr/>
        </p:nvGrpSpPr>
        <p:grpSpPr>
          <a:xfrm>
            <a:off x="8996620" y="1459924"/>
            <a:ext cx="2599200" cy="648000"/>
            <a:chOff x="762607" y="6081908"/>
            <a:chExt cx="5172880" cy="2175101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EB23762-6EA1-00B4-6287-466B5BE04C10}"/>
                </a:ext>
              </a:extLst>
            </p:cNvPr>
            <p:cNvSpPr/>
            <p:nvPr/>
          </p:nvSpPr>
          <p:spPr>
            <a:xfrm>
              <a:off x="762609" y="6136043"/>
              <a:ext cx="5151399" cy="212096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52AC16E-3900-9F24-1BCB-A7E8C279A553}"/>
                </a:ext>
              </a:extLst>
            </p:cNvPr>
            <p:cNvSpPr txBox="1"/>
            <p:nvPr/>
          </p:nvSpPr>
          <p:spPr>
            <a:xfrm>
              <a:off x="762607" y="6081908"/>
              <a:ext cx="5172880" cy="87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total advanced COD amount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020193-B737-A2D9-5ADE-FB9F255AFCF8}"/>
              </a:ext>
            </a:extLst>
          </p:cNvPr>
          <p:cNvGrpSpPr/>
          <p:nvPr/>
        </p:nvGrpSpPr>
        <p:grpSpPr>
          <a:xfrm>
            <a:off x="771965" y="2233915"/>
            <a:ext cx="2599200" cy="648000"/>
            <a:chOff x="667156" y="3556014"/>
            <a:chExt cx="5255850" cy="239901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A035BCB-9043-1C4F-78BD-082C8A0879B0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E5B0B3-678D-31EB-6B94-213C20B4FEB7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amount per order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5C84B0-22DD-08A5-FB66-5C8394DC15A0}"/>
              </a:ext>
            </a:extLst>
          </p:cNvPr>
          <p:cNvGrpSpPr/>
          <p:nvPr/>
        </p:nvGrpSpPr>
        <p:grpSpPr>
          <a:xfrm>
            <a:off x="778675" y="3074898"/>
            <a:ext cx="10847307" cy="3247824"/>
            <a:chOff x="3463183" y="2675586"/>
            <a:chExt cx="8031486" cy="247632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7FB5F45-963A-362C-17EA-3381A3767E93}"/>
                </a:ext>
              </a:extLst>
            </p:cNvPr>
            <p:cNvGrpSpPr/>
            <p:nvPr/>
          </p:nvGrpSpPr>
          <p:grpSpPr>
            <a:xfrm>
              <a:off x="3463183" y="2675586"/>
              <a:ext cx="8031486" cy="2476327"/>
              <a:chOff x="5828287" y="4377068"/>
              <a:chExt cx="5884798" cy="2365955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058645C-FAC0-AAC1-69D3-6EAE51CCB3FB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EC9E25E-2DDC-EC49-8ECA-FA5E52F3CF73}"/>
                  </a:ext>
                </a:extLst>
              </p:cNvPr>
              <p:cNvSpPr txBox="1"/>
              <p:nvPr/>
            </p:nvSpPr>
            <p:spPr>
              <a:xfrm>
                <a:off x="6057901" y="4441698"/>
                <a:ext cx="5610829" cy="1793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Phân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</a:t>
                </a: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bổ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shop </a:t>
                </a: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theo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</a:t>
                </a: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tổng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</a:t>
                </a: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số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</a:t>
                </a: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tiền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</a:t>
                </a:r>
                <a:r>
                  <a:rPr lang="en-US" sz="1000" b="1" u="sng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ứng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COD </a:t>
                </a: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trong</a:t>
                </a:r>
                <a:r>
                  <a:rPr lang="en-US" sz="1000" kern="0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</a:t>
                </a:r>
                <a:r>
                  <a:rPr lang="en-US" sz="1000" kern="0" err="1">
                    <a:solidFill>
                      <a:srgbClr val="58568E"/>
                    </a:solidFill>
                    <a:effectLst/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tháng</a:t>
                </a:r>
                <a:endParaRPr lang="en-US" sz="1000">
                  <a:solidFill>
                    <a:srgbClr val="58568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302065842"/>
                    </p:ext>
                  </p:extLst>
                </p:nvPr>
              </p:nvGraphicFramePr>
              <p:xfrm>
                <a:off x="3776560" y="3061114"/>
                <a:ext cx="7504668" cy="204505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3"/>
                </a:graphicData>
              </a:graphic>
            </p:graphicFrame>
          </mc:Choice>
          <mc:Fallback xmlns="">
            <p:pic>
              <p:nvPicPr>
                <p:cNvPr id="31" name="Chart 30">
                  <a:extLst>
                    <a:ext uri="{FF2B5EF4-FFF2-40B4-BE49-F238E27FC236}">
                      <a16:creationId xmlns:a16="http://schemas.microsoft.com/office/drawing/2014/main" id="{9B05C4AB-B8E0-B397-FDF0-2A4C6E0A3DC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01921" y="3580537"/>
                  <a:ext cx="10135788" cy="268219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6BF456-71A9-1DBB-75CE-89B6630C246E}"/>
              </a:ext>
            </a:extLst>
          </p:cNvPr>
          <p:cNvGrpSpPr/>
          <p:nvPr/>
        </p:nvGrpSpPr>
        <p:grpSpPr>
          <a:xfrm>
            <a:off x="3502659" y="2233915"/>
            <a:ext cx="2599200" cy="648000"/>
            <a:chOff x="667156" y="3556014"/>
            <a:chExt cx="5255850" cy="2399016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067785E-9BFE-AE6D-67C7-656A1F67D14E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84A5BEA-B675-6493-54ED-6D9A8585D0D0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amount per shop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061E8FE-8DF4-BAAA-A187-EE1712EE9F5B}"/>
              </a:ext>
            </a:extLst>
          </p:cNvPr>
          <p:cNvGrpSpPr/>
          <p:nvPr/>
        </p:nvGrpSpPr>
        <p:grpSpPr>
          <a:xfrm>
            <a:off x="6240803" y="2235643"/>
            <a:ext cx="2599200" cy="648000"/>
            <a:chOff x="667156" y="3556014"/>
            <a:chExt cx="5255850" cy="2399016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592A81AC-E7A1-312A-44C5-2723B7ADD7BC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2A97152-DADA-1BE0-D67B-4B7FE492438F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advanced amount per order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72EB14F-A533-4BAC-523E-97EEC7858471}"/>
              </a:ext>
            </a:extLst>
          </p:cNvPr>
          <p:cNvGrpSpPr/>
          <p:nvPr/>
        </p:nvGrpSpPr>
        <p:grpSpPr>
          <a:xfrm>
            <a:off x="8996620" y="2245049"/>
            <a:ext cx="2599200" cy="648000"/>
            <a:chOff x="667156" y="3556014"/>
            <a:chExt cx="5255850" cy="2399016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1B8C54C-B4CE-CFE0-B49B-20DBAB84D5DF}"/>
                </a:ext>
              </a:extLst>
            </p:cNvPr>
            <p:cNvSpPr/>
            <p:nvPr/>
          </p:nvSpPr>
          <p:spPr>
            <a:xfrm>
              <a:off x="667156" y="3556014"/>
              <a:ext cx="5207208" cy="239901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323" tIns="10661" rIns="21323" bIns="10661" rtlCol="0" anchor="ctr"/>
            <a:lstStyle/>
            <a:p>
              <a:pPr algn="ctr">
                <a:defRPr/>
              </a:pP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>
                <a:defRPr/>
              </a:pPr>
              <a:r>
                <a:rPr lang="en-US" sz="2400" b="1">
                  <a:solidFill>
                    <a:srgbClr val="2A519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21</a:t>
              </a:r>
              <a:endParaRPr lang="en-US" sz="1620" b="1">
                <a:solidFill>
                  <a:srgbClr val="2A519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ECCBA18-362A-C24C-4830-06B0C7F96853}"/>
                </a:ext>
              </a:extLst>
            </p:cNvPr>
            <p:cNvSpPr txBox="1"/>
            <p:nvPr/>
          </p:nvSpPr>
          <p:spPr>
            <a:xfrm>
              <a:off x="680724" y="3595979"/>
              <a:ext cx="5242282" cy="968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100">
                  <a:solidFill>
                    <a:srgbClr val="5E5BAB">
                      <a:lumMod val="75000"/>
                    </a:srgb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avg advanced amount per shop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450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FD3B36B-581C-F2B8-3FEB-31434BE4BE96}"/>
              </a:ext>
            </a:extLst>
          </p:cNvPr>
          <p:cNvGrpSpPr/>
          <p:nvPr/>
        </p:nvGrpSpPr>
        <p:grpSpPr>
          <a:xfrm>
            <a:off x="5934075" y="458940"/>
            <a:ext cx="5907917" cy="2962092"/>
            <a:chOff x="3339715" y="3072945"/>
            <a:chExt cx="8081454" cy="198425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16D29A6-CB34-C223-3121-9D0352E71ADE}"/>
                </a:ext>
              </a:extLst>
            </p:cNvPr>
            <p:cNvGrpSpPr/>
            <p:nvPr/>
          </p:nvGrpSpPr>
          <p:grpSpPr>
            <a:xfrm>
              <a:off x="3339715" y="3072945"/>
              <a:ext cx="8081454" cy="1980000"/>
              <a:chOff x="5828287" y="4377068"/>
              <a:chExt cx="5884798" cy="2365955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F688645-EC14-3B29-7940-82E78B5536DD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4FA52F-FB9A-6EBA-DA5F-CA841A82EAF8}"/>
                  </a:ext>
                </a:extLst>
              </p:cNvPr>
              <p:cNvSpPr txBox="1"/>
              <p:nvPr/>
            </p:nvSpPr>
            <p:spPr>
              <a:xfrm>
                <a:off x="6057903" y="4441697"/>
                <a:ext cx="5546599" cy="3226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Phân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bổ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shop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theo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tổng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giá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trị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đơn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COD</a:t>
                </a:r>
              </a:p>
            </p:txBody>
          </p:sp>
        </p:grpSp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A88FF11A-B659-45B9-432A-3BDFB112EB6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45031767"/>
                </p:ext>
              </p:extLst>
            </p:nvPr>
          </p:nvGraphicFramePr>
          <p:xfrm>
            <a:off x="3430920" y="3377511"/>
            <a:ext cx="7800730" cy="16796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72A82-5422-0C13-934E-0CA8153D46BE}"/>
              </a:ext>
            </a:extLst>
          </p:cNvPr>
          <p:cNvSpPr/>
          <p:nvPr/>
        </p:nvSpPr>
        <p:spPr>
          <a:xfrm>
            <a:off x="2354590" y="4144"/>
            <a:ext cx="9846649" cy="376806"/>
          </a:xfrm>
          <a:prstGeom prst="rect">
            <a:avLst/>
          </a:prstGeom>
          <a:solidFill>
            <a:srgbClr val="2A51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endParaRPr lang="en-US" sz="676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75CC50-4161-462F-F873-FFAAFEADA407}"/>
              </a:ext>
            </a:extLst>
          </p:cNvPr>
          <p:cNvSpPr/>
          <p:nvPr/>
        </p:nvSpPr>
        <p:spPr>
          <a:xfrm>
            <a:off x="8058398" y="40499"/>
            <a:ext cx="931111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Field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3D5CFF-686C-6DF9-AF41-D79688ABE8B6}"/>
              </a:ext>
            </a:extLst>
          </p:cNvPr>
          <p:cNvSpPr txBox="1"/>
          <p:nvPr/>
        </p:nvSpPr>
        <p:spPr>
          <a:xfrm>
            <a:off x="2463100" y="22616"/>
            <a:ext cx="39100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296"/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QUẢN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LÝ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KHÁCH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HÀNG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ĐỒNG</a:t>
            </a:r>
            <a:r>
              <a:rPr lang="en-US" sz="15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500" b="1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BỘ</a:t>
            </a:r>
            <a:endParaRPr lang="en-US" sz="1500" b="1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8BE54B0-47AD-C76F-5D02-9D525E6D3A61}"/>
              </a:ext>
            </a:extLst>
          </p:cNvPr>
          <p:cNvSpPr/>
          <p:nvPr/>
        </p:nvSpPr>
        <p:spPr>
          <a:xfrm>
            <a:off x="7003970" y="33872"/>
            <a:ext cx="931111" cy="311041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range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F8CF07-A0F5-95AB-96D4-E633AC57F7BA}"/>
              </a:ext>
            </a:extLst>
          </p:cNvPr>
          <p:cNvCxnSpPr/>
          <p:nvPr/>
        </p:nvCxnSpPr>
        <p:spPr>
          <a:xfrm>
            <a:off x="9123104" y="279236"/>
            <a:ext cx="1241868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97F3D6B-6515-C2A1-5DFF-5F9D0D51BB96}"/>
              </a:ext>
            </a:extLst>
          </p:cNvPr>
          <p:cNvSpPr/>
          <p:nvPr/>
        </p:nvSpPr>
        <p:spPr>
          <a:xfrm>
            <a:off x="9278482" y="-1539"/>
            <a:ext cx="931111" cy="31104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296"/>
            <a:r>
              <a:rPr lang="en-US" sz="11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Khoảng</a:t>
            </a:r>
            <a:endParaRPr lang="en-US" sz="11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Arrow: Left 51">
            <a:extLst>
              <a:ext uri="{FF2B5EF4-FFF2-40B4-BE49-F238E27FC236}">
                <a16:creationId xmlns:a16="http://schemas.microsoft.com/office/drawing/2014/main" id="{47745C36-6BCD-BF1A-3867-06D751C12D3E}"/>
              </a:ext>
            </a:extLst>
          </p:cNvPr>
          <p:cNvSpPr/>
          <p:nvPr/>
        </p:nvSpPr>
        <p:spPr>
          <a:xfrm>
            <a:off x="94690" y="6483861"/>
            <a:ext cx="376470" cy="296049"/>
          </a:xfrm>
          <a:prstGeom prst="leftArrow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1CD21F-DDA7-5F08-BADB-C5F458BE8D78}"/>
              </a:ext>
            </a:extLst>
          </p:cNvPr>
          <p:cNvGrpSpPr/>
          <p:nvPr/>
        </p:nvGrpSpPr>
        <p:grpSpPr>
          <a:xfrm>
            <a:off x="280606" y="3550377"/>
            <a:ext cx="5558568" cy="2832745"/>
            <a:chOff x="3339715" y="3072945"/>
            <a:chExt cx="8081454" cy="20439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D0DAEC7-CC1E-713C-6FA9-F8B4CA205012}"/>
                </a:ext>
              </a:extLst>
            </p:cNvPr>
            <p:cNvGrpSpPr/>
            <p:nvPr/>
          </p:nvGrpSpPr>
          <p:grpSpPr>
            <a:xfrm>
              <a:off x="3339715" y="3072945"/>
              <a:ext cx="8081454" cy="1980000"/>
              <a:chOff x="5828287" y="4377068"/>
              <a:chExt cx="5884798" cy="2365955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C3D71E1-7569-FCE9-D8A8-00A015BA6757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2BBF9E-5F8C-0F5D-88B8-D3201B38DFBB}"/>
                  </a:ext>
                </a:extLst>
              </p:cNvPr>
              <p:cNvSpPr txBox="1"/>
              <p:nvPr/>
            </p:nvSpPr>
            <p:spPr>
              <a:xfrm>
                <a:off x="6057903" y="4441697"/>
                <a:ext cx="5546599" cy="225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Phân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bổ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shop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theo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số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lượng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đơn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hàng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ứng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COD</a:t>
                </a:r>
              </a:p>
            </p:txBody>
          </p:sp>
        </p:grpSp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7F42D1C5-A4EE-CCC8-CF5E-3B05E27F5D1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80162834"/>
                </p:ext>
              </p:extLst>
            </p:nvPr>
          </p:nvGraphicFramePr>
          <p:xfrm>
            <a:off x="3471326" y="3257468"/>
            <a:ext cx="7800731" cy="1859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99264A-9EB1-C8C2-5470-E781B3831BAE}"/>
              </a:ext>
            </a:extLst>
          </p:cNvPr>
          <p:cNvGrpSpPr/>
          <p:nvPr/>
        </p:nvGrpSpPr>
        <p:grpSpPr>
          <a:xfrm>
            <a:off x="6000750" y="3566315"/>
            <a:ext cx="5841242" cy="2832745"/>
            <a:chOff x="3339715" y="3072945"/>
            <a:chExt cx="8081454" cy="204393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0ABB2E4-6F1E-2D60-9126-70BC3468533F}"/>
                </a:ext>
              </a:extLst>
            </p:cNvPr>
            <p:cNvGrpSpPr/>
            <p:nvPr/>
          </p:nvGrpSpPr>
          <p:grpSpPr>
            <a:xfrm>
              <a:off x="3339715" y="3072945"/>
              <a:ext cx="8081454" cy="1980000"/>
              <a:chOff x="5828287" y="4377068"/>
              <a:chExt cx="5884798" cy="2365955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CED461F-3458-DC2C-C39A-F72F73C779C4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490B48-9572-7B7E-86E9-E444E3465A1A}"/>
                  </a:ext>
                </a:extLst>
              </p:cNvPr>
              <p:cNvSpPr txBox="1"/>
              <p:nvPr/>
            </p:nvSpPr>
            <p:spPr>
              <a:xfrm>
                <a:off x="6057903" y="4441697"/>
                <a:ext cx="5546599" cy="2255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Phân bổ số lượng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shop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theo đơn hàng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vi-VN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COD</a:t>
                </a:r>
                <a:r>
                  <a:rPr lang="vi-VN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trong tháng</a:t>
                </a:r>
                <a:endParaRPr lang="en-US" sz="1100">
                  <a:solidFill>
                    <a:srgbClr val="5E5BAB"/>
                  </a:solidFill>
                  <a:latin typeface="Segoe UI"/>
                  <a:cs typeface="Segoe UI"/>
                </a:endParaRPr>
              </a:p>
            </p:txBody>
          </p:sp>
        </p:grpSp>
        <p:graphicFrame>
          <p:nvGraphicFramePr>
            <p:cNvPr id="18" name="Chart 17">
              <a:extLst>
                <a:ext uri="{FF2B5EF4-FFF2-40B4-BE49-F238E27FC236}">
                  <a16:creationId xmlns:a16="http://schemas.microsoft.com/office/drawing/2014/main" id="{44782A03-2155-1D7C-E5EC-414758DA304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99222647"/>
                </p:ext>
              </p:extLst>
            </p:nvPr>
          </p:nvGraphicFramePr>
          <p:xfrm>
            <a:off x="3471326" y="3257468"/>
            <a:ext cx="7800731" cy="18594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0583535-9FED-CE88-09B8-575520AA84E1}"/>
              </a:ext>
            </a:extLst>
          </p:cNvPr>
          <p:cNvGrpSpPr/>
          <p:nvPr/>
        </p:nvGrpSpPr>
        <p:grpSpPr>
          <a:xfrm>
            <a:off x="280606" y="466041"/>
            <a:ext cx="5510944" cy="2955734"/>
            <a:chOff x="3339715" y="3072945"/>
            <a:chExt cx="8081454" cy="1980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C7105A-4996-A95C-5FC4-F28830CE94DD}"/>
                </a:ext>
              </a:extLst>
            </p:cNvPr>
            <p:cNvGrpSpPr/>
            <p:nvPr/>
          </p:nvGrpSpPr>
          <p:grpSpPr>
            <a:xfrm>
              <a:off x="3339715" y="3072945"/>
              <a:ext cx="8081454" cy="1980000"/>
              <a:chOff x="5828287" y="4377068"/>
              <a:chExt cx="5884798" cy="2365955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7CFD0DD2-6FD7-00CC-A4A5-FBFDCC1B3188}"/>
                  </a:ext>
                </a:extLst>
              </p:cNvPr>
              <p:cNvSpPr/>
              <p:nvPr/>
            </p:nvSpPr>
            <p:spPr>
              <a:xfrm>
                <a:off x="5828287" y="4377068"/>
                <a:ext cx="5884798" cy="2365955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70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80D3103-325F-82F3-7832-D33DD30DC9AC}"/>
                  </a:ext>
                </a:extLst>
              </p:cNvPr>
              <p:cNvSpPr txBox="1"/>
              <p:nvPr/>
            </p:nvSpPr>
            <p:spPr>
              <a:xfrm>
                <a:off x="6057903" y="4441697"/>
                <a:ext cx="5546599" cy="2094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defRPr/>
                </a:pP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Phân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bổ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shop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theo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tổng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giá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trị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đơn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100" err="1">
                    <a:solidFill>
                      <a:srgbClr val="5E5BAB"/>
                    </a:solidFill>
                    <a:latin typeface="Segoe UI"/>
                    <a:cs typeface="Segoe UI"/>
                  </a:rPr>
                  <a:t>ứng</a:t>
                </a:r>
                <a:r>
                  <a:rPr lang="en-US" sz="1100">
                    <a:solidFill>
                      <a:srgbClr val="5E5BAB"/>
                    </a:solidFill>
                    <a:latin typeface="Segoe UI"/>
                    <a:cs typeface="Segoe UI"/>
                  </a:rPr>
                  <a:t> COD</a:t>
                </a:r>
              </a:p>
            </p:txBody>
          </p:sp>
        </p:grpSp>
        <p:graphicFrame>
          <p:nvGraphicFramePr>
            <p:cNvPr id="35" name="Chart 34">
              <a:extLst>
                <a:ext uri="{FF2B5EF4-FFF2-40B4-BE49-F238E27FC236}">
                  <a16:creationId xmlns:a16="http://schemas.microsoft.com/office/drawing/2014/main" id="{CE345E7D-4718-C5BB-C4E9-6D07982A36F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32267042"/>
                </p:ext>
              </p:extLst>
            </p:nvPr>
          </p:nvGraphicFramePr>
          <p:xfrm>
            <a:off x="3619150" y="3357687"/>
            <a:ext cx="7800730" cy="16796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185359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b815603-3128-4aee-956f-7cdc70044e75">
      <Terms xmlns="http://schemas.microsoft.com/office/infopath/2007/PartnerControls"/>
    </lcf76f155ced4ddcb4097134ff3c332f>
    <TaxCatchAll xmlns="6bc95d49-17e3-4d0a-929b-830fe3aa2f7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FFA18751C0744EA482910462967CE1" ma:contentTypeVersion="13" ma:contentTypeDescription="Create a new document." ma:contentTypeScope="" ma:versionID="1bee4d4e4381b42cfbb2e338b21fd98f">
  <xsd:schema xmlns:xsd="http://www.w3.org/2001/XMLSchema" xmlns:xs="http://www.w3.org/2001/XMLSchema" xmlns:p="http://schemas.microsoft.com/office/2006/metadata/properties" xmlns:ns2="6bc95d49-17e3-4d0a-929b-830fe3aa2f74" xmlns:ns3="cb815603-3128-4aee-956f-7cdc70044e75" targetNamespace="http://schemas.microsoft.com/office/2006/metadata/properties" ma:root="true" ma:fieldsID="57bd85a84b54aa8f622076fcea830403" ns2:_="" ns3:_="">
    <xsd:import namespace="6bc95d49-17e3-4d0a-929b-830fe3aa2f74"/>
    <xsd:import namespace="cb815603-3128-4aee-956f-7cdc70044e7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c95d49-17e3-4d0a-929b-830fe3aa2f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161b4626-123e-4a80-8203-a9e0f94ea154}" ma:internalName="TaxCatchAll" ma:showField="CatchAllData" ma:web="6bc95d49-17e3-4d0a-929b-830fe3aa2f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15603-3128-4aee-956f-7cdc70044e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e08bad7-0531-4e50-a3a8-7b1f718b4e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C5B05C-1C6B-40B8-871E-7B192EC5FC38}">
  <ds:schemaRefs>
    <ds:schemaRef ds:uri="b788a5b3-efcf-47ab-8654-9961fd3edce8"/>
    <ds:schemaRef ds:uri="cacc566c-69d9-4e22-af4f-53f7a66e95c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cb815603-3128-4aee-956f-7cdc70044e75"/>
    <ds:schemaRef ds:uri="6bc95d49-17e3-4d0a-929b-830fe3aa2f74"/>
  </ds:schemaRefs>
</ds:datastoreItem>
</file>

<file path=customXml/itemProps2.xml><?xml version="1.0" encoding="utf-8"?>
<ds:datastoreItem xmlns:ds="http://schemas.openxmlformats.org/officeDocument/2006/customXml" ds:itemID="{4F83D993-6669-411E-9F9A-A8E472D2D0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1DB19E-3DDD-4EF7-BB83-E1A63CAE41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c95d49-17e3-4d0a-929b-830fe3aa2f74"/>
    <ds:schemaRef ds:uri="cb815603-3128-4aee-956f-7cdc70044e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Widescreen</PresentationFormat>
  <Paragraphs>170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Lê Thị Linh Chi</dc:creator>
  <cp:lastModifiedBy>Luu Nguyen</cp:lastModifiedBy>
  <cp:revision>2</cp:revision>
  <dcterms:created xsi:type="dcterms:W3CDTF">2023-05-11T07:08:33Z</dcterms:created>
  <dcterms:modified xsi:type="dcterms:W3CDTF">2026-07-01T03:21:10Z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0x01010005FFA18751C0744EA482910462967CE1</vt:lpwstr>
  </property>
  <property fmtid="{D5CDD505-2E9C-101B-9397-08002B2CF9AE}" pid="3" name="MediaServiceImageTags">
    <vt:lpwstr/>
  </property>
</Properties>
</file>